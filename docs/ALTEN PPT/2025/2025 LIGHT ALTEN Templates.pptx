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4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817" r:id="rId4"/>
  </p:sldMasterIdLst>
  <p:notesMasterIdLst>
    <p:notesMasterId r:id="rId52"/>
  </p:notesMasterIdLst>
  <p:handoutMasterIdLst>
    <p:handoutMasterId r:id="rId53"/>
  </p:handoutMasterIdLst>
  <p:sldIdLst>
    <p:sldId id="2147377437" r:id="rId5"/>
    <p:sldId id="1763" r:id="rId6"/>
    <p:sldId id="2145707689" r:id="rId7"/>
    <p:sldId id="2145707693" r:id="rId8"/>
    <p:sldId id="2147483643" r:id="rId9"/>
    <p:sldId id="2145707691" r:id="rId10"/>
    <p:sldId id="2147483639" r:id="rId11"/>
    <p:sldId id="2147471749" r:id="rId12"/>
    <p:sldId id="2147483641" r:id="rId13"/>
    <p:sldId id="1771" r:id="rId14"/>
    <p:sldId id="1770" r:id="rId15"/>
    <p:sldId id="1155" r:id="rId16"/>
    <p:sldId id="1188" r:id="rId17"/>
    <p:sldId id="2145707682" r:id="rId18"/>
    <p:sldId id="1787" r:id="rId19"/>
    <p:sldId id="1788" r:id="rId20"/>
    <p:sldId id="1776" r:id="rId21"/>
    <p:sldId id="1789" r:id="rId22"/>
    <p:sldId id="1790" r:id="rId23"/>
    <p:sldId id="1786" r:id="rId24"/>
    <p:sldId id="3411" r:id="rId25"/>
    <p:sldId id="2147483640" r:id="rId26"/>
    <p:sldId id="1792" r:id="rId27"/>
    <p:sldId id="2145707963" r:id="rId28"/>
    <p:sldId id="2147483627" r:id="rId29"/>
    <p:sldId id="2147483642" r:id="rId30"/>
    <p:sldId id="2145707878" r:id="rId31"/>
    <p:sldId id="2147483644" r:id="rId32"/>
    <p:sldId id="2145707893" r:id="rId33"/>
    <p:sldId id="997" r:id="rId34"/>
    <p:sldId id="2145707680" r:id="rId35"/>
    <p:sldId id="2145707891" r:id="rId36"/>
    <p:sldId id="2145707708" r:id="rId37"/>
    <p:sldId id="2145707895" r:id="rId38"/>
    <p:sldId id="1784" r:id="rId39"/>
    <p:sldId id="2145707902" r:id="rId40"/>
    <p:sldId id="2147483638" r:id="rId41"/>
    <p:sldId id="996" r:id="rId42"/>
    <p:sldId id="1791" r:id="rId43"/>
    <p:sldId id="2479" r:id="rId44"/>
    <p:sldId id="1205" r:id="rId45"/>
    <p:sldId id="11146" r:id="rId46"/>
    <p:sldId id="2458" r:id="rId47"/>
    <p:sldId id="1765" r:id="rId48"/>
    <p:sldId id="2147483646" r:id="rId49"/>
    <p:sldId id="1769" r:id="rId50"/>
    <p:sldId id="1764" r:id="rId51"/>
  </p:sldIdLst>
  <p:sldSz cx="9144000" cy="5143500" type="screen16x9"/>
  <p:notesSz cx="6805613" cy="9944100"/>
  <p:defaultTextStyle>
    <a:defPPr>
      <a:defRPr lang="uk-UA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7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59" userDrawn="1">
          <p15:clr>
            <a:srgbClr val="A4A3A4"/>
          </p15:clr>
        </p15:guide>
        <p15:guide id="4" pos="56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phane OUGIER" initials="SO" lastIdx="1" clrIdx="0">
    <p:extLst>
      <p:ext uri="{19B8F6BF-5375-455C-9EA6-DF929625EA0E}">
        <p15:presenceInfo xmlns:p15="http://schemas.microsoft.com/office/powerpoint/2012/main" userId="S::stephane.ougier@alten.com::c98dead0-182a-4e71-9de5-290183facd9e" providerId="AD"/>
      </p:ext>
    </p:extLst>
  </p:cmAuthor>
  <p:cmAuthor id="2" name="Annabelle STRAFORINI" initials="AS" lastIdx="1" clrIdx="1">
    <p:extLst>
      <p:ext uri="{19B8F6BF-5375-455C-9EA6-DF929625EA0E}">
        <p15:presenceInfo xmlns:p15="http://schemas.microsoft.com/office/powerpoint/2012/main" userId="S::annabelle.straforini@alten.com::2bbe7eae-7886-4563-b413-dd641a0ffb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618F"/>
    <a:srgbClr val="0F5D8D"/>
    <a:srgbClr val="1575A1"/>
    <a:srgbClr val="24E7AB"/>
    <a:srgbClr val="00B6AB"/>
    <a:srgbClr val="00C8AB"/>
    <a:srgbClr val="00E0AB"/>
    <a:srgbClr val="B0F078"/>
    <a:srgbClr val="89E835"/>
    <a:srgbClr val="49A8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A388D7-B67B-DC49-B1C5-B26DF462BC97}" v="3" dt="2026-04-13T15:14:18.941"/>
    <p1510:client id="{B841384D-C175-A74D-8174-4CD53021CBCE}" v="21" dt="2026-04-13T15:49:27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20" autoAdjust="0"/>
    <p:restoredTop sz="76598" autoAdjust="0"/>
  </p:normalViewPr>
  <p:slideViewPr>
    <p:cSldViewPr snapToGrid="0">
      <p:cViewPr>
        <p:scale>
          <a:sx n="96" d="100"/>
          <a:sy n="96" d="100"/>
        </p:scale>
        <p:origin x="3976" y="1128"/>
      </p:cViewPr>
      <p:guideLst>
        <p:guide orient="horz" pos="1847"/>
        <p:guide pos="2880"/>
        <p:guide pos="159"/>
        <p:guide pos="56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le DELPIN" userId="30edb249-ebbf-48f1-81b1-cd752d2c7fc3" providerId="ADAL" clId="{D012B6A8-2FA3-5D7E-91C9-0048AC0C9F0C}"/>
    <pc:docChg chg="undo custSel modSld modMainMaster">
      <pc:chgData name="Axelle DELPIN" userId="30edb249-ebbf-48f1-81b1-cd752d2c7fc3" providerId="ADAL" clId="{D012B6A8-2FA3-5D7E-91C9-0048AC0C9F0C}" dt="2026-04-13T15:15:21.280" v="14" actId="1076"/>
      <pc:docMkLst>
        <pc:docMk/>
      </pc:docMkLst>
      <pc:sldChg chg="addSp delSp modSp mod">
        <pc:chgData name="Axelle DELPIN" userId="30edb249-ebbf-48f1-81b1-cd752d2c7fc3" providerId="ADAL" clId="{D012B6A8-2FA3-5D7E-91C9-0048AC0C9F0C}" dt="2026-04-13T15:14:22.072" v="8"/>
        <pc:sldMkLst>
          <pc:docMk/>
          <pc:sldMk cId="3987437042" sldId="1788"/>
        </pc:sldMkLst>
        <pc:spChg chg="add del mod">
          <ac:chgData name="Axelle DELPIN" userId="30edb249-ebbf-48f1-81b1-cd752d2c7fc3" providerId="ADAL" clId="{D012B6A8-2FA3-5D7E-91C9-0048AC0C9F0C}" dt="2026-04-13T15:14:07.008" v="3"/>
          <ac:spMkLst>
            <pc:docMk/>
            <pc:sldMk cId="3987437042" sldId="1788"/>
            <ac:spMk id="2" creationId="{9D773B94-4C40-E3EE-B9CA-C6646F40D8C6}"/>
          </ac:spMkLst>
        </pc:spChg>
        <pc:spChg chg="add del mod">
          <ac:chgData name="Axelle DELPIN" userId="30edb249-ebbf-48f1-81b1-cd752d2c7fc3" providerId="ADAL" clId="{D012B6A8-2FA3-5D7E-91C9-0048AC0C9F0C}" dt="2026-04-13T15:14:08.059" v="5"/>
          <ac:spMkLst>
            <pc:docMk/>
            <pc:sldMk cId="3987437042" sldId="1788"/>
            <ac:spMk id="3" creationId="{98A0D99D-7B15-6549-23A4-245E44BE7393}"/>
          </ac:spMkLst>
        </pc:spChg>
        <pc:spChg chg="add del mod">
          <ac:chgData name="Axelle DELPIN" userId="30edb249-ebbf-48f1-81b1-cd752d2c7fc3" providerId="ADAL" clId="{D012B6A8-2FA3-5D7E-91C9-0048AC0C9F0C}" dt="2026-04-13T15:14:22.072" v="8"/>
          <ac:spMkLst>
            <pc:docMk/>
            <pc:sldMk cId="3987437042" sldId="1788"/>
            <ac:spMk id="5" creationId="{61AF6E73-9F9A-4F07-0E9E-84F7DD44A7D8}"/>
          </ac:spMkLst>
        </pc:spChg>
      </pc:sldChg>
      <pc:sldMasterChg chg="modSldLayout">
        <pc:chgData name="Axelle DELPIN" userId="30edb249-ebbf-48f1-81b1-cd752d2c7fc3" providerId="ADAL" clId="{D012B6A8-2FA3-5D7E-91C9-0048AC0C9F0C}" dt="2026-04-13T15:15:21.280" v="14" actId="1076"/>
        <pc:sldMasterMkLst>
          <pc:docMk/>
          <pc:sldMasterMk cId="2118218503" sldId="2147484817"/>
        </pc:sldMasterMkLst>
        <pc:sldLayoutChg chg="modSp mod">
          <pc:chgData name="Axelle DELPIN" userId="30edb249-ebbf-48f1-81b1-cd752d2c7fc3" providerId="ADAL" clId="{D012B6A8-2FA3-5D7E-91C9-0048AC0C9F0C}" dt="2026-04-13T15:15:21.280" v="14" actId="1076"/>
          <pc:sldLayoutMkLst>
            <pc:docMk/>
            <pc:sldMasterMk cId="2118218503" sldId="2147484817"/>
            <pc:sldLayoutMk cId="2897486269" sldId="2147484840"/>
          </pc:sldLayoutMkLst>
          <pc:grpChg chg="mod">
            <ac:chgData name="Axelle DELPIN" userId="30edb249-ebbf-48f1-81b1-cd752d2c7fc3" providerId="ADAL" clId="{D012B6A8-2FA3-5D7E-91C9-0048AC0C9F0C}" dt="2026-04-13T15:15:21.280" v="14" actId="1076"/>
            <ac:grpSpMkLst>
              <pc:docMk/>
              <pc:sldMasterMk cId="2118218503" sldId="2147484817"/>
              <pc:sldLayoutMk cId="2897486269" sldId="2147484840"/>
              <ac:grpSpMk id="13" creationId="{7EF7BFB7-67BB-26B5-298B-71533DBA863E}"/>
            </ac:grpSpMkLst>
          </pc:grpChg>
        </pc:sldLayoutChg>
      </pc:sldMasterChg>
    </pc:docChg>
  </pc:docChgLst>
  <pc:docChgLst>
    <pc:chgData name="Annabelle STRAFORINI" userId="2bbe7eae-7886-4563-b413-dd641a0ffba3" providerId="ADAL" clId="{A4EF3CEF-C15D-52FC-9098-B4C7BB10F06D}"/>
    <pc:docChg chg="undo custSel modSld modMainMaster">
      <pc:chgData name="Annabelle STRAFORINI" userId="2bbe7eae-7886-4563-b413-dd641a0ffba3" providerId="ADAL" clId="{A4EF3CEF-C15D-52FC-9098-B4C7BB10F06D}" dt="2026-04-13T15:49:27.775" v="58" actId="167"/>
      <pc:docMkLst>
        <pc:docMk/>
      </pc:docMkLst>
      <pc:sldChg chg="delSp mod">
        <pc:chgData name="Annabelle STRAFORINI" userId="2bbe7eae-7886-4563-b413-dd641a0ffba3" providerId="ADAL" clId="{A4EF3CEF-C15D-52FC-9098-B4C7BB10F06D}" dt="2026-04-13T15:48:50.229" v="49" actId="478"/>
        <pc:sldMkLst>
          <pc:docMk/>
          <pc:sldMk cId="3708522099" sldId="1770"/>
        </pc:sldMkLst>
        <pc:picChg chg="del">
          <ac:chgData name="Annabelle STRAFORINI" userId="2bbe7eae-7886-4563-b413-dd641a0ffba3" providerId="ADAL" clId="{A4EF3CEF-C15D-52FC-9098-B4C7BB10F06D}" dt="2026-04-13T15:48:50.229" v="49" actId="478"/>
          <ac:picMkLst>
            <pc:docMk/>
            <pc:sldMk cId="3708522099" sldId="1770"/>
            <ac:picMk id="6" creationId="{E618F3E9-CEE5-006B-73B0-04E4DB1EF109}"/>
          </ac:picMkLst>
        </pc:picChg>
      </pc:sldChg>
      <pc:sldChg chg="delSp mod">
        <pc:chgData name="Annabelle STRAFORINI" userId="2bbe7eae-7886-4563-b413-dd641a0ffba3" providerId="ADAL" clId="{A4EF3CEF-C15D-52FC-9098-B4C7BB10F06D}" dt="2026-04-13T15:48:46.952" v="48" actId="478"/>
        <pc:sldMkLst>
          <pc:docMk/>
          <pc:sldMk cId="3386576803" sldId="1771"/>
        </pc:sldMkLst>
        <pc:picChg chg="del">
          <ac:chgData name="Annabelle STRAFORINI" userId="2bbe7eae-7886-4563-b413-dd641a0ffba3" providerId="ADAL" clId="{A4EF3CEF-C15D-52FC-9098-B4C7BB10F06D}" dt="2026-04-13T15:48:46.952" v="48" actId="478"/>
          <ac:picMkLst>
            <pc:docMk/>
            <pc:sldMk cId="3386576803" sldId="1771"/>
            <ac:picMk id="6" creationId="{E618F3E9-CEE5-006B-73B0-04E4DB1EF109}"/>
          </ac:picMkLst>
        </pc:picChg>
      </pc:sldChg>
      <pc:sldChg chg="addSp delSp modSp mod">
        <pc:chgData name="Annabelle STRAFORINI" userId="2bbe7eae-7886-4563-b413-dd641a0ffba3" providerId="ADAL" clId="{A4EF3CEF-C15D-52FC-9098-B4C7BB10F06D}" dt="2026-04-13T15:49:27.775" v="58" actId="167"/>
        <pc:sldMkLst>
          <pc:docMk/>
          <pc:sldMk cId="581164908" sldId="2145707891"/>
        </pc:sldMkLst>
        <pc:spChg chg="del">
          <ac:chgData name="Annabelle STRAFORINI" userId="2bbe7eae-7886-4563-b413-dd641a0ffba3" providerId="ADAL" clId="{A4EF3CEF-C15D-52FC-9098-B4C7BB10F06D}" dt="2026-04-13T15:49:24.917" v="57"/>
          <ac:spMkLst>
            <pc:docMk/>
            <pc:sldMk cId="581164908" sldId="2145707891"/>
            <ac:spMk id="8" creationId="{F58E2CC4-E654-E8BF-C158-310986599FA8}"/>
          </ac:spMkLst>
        </pc:spChg>
        <pc:picChg chg="add mod">
          <ac:chgData name="Annabelle STRAFORINI" userId="2bbe7eae-7886-4563-b413-dd641a0ffba3" providerId="ADAL" clId="{A4EF3CEF-C15D-52FC-9098-B4C7BB10F06D}" dt="2026-04-13T15:49:27.775" v="58" actId="167"/>
          <ac:picMkLst>
            <pc:docMk/>
            <pc:sldMk cId="581164908" sldId="2145707891"/>
            <ac:picMk id="2" creationId="{DFD939F1-C0CF-D553-115D-C69B9B918188}"/>
          </ac:picMkLst>
        </pc:picChg>
        <pc:picChg chg="del mod">
          <ac:chgData name="Annabelle STRAFORINI" userId="2bbe7eae-7886-4563-b413-dd641a0ffba3" providerId="ADAL" clId="{A4EF3CEF-C15D-52FC-9098-B4C7BB10F06D}" dt="2026-04-13T15:49:23.934" v="56" actId="478"/>
          <ac:picMkLst>
            <pc:docMk/>
            <pc:sldMk cId="581164908" sldId="2145707891"/>
            <ac:picMk id="3" creationId="{34B6138F-2FB0-55FE-CC46-4A78B99C3F8B}"/>
          </ac:picMkLst>
        </pc:picChg>
      </pc:sldChg>
      <pc:sldChg chg="addSp delSp modSp mod chgLayout">
        <pc:chgData name="Annabelle STRAFORINI" userId="2bbe7eae-7886-4563-b413-dd641a0ffba3" providerId="ADAL" clId="{A4EF3CEF-C15D-52FC-9098-B4C7BB10F06D}" dt="2026-04-13T15:49:10.121" v="54" actId="167"/>
        <pc:sldMkLst>
          <pc:docMk/>
          <pc:sldMk cId="138325345" sldId="2147483640"/>
        </pc:sldMkLst>
        <pc:spChg chg="add del mod">
          <ac:chgData name="Annabelle STRAFORINI" userId="2bbe7eae-7886-4563-b413-dd641a0ffba3" providerId="ADAL" clId="{A4EF3CEF-C15D-52FC-9098-B4C7BB10F06D}" dt="2026-04-13T15:49:07.094" v="52" actId="6264"/>
          <ac:spMkLst>
            <pc:docMk/>
            <pc:sldMk cId="138325345" sldId="2147483640"/>
            <ac:spMk id="3" creationId="{D01698ED-ABED-6774-A941-2CFFDB43824C}"/>
          </ac:spMkLst>
        </pc:spChg>
        <pc:spChg chg="add del mod">
          <ac:chgData name="Annabelle STRAFORINI" userId="2bbe7eae-7886-4563-b413-dd641a0ffba3" providerId="ADAL" clId="{A4EF3CEF-C15D-52FC-9098-B4C7BB10F06D}" dt="2026-04-13T15:49:07.094" v="52" actId="6264"/>
          <ac:spMkLst>
            <pc:docMk/>
            <pc:sldMk cId="138325345" sldId="2147483640"/>
            <ac:spMk id="4" creationId="{86120FBE-4845-02F4-5C59-052463A6D7A0}"/>
          </ac:spMkLst>
        </pc:spChg>
        <pc:spChg chg="add del mod ord">
          <ac:chgData name="Annabelle STRAFORINI" userId="2bbe7eae-7886-4563-b413-dd641a0ffba3" providerId="ADAL" clId="{A4EF3CEF-C15D-52FC-9098-B4C7BB10F06D}" dt="2026-04-13T15:49:07.892" v="53"/>
          <ac:spMkLst>
            <pc:docMk/>
            <pc:sldMk cId="138325345" sldId="2147483640"/>
            <ac:spMk id="5" creationId="{A2AE689A-FFC5-CD84-AACE-2372B98292D6}"/>
          </ac:spMkLst>
        </pc:spChg>
        <pc:spChg chg="mod ord">
          <ac:chgData name="Annabelle STRAFORINI" userId="2bbe7eae-7886-4563-b413-dd641a0ffba3" providerId="ADAL" clId="{A4EF3CEF-C15D-52FC-9098-B4C7BB10F06D}" dt="2026-04-13T15:49:07.094" v="52" actId="6264"/>
          <ac:spMkLst>
            <pc:docMk/>
            <pc:sldMk cId="138325345" sldId="2147483640"/>
            <ac:spMk id="7" creationId="{180BE459-D91B-0881-D6BF-05151E1D4F26}"/>
          </ac:spMkLst>
        </pc:spChg>
        <pc:spChg chg="mod ord">
          <ac:chgData name="Annabelle STRAFORINI" userId="2bbe7eae-7886-4563-b413-dd641a0ffba3" providerId="ADAL" clId="{A4EF3CEF-C15D-52FC-9098-B4C7BB10F06D}" dt="2026-04-13T15:49:07.094" v="52" actId="6264"/>
          <ac:spMkLst>
            <pc:docMk/>
            <pc:sldMk cId="138325345" sldId="2147483640"/>
            <ac:spMk id="9" creationId="{30B2C05D-323A-805B-AB8B-3B5880D708AF}"/>
          </ac:spMkLst>
        </pc:spChg>
        <pc:spChg chg="del mod">
          <ac:chgData name="Annabelle STRAFORINI" userId="2bbe7eae-7886-4563-b413-dd641a0ffba3" providerId="ADAL" clId="{A4EF3CEF-C15D-52FC-9098-B4C7BB10F06D}" dt="2026-04-13T15:49:07.094" v="52" actId="6264"/>
          <ac:spMkLst>
            <pc:docMk/>
            <pc:sldMk cId="138325345" sldId="2147483640"/>
            <ac:spMk id="13" creationId="{E79705EB-2C5C-3756-7AAA-139996DB5E0C}"/>
          </ac:spMkLst>
        </pc:spChg>
        <pc:picChg chg="del">
          <ac:chgData name="Annabelle STRAFORINI" userId="2bbe7eae-7886-4563-b413-dd641a0ffba3" providerId="ADAL" clId="{A4EF3CEF-C15D-52FC-9098-B4C7BB10F06D}" dt="2026-04-13T15:49:05.699" v="51" actId="478"/>
          <ac:picMkLst>
            <pc:docMk/>
            <pc:sldMk cId="138325345" sldId="2147483640"/>
            <ac:picMk id="10" creationId="{86DF50B7-DBA5-57D3-10CA-0A8C196A8C7E}"/>
          </ac:picMkLst>
        </pc:picChg>
        <pc:picChg chg="add mod">
          <ac:chgData name="Annabelle STRAFORINI" userId="2bbe7eae-7886-4563-b413-dd641a0ffba3" providerId="ADAL" clId="{A4EF3CEF-C15D-52FC-9098-B4C7BB10F06D}" dt="2026-04-13T15:49:10.121" v="54" actId="167"/>
          <ac:picMkLst>
            <pc:docMk/>
            <pc:sldMk cId="138325345" sldId="2147483640"/>
            <ac:picMk id="12" creationId="{C192BEB3-C8D7-3C31-CCC5-3B7E662C1968}"/>
          </ac:picMkLst>
        </pc:picChg>
      </pc:sldChg>
      <pc:sldChg chg="modSp mod">
        <pc:chgData name="Annabelle STRAFORINI" userId="2bbe7eae-7886-4563-b413-dd641a0ffba3" providerId="ADAL" clId="{A4EF3CEF-C15D-52FC-9098-B4C7BB10F06D}" dt="2026-04-13T15:48:42.438" v="47" actId="14100"/>
        <pc:sldMkLst>
          <pc:docMk/>
          <pc:sldMk cId="1740549998" sldId="2147483641"/>
        </pc:sldMkLst>
        <pc:grpChg chg="mod">
          <ac:chgData name="Annabelle STRAFORINI" userId="2bbe7eae-7886-4563-b413-dd641a0ffba3" providerId="ADAL" clId="{A4EF3CEF-C15D-52FC-9098-B4C7BB10F06D}" dt="2026-04-13T15:48:42.438" v="47" actId="14100"/>
          <ac:grpSpMkLst>
            <pc:docMk/>
            <pc:sldMk cId="1740549998" sldId="2147483641"/>
            <ac:grpSpMk id="20" creationId="{CC48073C-B7CD-DF45-83B1-9D8EADA6CE6C}"/>
          </ac:grpSpMkLst>
        </pc:grpChg>
      </pc:sldChg>
      <pc:sldMasterChg chg="modSldLayout">
        <pc:chgData name="Annabelle STRAFORINI" userId="2bbe7eae-7886-4563-b413-dd641a0ffba3" providerId="ADAL" clId="{A4EF3CEF-C15D-52FC-9098-B4C7BB10F06D}" dt="2026-04-13T15:48:23.228" v="45"/>
        <pc:sldMasterMkLst>
          <pc:docMk/>
          <pc:sldMasterMk cId="2118218503" sldId="2147484817"/>
        </pc:sldMasterMkLst>
        <pc:sldLayoutChg chg="addSp modSp">
          <pc:chgData name="Annabelle STRAFORINI" userId="2bbe7eae-7886-4563-b413-dd641a0ffba3" providerId="ADAL" clId="{A4EF3CEF-C15D-52FC-9098-B4C7BB10F06D}" dt="2026-04-13T15:48:23.228" v="45"/>
          <pc:sldLayoutMkLst>
            <pc:docMk/>
            <pc:sldMasterMk cId="2118218503" sldId="2147484817"/>
            <pc:sldLayoutMk cId="3442482503" sldId="2147484806"/>
          </pc:sldLayoutMkLst>
          <pc:spChg chg="mod">
            <ac:chgData name="Annabelle STRAFORINI" userId="2bbe7eae-7886-4563-b413-dd641a0ffba3" providerId="ADAL" clId="{A4EF3CEF-C15D-52FC-9098-B4C7BB10F06D}" dt="2026-04-13T15:48:23.228" v="45"/>
            <ac:spMkLst>
              <pc:docMk/>
              <pc:sldMasterMk cId="2118218503" sldId="2147484817"/>
              <pc:sldLayoutMk cId="3442482503" sldId="2147484806"/>
              <ac:spMk id="4" creationId="{F02388F1-7EBE-87D1-1CE2-51F4C686961F}"/>
            </ac:spMkLst>
          </pc:spChg>
          <pc:spChg chg="mod">
            <ac:chgData name="Annabelle STRAFORINI" userId="2bbe7eae-7886-4563-b413-dd641a0ffba3" providerId="ADAL" clId="{A4EF3CEF-C15D-52FC-9098-B4C7BB10F06D}" dt="2026-04-13T15:48:23.228" v="45"/>
            <ac:spMkLst>
              <pc:docMk/>
              <pc:sldMasterMk cId="2118218503" sldId="2147484817"/>
              <pc:sldLayoutMk cId="3442482503" sldId="2147484806"/>
              <ac:spMk id="5" creationId="{6A92C26F-DD98-DA02-48FB-0E2DA3261A06}"/>
            </ac:spMkLst>
          </pc:spChg>
          <pc:spChg chg="mod">
            <ac:chgData name="Annabelle STRAFORINI" userId="2bbe7eae-7886-4563-b413-dd641a0ffba3" providerId="ADAL" clId="{A4EF3CEF-C15D-52FC-9098-B4C7BB10F06D}" dt="2026-04-13T15:48:23.228" v="45"/>
            <ac:spMkLst>
              <pc:docMk/>
              <pc:sldMasterMk cId="2118218503" sldId="2147484817"/>
              <pc:sldLayoutMk cId="3442482503" sldId="2147484806"/>
              <ac:spMk id="6" creationId="{98E25CC8-9747-D05C-4084-7E569ED392CB}"/>
            </ac:spMkLst>
          </pc:spChg>
          <pc:spChg chg="mod">
            <ac:chgData name="Annabelle STRAFORINI" userId="2bbe7eae-7886-4563-b413-dd641a0ffba3" providerId="ADAL" clId="{A4EF3CEF-C15D-52FC-9098-B4C7BB10F06D}" dt="2026-04-13T15:48:23.228" v="45"/>
            <ac:spMkLst>
              <pc:docMk/>
              <pc:sldMasterMk cId="2118218503" sldId="2147484817"/>
              <pc:sldLayoutMk cId="3442482503" sldId="2147484806"/>
              <ac:spMk id="7" creationId="{E23F54E5-B54C-D08D-71AC-7B57F1312714}"/>
            </ac:spMkLst>
          </pc:spChg>
          <pc:spChg chg="mod">
            <ac:chgData name="Annabelle STRAFORINI" userId="2bbe7eae-7886-4563-b413-dd641a0ffba3" providerId="ADAL" clId="{A4EF3CEF-C15D-52FC-9098-B4C7BB10F06D}" dt="2026-04-13T15:48:23.228" v="45"/>
            <ac:spMkLst>
              <pc:docMk/>
              <pc:sldMasterMk cId="2118218503" sldId="2147484817"/>
              <pc:sldLayoutMk cId="3442482503" sldId="2147484806"/>
              <ac:spMk id="8" creationId="{1B85C78C-C76C-A80D-8AB1-40D59B70CB52}"/>
            </ac:spMkLst>
          </pc:spChg>
          <pc:grpChg chg="add mod">
            <ac:chgData name="Annabelle STRAFORINI" userId="2bbe7eae-7886-4563-b413-dd641a0ffba3" providerId="ADAL" clId="{A4EF3CEF-C15D-52FC-9098-B4C7BB10F06D}" dt="2026-04-13T15:48:23.228" v="45"/>
            <ac:grpSpMkLst>
              <pc:docMk/>
              <pc:sldMasterMk cId="2118218503" sldId="2147484817"/>
              <pc:sldLayoutMk cId="3442482503" sldId="2147484806"/>
              <ac:grpSpMk id="3" creationId="{302285EF-3BD4-664C-854D-1E0933468928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5:47:45.269" v="22"/>
          <pc:sldLayoutMkLst>
            <pc:docMk/>
            <pc:sldMasterMk cId="2118218503" sldId="2147484817"/>
            <pc:sldLayoutMk cId="839694586" sldId="2147484829"/>
          </pc:sldLayoutMkLst>
          <pc:spChg chg="mod">
            <ac:chgData name="Annabelle STRAFORINI" userId="2bbe7eae-7886-4563-b413-dd641a0ffba3" providerId="ADAL" clId="{A4EF3CEF-C15D-52FC-9098-B4C7BB10F06D}" dt="2026-04-13T15:47:45.269" v="22"/>
            <ac:spMkLst>
              <pc:docMk/>
              <pc:sldMasterMk cId="2118218503" sldId="2147484817"/>
              <pc:sldLayoutMk cId="839694586" sldId="2147484829"/>
              <ac:spMk id="6" creationId="{948897E2-1A43-4721-1488-B5FD3DB425D2}"/>
            </ac:spMkLst>
          </pc:spChg>
          <pc:spChg chg="mod">
            <ac:chgData name="Annabelle STRAFORINI" userId="2bbe7eae-7886-4563-b413-dd641a0ffba3" providerId="ADAL" clId="{A4EF3CEF-C15D-52FC-9098-B4C7BB10F06D}" dt="2026-04-13T15:47:45.269" v="22"/>
            <ac:spMkLst>
              <pc:docMk/>
              <pc:sldMasterMk cId="2118218503" sldId="2147484817"/>
              <pc:sldLayoutMk cId="839694586" sldId="2147484829"/>
              <ac:spMk id="7" creationId="{FA4DDC08-E7EF-F753-62AC-50C00905FD09}"/>
            </ac:spMkLst>
          </pc:spChg>
          <pc:spChg chg="mod">
            <ac:chgData name="Annabelle STRAFORINI" userId="2bbe7eae-7886-4563-b413-dd641a0ffba3" providerId="ADAL" clId="{A4EF3CEF-C15D-52FC-9098-B4C7BB10F06D}" dt="2026-04-13T15:47:45.269" v="22"/>
            <ac:spMkLst>
              <pc:docMk/>
              <pc:sldMasterMk cId="2118218503" sldId="2147484817"/>
              <pc:sldLayoutMk cId="839694586" sldId="2147484829"/>
              <ac:spMk id="8" creationId="{9EE6E8C3-9FD4-3881-653B-9A22CADF5A0A}"/>
            </ac:spMkLst>
          </pc:spChg>
          <pc:spChg chg="mod">
            <ac:chgData name="Annabelle STRAFORINI" userId="2bbe7eae-7886-4563-b413-dd641a0ffba3" providerId="ADAL" clId="{A4EF3CEF-C15D-52FC-9098-B4C7BB10F06D}" dt="2026-04-13T15:47:45.269" v="22"/>
            <ac:spMkLst>
              <pc:docMk/>
              <pc:sldMasterMk cId="2118218503" sldId="2147484817"/>
              <pc:sldLayoutMk cId="839694586" sldId="2147484829"/>
              <ac:spMk id="10" creationId="{F0C8550F-E3D3-93B7-EBB2-046DEBB62A3F}"/>
            </ac:spMkLst>
          </pc:spChg>
          <pc:spChg chg="mod">
            <ac:chgData name="Annabelle STRAFORINI" userId="2bbe7eae-7886-4563-b413-dd641a0ffba3" providerId="ADAL" clId="{A4EF3CEF-C15D-52FC-9098-B4C7BB10F06D}" dt="2026-04-13T15:47:45.269" v="22"/>
            <ac:spMkLst>
              <pc:docMk/>
              <pc:sldMasterMk cId="2118218503" sldId="2147484817"/>
              <pc:sldLayoutMk cId="839694586" sldId="2147484829"/>
              <ac:spMk id="11" creationId="{A9A10C0A-5838-E7EB-0F89-73636D276BFA}"/>
            </ac:spMkLst>
          </pc:spChg>
          <pc:grpChg chg="add mod">
            <ac:chgData name="Annabelle STRAFORINI" userId="2bbe7eae-7886-4563-b413-dd641a0ffba3" providerId="ADAL" clId="{A4EF3CEF-C15D-52FC-9098-B4C7BB10F06D}" dt="2026-04-13T15:47:45.269" v="22"/>
            <ac:grpSpMkLst>
              <pc:docMk/>
              <pc:sldMasterMk cId="2118218503" sldId="2147484817"/>
              <pc:sldLayoutMk cId="839694586" sldId="2147484829"/>
              <ac:grpSpMk id="5" creationId="{1E54AB30-7B81-B33C-9381-1387764EDEA5}"/>
            </ac:grpSpMkLst>
          </pc:grpChg>
          <pc:grpChg chg="del">
            <ac:chgData name="Annabelle STRAFORINI" userId="2bbe7eae-7886-4563-b413-dd641a0ffba3" providerId="ADAL" clId="{A4EF3CEF-C15D-52FC-9098-B4C7BB10F06D}" dt="2026-04-13T15:47:45.052" v="21" actId="478"/>
            <ac:grpSpMkLst>
              <pc:docMk/>
              <pc:sldMasterMk cId="2118218503" sldId="2147484817"/>
              <pc:sldLayoutMk cId="839694586" sldId="2147484829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5:47:49.279" v="26"/>
          <pc:sldLayoutMkLst>
            <pc:docMk/>
            <pc:sldMasterMk cId="2118218503" sldId="2147484817"/>
            <pc:sldLayoutMk cId="3910440492" sldId="2147484830"/>
          </pc:sldLayoutMkLst>
          <pc:spChg chg="mod">
            <ac:chgData name="Annabelle STRAFORINI" userId="2bbe7eae-7886-4563-b413-dd641a0ffba3" providerId="ADAL" clId="{A4EF3CEF-C15D-52FC-9098-B4C7BB10F06D}" dt="2026-04-13T15:47:49.279" v="26"/>
            <ac:spMkLst>
              <pc:docMk/>
              <pc:sldMasterMk cId="2118218503" sldId="2147484817"/>
              <pc:sldLayoutMk cId="3910440492" sldId="2147484830"/>
              <ac:spMk id="13" creationId="{2B3F1F41-7370-5F55-D588-57F47E5A3592}"/>
            </ac:spMkLst>
          </pc:spChg>
          <pc:spChg chg="mod">
            <ac:chgData name="Annabelle STRAFORINI" userId="2bbe7eae-7886-4563-b413-dd641a0ffba3" providerId="ADAL" clId="{A4EF3CEF-C15D-52FC-9098-B4C7BB10F06D}" dt="2026-04-13T15:47:49.279" v="26"/>
            <ac:spMkLst>
              <pc:docMk/>
              <pc:sldMasterMk cId="2118218503" sldId="2147484817"/>
              <pc:sldLayoutMk cId="3910440492" sldId="2147484830"/>
              <ac:spMk id="14" creationId="{A813855C-53F0-76B5-A284-93C7BE679783}"/>
            </ac:spMkLst>
          </pc:spChg>
          <pc:spChg chg="mod">
            <ac:chgData name="Annabelle STRAFORINI" userId="2bbe7eae-7886-4563-b413-dd641a0ffba3" providerId="ADAL" clId="{A4EF3CEF-C15D-52FC-9098-B4C7BB10F06D}" dt="2026-04-13T15:47:49.279" v="26"/>
            <ac:spMkLst>
              <pc:docMk/>
              <pc:sldMasterMk cId="2118218503" sldId="2147484817"/>
              <pc:sldLayoutMk cId="3910440492" sldId="2147484830"/>
              <ac:spMk id="15" creationId="{E04DC258-14BB-E3BB-724D-A003721A496C}"/>
            </ac:spMkLst>
          </pc:spChg>
          <pc:spChg chg="mod">
            <ac:chgData name="Annabelle STRAFORINI" userId="2bbe7eae-7886-4563-b413-dd641a0ffba3" providerId="ADAL" clId="{A4EF3CEF-C15D-52FC-9098-B4C7BB10F06D}" dt="2026-04-13T15:47:49.279" v="26"/>
            <ac:spMkLst>
              <pc:docMk/>
              <pc:sldMasterMk cId="2118218503" sldId="2147484817"/>
              <pc:sldLayoutMk cId="3910440492" sldId="2147484830"/>
              <ac:spMk id="16" creationId="{5570D8FA-935F-F044-74FA-7B38D06590D1}"/>
            </ac:spMkLst>
          </pc:spChg>
          <pc:spChg chg="add del">
            <ac:chgData name="Annabelle STRAFORINI" userId="2bbe7eae-7886-4563-b413-dd641a0ffba3" providerId="ADAL" clId="{A4EF3CEF-C15D-52FC-9098-B4C7BB10F06D}" dt="2026-04-13T15:47:47.929" v="24" actId="478"/>
            <ac:spMkLst>
              <pc:docMk/>
              <pc:sldMasterMk cId="2118218503" sldId="2147484817"/>
              <pc:sldLayoutMk cId="3910440492" sldId="2147484830"/>
              <ac:spMk id="17" creationId="{3A5FE561-8091-F74E-9DA6-6FDE0799E017}"/>
            </ac:spMkLst>
          </pc:spChg>
          <pc:spChg chg="mod">
            <ac:chgData name="Annabelle STRAFORINI" userId="2bbe7eae-7886-4563-b413-dd641a0ffba3" providerId="ADAL" clId="{A4EF3CEF-C15D-52FC-9098-B4C7BB10F06D}" dt="2026-04-13T15:47:49.279" v="26"/>
            <ac:spMkLst>
              <pc:docMk/>
              <pc:sldMasterMk cId="2118218503" sldId="2147484817"/>
              <pc:sldLayoutMk cId="3910440492" sldId="2147484830"/>
              <ac:spMk id="18" creationId="{3B7588CB-4BE1-73B4-0C4E-92B8E6E23DF4}"/>
            </ac:spMkLst>
          </pc:spChg>
          <pc:grpChg chg="del">
            <ac:chgData name="Annabelle STRAFORINI" userId="2bbe7eae-7886-4563-b413-dd641a0ffba3" providerId="ADAL" clId="{A4EF3CEF-C15D-52FC-9098-B4C7BB10F06D}" dt="2026-04-13T15:47:49.088" v="25" actId="478"/>
            <ac:grpSpMkLst>
              <pc:docMk/>
              <pc:sldMasterMk cId="2118218503" sldId="2147484817"/>
              <pc:sldLayoutMk cId="3910440492" sldId="2147484830"/>
              <ac:grpSpMk id="6" creationId="{97E5927D-4596-831D-162B-F6F0E9A97C9A}"/>
            </ac:grpSpMkLst>
          </pc:grpChg>
          <pc:grpChg chg="add mod">
            <ac:chgData name="Annabelle STRAFORINI" userId="2bbe7eae-7886-4563-b413-dd641a0ffba3" providerId="ADAL" clId="{A4EF3CEF-C15D-52FC-9098-B4C7BB10F06D}" dt="2026-04-13T15:47:49.279" v="26"/>
            <ac:grpSpMkLst>
              <pc:docMk/>
              <pc:sldMasterMk cId="2118218503" sldId="2147484817"/>
              <pc:sldLayoutMk cId="3910440492" sldId="2147484830"/>
              <ac:grpSpMk id="12" creationId="{DCC37042-7CD3-D3DD-1B25-A6EE1A0101BF}"/>
            </ac:grpSpMkLst>
          </pc:grpChg>
        </pc:sldLayoutChg>
        <pc:sldLayoutChg chg="addSp modSp">
          <pc:chgData name="Annabelle STRAFORINI" userId="2bbe7eae-7886-4563-b413-dd641a0ffba3" providerId="ADAL" clId="{A4EF3CEF-C15D-52FC-9098-B4C7BB10F06D}" dt="2026-04-13T15:48:21.837" v="44"/>
          <pc:sldLayoutMkLst>
            <pc:docMk/>
            <pc:sldMasterMk cId="2118218503" sldId="2147484817"/>
            <pc:sldLayoutMk cId="3665974833" sldId="2147484834"/>
          </pc:sldLayoutMkLst>
          <pc:spChg chg="mod">
            <ac:chgData name="Annabelle STRAFORINI" userId="2bbe7eae-7886-4563-b413-dd641a0ffba3" providerId="ADAL" clId="{A4EF3CEF-C15D-52FC-9098-B4C7BB10F06D}" dt="2026-04-13T15:48:21.837" v="44"/>
            <ac:spMkLst>
              <pc:docMk/>
              <pc:sldMasterMk cId="2118218503" sldId="2147484817"/>
              <pc:sldLayoutMk cId="3665974833" sldId="2147484834"/>
              <ac:spMk id="4" creationId="{75217831-DAD4-BDA9-B2F6-B95AF4F7FDB5}"/>
            </ac:spMkLst>
          </pc:spChg>
          <pc:spChg chg="mod">
            <ac:chgData name="Annabelle STRAFORINI" userId="2bbe7eae-7886-4563-b413-dd641a0ffba3" providerId="ADAL" clId="{A4EF3CEF-C15D-52FC-9098-B4C7BB10F06D}" dt="2026-04-13T15:48:21.837" v="44"/>
            <ac:spMkLst>
              <pc:docMk/>
              <pc:sldMasterMk cId="2118218503" sldId="2147484817"/>
              <pc:sldLayoutMk cId="3665974833" sldId="2147484834"/>
              <ac:spMk id="5" creationId="{559A9312-D51D-F872-38BC-896A7407E717}"/>
            </ac:spMkLst>
          </pc:spChg>
          <pc:spChg chg="mod">
            <ac:chgData name="Annabelle STRAFORINI" userId="2bbe7eae-7886-4563-b413-dd641a0ffba3" providerId="ADAL" clId="{A4EF3CEF-C15D-52FC-9098-B4C7BB10F06D}" dt="2026-04-13T15:48:21.837" v="44"/>
            <ac:spMkLst>
              <pc:docMk/>
              <pc:sldMasterMk cId="2118218503" sldId="2147484817"/>
              <pc:sldLayoutMk cId="3665974833" sldId="2147484834"/>
              <ac:spMk id="6" creationId="{209AECCD-956A-9479-B2D8-84F2794792ED}"/>
            </ac:spMkLst>
          </pc:spChg>
          <pc:spChg chg="mod">
            <ac:chgData name="Annabelle STRAFORINI" userId="2bbe7eae-7886-4563-b413-dd641a0ffba3" providerId="ADAL" clId="{A4EF3CEF-C15D-52FC-9098-B4C7BB10F06D}" dt="2026-04-13T15:48:21.837" v="44"/>
            <ac:spMkLst>
              <pc:docMk/>
              <pc:sldMasterMk cId="2118218503" sldId="2147484817"/>
              <pc:sldLayoutMk cId="3665974833" sldId="2147484834"/>
              <ac:spMk id="7" creationId="{49E0FBAC-8390-963E-5EF7-7B7BF58200B3}"/>
            </ac:spMkLst>
          </pc:spChg>
          <pc:spChg chg="mod">
            <ac:chgData name="Annabelle STRAFORINI" userId="2bbe7eae-7886-4563-b413-dd641a0ffba3" providerId="ADAL" clId="{A4EF3CEF-C15D-52FC-9098-B4C7BB10F06D}" dt="2026-04-13T15:48:21.837" v="44"/>
            <ac:spMkLst>
              <pc:docMk/>
              <pc:sldMasterMk cId="2118218503" sldId="2147484817"/>
              <pc:sldLayoutMk cId="3665974833" sldId="2147484834"/>
              <ac:spMk id="8" creationId="{63C00CBC-627C-F470-2C4C-F677A5E29A27}"/>
            </ac:spMkLst>
          </pc:spChg>
          <pc:grpChg chg="add mod">
            <ac:chgData name="Annabelle STRAFORINI" userId="2bbe7eae-7886-4563-b413-dd641a0ffba3" providerId="ADAL" clId="{A4EF3CEF-C15D-52FC-9098-B4C7BB10F06D}" dt="2026-04-13T15:48:21.837" v="44"/>
            <ac:grpSpMkLst>
              <pc:docMk/>
              <pc:sldMasterMk cId="2118218503" sldId="2147484817"/>
              <pc:sldLayoutMk cId="3665974833" sldId="2147484834"/>
              <ac:grpSpMk id="3" creationId="{1C9C040F-9DA7-0FA0-1C11-EAC68A3FDBD6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5:47:43.094" v="20"/>
          <pc:sldLayoutMkLst>
            <pc:docMk/>
            <pc:sldMasterMk cId="2118218503" sldId="2147484817"/>
            <pc:sldLayoutMk cId="1611895088" sldId="2147484836"/>
          </pc:sldLayoutMkLst>
          <pc:spChg chg="mod">
            <ac:chgData name="Annabelle STRAFORINI" userId="2bbe7eae-7886-4563-b413-dd641a0ffba3" providerId="ADAL" clId="{A4EF3CEF-C15D-52FC-9098-B4C7BB10F06D}" dt="2026-04-13T15:47:43.094" v="20"/>
            <ac:spMkLst>
              <pc:docMk/>
              <pc:sldMasterMk cId="2118218503" sldId="2147484817"/>
              <pc:sldLayoutMk cId="1611895088" sldId="2147484836"/>
              <ac:spMk id="5" creationId="{BE42BAA4-54F5-FE9B-9492-9E972375967D}"/>
            </ac:spMkLst>
          </pc:spChg>
          <pc:spChg chg="mod">
            <ac:chgData name="Annabelle STRAFORINI" userId="2bbe7eae-7886-4563-b413-dd641a0ffba3" providerId="ADAL" clId="{A4EF3CEF-C15D-52FC-9098-B4C7BB10F06D}" dt="2026-04-13T15:47:43.094" v="20"/>
            <ac:spMkLst>
              <pc:docMk/>
              <pc:sldMasterMk cId="2118218503" sldId="2147484817"/>
              <pc:sldLayoutMk cId="1611895088" sldId="2147484836"/>
              <ac:spMk id="6" creationId="{09AD04F8-919C-6C02-E14A-B26FE206AEF9}"/>
            </ac:spMkLst>
          </pc:spChg>
          <pc:spChg chg="mod">
            <ac:chgData name="Annabelle STRAFORINI" userId="2bbe7eae-7886-4563-b413-dd641a0ffba3" providerId="ADAL" clId="{A4EF3CEF-C15D-52FC-9098-B4C7BB10F06D}" dt="2026-04-13T15:47:43.094" v="20"/>
            <ac:spMkLst>
              <pc:docMk/>
              <pc:sldMasterMk cId="2118218503" sldId="2147484817"/>
              <pc:sldLayoutMk cId="1611895088" sldId="2147484836"/>
              <ac:spMk id="7" creationId="{0176444B-CC32-3D11-760A-27E91E0DE137}"/>
            </ac:spMkLst>
          </pc:spChg>
          <pc:spChg chg="mod">
            <ac:chgData name="Annabelle STRAFORINI" userId="2bbe7eae-7886-4563-b413-dd641a0ffba3" providerId="ADAL" clId="{A4EF3CEF-C15D-52FC-9098-B4C7BB10F06D}" dt="2026-04-13T15:47:43.094" v="20"/>
            <ac:spMkLst>
              <pc:docMk/>
              <pc:sldMasterMk cId="2118218503" sldId="2147484817"/>
              <pc:sldLayoutMk cId="1611895088" sldId="2147484836"/>
              <ac:spMk id="8" creationId="{6B96111C-3C34-E83F-ECB0-DC999E9A90F3}"/>
            </ac:spMkLst>
          </pc:spChg>
          <pc:spChg chg="mod">
            <ac:chgData name="Annabelle STRAFORINI" userId="2bbe7eae-7886-4563-b413-dd641a0ffba3" providerId="ADAL" clId="{A4EF3CEF-C15D-52FC-9098-B4C7BB10F06D}" dt="2026-04-13T15:47:43.094" v="20"/>
            <ac:spMkLst>
              <pc:docMk/>
              <pc:sldMasterMk cId="2118218503" sldId="2147484817"/>
              <pc:sldLayoutMk cId="1611895088" sldId="2147484836"/>
              <ac:spMk id="10" creationId="{FE87D3E9-FBAA-2501-8626-106298DE7ACB}"/>
            </ac:spMkLst>
          </pc:spChg>
          <pc:grpChg chg="add mod">
            <ac:chgData name="Annabelle STRAFORINI" userId="2bbe7eae-7886-4563-b413-dd641a0ffba3" providerId="ADAL" clId="{A4EF3CEF-C15D-52FC-9098-B4C7BB10F06D}" dt="2026-04-13T15:47:43.094" v="20"/>
            <ac:grpSpMkLst>
              <pc:docMk/>
              <pc:sldMasterMk cId="2118218503" sldId="2147484817"/>
              <pc:sldLayoutMk cId="1611895088" sldId="2147484836"/>
              <ac:grpSpMk id="4" creationId="{D7D62A76-0037-A9D5-5485-4F61EC09EF18}"/>
            </ac:grpSpMkLst>
          </pc:grpChg>
          <pc:grpChg chg="del">
            <ac:chgData name="Annabelle STRAFORINI" userId="2bbe7eae-7886-4563-b413-dd641a0ffba3" providerId="ADAL" clId="{A4EF3CEF-C15D-52FC-9098-B4C7BB10F06D}" dt="2026-04-13T15:47:42.866" v="19" actId="478"/>
            <ac:grpSpMkLst>
              <pc:docMk/>
              <pc:sldMasterMk cId="2118218503" sldId="2147484817"/>
              <pc:sldLayoutMk cId="1611895088" sldId="2147484836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5:47:29.786" v="16" actId="478"/>
          <pc:sldLayoutMkLst>
            <pc:docMk/>
            <pc:sldMasterMk cId="2118218503" sldId="2147484817"/>
            <pc:sldLayoutMk cId="3735395421" sldId="2147484839"/>
          </pc:sldLayoutMkLst>
          <pc:spChg chg="mod">
            <ac:chgData name="Annabelle STRAFORINI" userId="2bbe7eae-7886-4563-b413-dd641a0ffba3" providerId="ADAL" clId="{A4EF3CEF-C15D-52FC-9098-B4C7BB10F06D}" dt="2026-04-13T15:46:26.529" v="0" actId="571"/>
            <ac:spMkLst>
              <pc:docMk/>
              <pc:sldMasterMk cId="2118218503" sldId="2147484817"/>
              <pc:sldLayoutMk cId="3735395421" sldId="2147484839"/>
              <ac:spMk id="3" creationId="{2139BEFB-1035-C12A-FD03-E89B68C5D8B2}"/>
            </ac:spMkLst>
          </pc:spChg>
          <pc:spChg chg="mod">
            <ac:chgData name="Annabelle STRAFORINI" userId="2bbe7eae-7886-4563-b413-dd641a0ffba3" providerId="ADAL" clId="{A4EF3CEF-C15D-52FC-9098-B4C7BB10F06D}" dt="2026-04-13T15:46:26.529" v="0" actId="571"/>
            <ac:spMkLst>
              <pc:docMk/>
              <pc:sldMasterMk cId="2118218503" sldId="2147484817"/>
              <pc:sldLayoutMk cId="3735395421" sldId="2147484839"/>
              <ac:spMk id="4" creationId="{1204F428-B64D-3D49-D80A-AC2B5D24A5E9}"/>
            </ac:spMkLst>
          </pc:spChg>
          <pc:spChg chg="mod">
            <ac:chgData name="Annabelle STRAFORINI" userId="2bbe7eae-7886-4563-b413-dd641a0ffba3" providerId="ADAL" clId="{A4EF3CEF-C15D-52FC-9098-B4C7BB10F06D}" dt="2026-04-13T15:46:26.529" v="0" actId="571"/>
            <ac:spMkLst>
              <pc:docMk/>
              <pc:sldMasterMk cId="2118218503" sldId="2147484817"/>
              <pc:sldLayoutMk cId="3735395421" sldId="2147484839"/>
              <ac:spMk id="5" creationId="{5BCDB12D-48D1-6F0F-6B67-891980F5EC13}"/>
            </ac:spMkLst>
          </pc:spChg>
          <pc:spChg chg="mod">
            <ac:chgData name="Annabelle STRAFORINI" userId="2bbe7eae-7886-4563-b413-dd641a0ffba3" providerId="ADAL" clId="{A4EF3CEF-C15D-52FC-9098-B4C7BB10F06D}" dt="2026-04-13T15:46:26.529" v="0" actId="571"/>
            <ac:spMkLst>
              <pc:docMk/>
              <pc:sldMasterMk cId="2118218503" sldId="2147484817"/>
              <pc:sldLayoutMk cId="3735395421" sldId="2147484839"/>
              <ac:spMk id="6" creationId="{C01CC33A-5893-DE76-5B97-5F3353C36FEB}"/>
            </ac:spMkLst>
          </pc:spChg>
          <pc:spChg chg="mod">
            <ac:chgData name="Annabelle STRAFORINI" userId="2bbe7eae-7886-4563-b413-dd641a0ffba3" providerId="ADAL" clId="{A4EF3CEF-C15D-52FC-9098-B4C7BB10F06D}" dt="2026-04-13T15:46:26.529" v="0" actId="571"/>
            <ac:spMkLst>
              <pc:docMk/>
              <pc:sldMasterMk cId="2118218503" sldId="2147484817"/>
              <pc:sldLayoutMk cId="3735395421" sldId="2147484839"/>
              <ac:spMk id="7" creationId="{C53B4641-EC5D-5286-2FC7-01183C2384E1}"/>
            </ac:spMkLst>
          </pc:spChg>
          <pc:spChg chg="mod">
            <ac:chgData name="Annabelle STRAFORINI" userId="2bbe7eae-7886-4563-b413-dd641a0ffba3" providerId="ADAL" clId="{A4EF3CEF-C15D-52FC-9098-B4C7BB10F06D}" dt="2026-04-13T15:47:10.572" v="5" actId="27803"/>
            <ac:spMkLst>
              <pc:docMk/>
              <pc:sldMasterMk cId="2118218503" sldId="2147484817"/>
              <pc:sldLayoutMk cId="3735395421" sldId="2147484839"/>
              <ac:spMk id="19" creationId="{19EEC895-E883-6E95-20C9-0C018B0B2E16}"/>
            </ac:spMkLst>
          </pc:spChg>
          <pc:spChg chg="mod">
            <ac:chgData name="Annabelle STRAFORINI" userId="2bbe7eae-7886-4563-b413-dd641a0ffba3" providerId="ADAL" clId="{A4EF3CEF-C15D-52FC-9098-B4C7BB10F06D}" dt="2026-04-13T15:47:10.572" v="5" actId="27803"/>
            <ac:spMkLst>
              <pc:docMk/>
              <pc:sldMasterMk cId="2118218503" sldId="2147484817"/>
              <pc:sldLayoutMk cId="3735395421" sldId="2147484839"/>
              <ac:spMk id="20" creationId="{602C2FE9-A8CE-C4DA-C0AD-B8318E5D5D9C}"/>
            </ac:spMkLst>
          </pc:spChg>
          <pc:spChg chg="mod">
            <ac:chgData name="Annabelle STRAFORINI" userId="2bbe7eae-7886-4563-b413-dd641a0ffba3" providerId="ADAL" clId="{A4EF3CEF-C15D-52FC-9098-B4C7BB10F06D}" dt="2026-04-13T15:47:10.572" v="5" actId="27803"/>
            <ac:spMkLst>
              <pc:docMk/>
              <pc:sldMasterMk cId="2118218503" sldId="2147484817"/>
              <pc:sldLayoutMk cId="3735395421" sldId="2147484839"/>
              <ac:spMk id="21" creationId="{9CC3B71F-B6DF-2AB6-CF13-787D9F0DC0AE}"/>
            </ac:spMkLst>
          </pc:spChg>
          <pc:spChg chg="mod">
            <ac:chgData name="Annabelle STRAFORINI" userId="2bbe7eae-7886-4563-b413-dd641a0ffba3" providerId="ADAL" clId="{A4EF3CEF-C15D-52FC-9098-B4C7BB10F06D}" dt="2026-04-13T15:47:10.572" v="5" actId="27803"/>
            <ac:spMkLst>
              <pc:docMk/>
              <pc:sldMasterMk cId="2118218503" sldId="2147484817"/>
              <pc:sldLayoutMk cId="3735395421" sldId="2147484839"/>
              <ac:spMk id="22" creationId="{533FEC18-15B1-D7A9-A5EC-E2C44E19483D}"/>
            </ac:spMkLst>
          </pc:spChg>
          <pc:spChg chg="mod">
            <ac:chgData name="Annabelle STRAFORINI" userId="2bbe7eae-7886-4563-b413-dd641a0ffba3" providerId="ADAL" clId="{A4EF3CEF-C15D-52FC-9098-B4C7BB10F06D}" dt="2026-04-13T15:47:10.572" v="5" actId="27803"/>
            <ac:spMkLst>
              <pc:docMk/>
              <pc:sldMasterMk cId="2118218503" sldId="2147484817"/>
              <pc:sldLayoutMk cId="3735395421" sldId="2147484839"/>
              <ac:spMk id="23" creationId="{64F96B66-7CBA-8430-057A-F85C7FCCFDC5}"/>
            </ac:spMkLst>
          </pc:spChg>
          <pc:spChg chg="mod">
            <ac:chgData name="Annabelle STRAFORINI" userId="2bbe7eae-7886-4563-b413-dd641a0ffba3" providerId="ADAL" clId="{A4EF3CEF-C15D-52FC-9098-B4C7BB10F06D}" dt="2026-04-13T15:47:26.324" v="13"/>
            <ac:spMkLst>
              <pc:docMk/>
              <pc:sldMasterMk cId="2118218503" sldId="2147484817"/>
              <pc:sldLayoutMk cId="3735395421" sldId="2147484839"/>
              <ac:spMk id="26" creationId="{0DA7A5CF-C6DE-E3D9-A450-1D095CF6247B}"/>
            </ac:spMkLst>
          </pc:spChg>
          <pc:spChg chg="mod">
            <ac:chgData name="Annabelle STRAFORINI" userId="2bbe7eae-7886-4563-b413-dd641a0ffba3" providerId="ADAL" clId="{A4EF3CEF-C15D-52FC-9098-B4C7BB10F06D}" dt="2026-04-13T15:47:26.324" v="13"/>
            <ac:spMkLst>
              <pc:docMk/>
              <pc:sldMasterMk cId="2118218503" sldId="2147484817"/>
              <pc:sldLayoutMk cId="3735395421" sldId="2147484839"/>
              <ac:spMk id="27" creationId="{927BF1FF-680F-E178-8105-75778090AA41}"/>
            </ac:spMkLst>
          </pc:spChg>
          <pc:spChg chg="mod">
            <ac:chgData name="Annabelle STRAFORINI" userId="2bbe7eae-7886-4563-b413-dd641a0ffba3" providerId="ADAL" clId="{A4EF3CEF-C15D-52FC-9098-B4C7BB10F06D}" dt="2026-04-13T15:47:26.324" v="13"/>
            <ac:spMkLst>
              <pc:docMk/>
              <pc:sldMasterMk cId="2118218503" sldId="2147484817"/>
              <pc:sldLayoutMk cId="3735395421" sldId="2147484839"/>
              <ac:spMk id="28" creationId="{795365D6-2BB9-99CD-0EA9-BCD9A477BA9A}"/>
            </ac:spMkLst>
          </pc:spChg>
          <pc:spChg chg="mod">
            <ac:chgData name="Annabelle STRAFORINI" userId="2bbe7eae-7886-4563-b413-dd641a0ffba3" providerId="ADAL" clId="{A4EF3CEF-C15D-52FC-9098-B4C7BB10F06D}" dt="2026-04-13T15:47:26.324" v="13"/>
            <ac:spMkLst>
              <pc:docMk/>
              <pc:sldMasterMk cId="2118218503" sldId="2147484817"/>
              <pc:sldLayoutMk cId="3735395421" sldId="2147484839"/>
              <ac:spMk id="29" creationId="{612C6C88-A303-EF82-F6E3-A442258D668B}"/>
            </ac:spMkLst>
          </pc:spChg>
          <pc:spChg chg="mod">
            <ac:chgData name="Annabelle STRAFORINI" userId="2bbe7eae-7886-4563-b413-dd641a0ffba3" providerId="ADAL" clId="{A4EF3CEF-C15D-52FC-9098-B4C7BB10F06D}" dt="2026-04-13T15:47:26.324" v="13"/>
            <ac:spMkLst>
              <pc:docMk/>
              <pc:sldMasterMk cId="2118218503" sldId="2147484817"/>
              <pc:sldLayoutMk cId="3735395421" sldId="2147484839"/>
              <ac:spMk id="30" creationId="{80EF7310-6548-7D9E-1D4E-D198D8DC0D31}"/>
            </ac:spMkLst>
          </pc:spChg>
          <pc:spChg chg="mod">
            <ac:chgData name="Annabelle STRAFORINI" userId="2bbe7eae-7886-4563-b413-dd641a0ffba3" providerId="ADAL" clId="{A4EF3CEF-C15D-52FC-9098-B4C7BB10F06D}" dt="2026-04-13T15:47:27.542" v="14" actId="571"/>
            <ac:spMkLst>
              <pc:docMk/>
              <pc:sldMasterMk cId="2118218503" sldId="2147484817"/>
              <pc:sldLayoutMk cId="3735395421" sldId="2147484839"/>
              <ac:spMk id="32" creationId="{14D15018-7242-2EB5-8F2B-F3105E720CE2}"/>
            </ac:spMkLst>
          </pc:spChg>
          <pc:spChg chg="mod">
            <ac:chgData name="Annabelle STRAFORINI" userId="2bbe7eae-7886-4563-b413-dd641a0ffba3" providerId="ADAL" clId="{A4EF3CEF-C15D-52FC-9098-B4C7BB10F06D}" dt="2026-04-13T15:47:27.542" v="14" actId="571"/>
            <ac:spMkLst>
              <pc:docMk/>
              <pc:sldMasterMk cId="2118218503" sldId="2147484817"/>
              <pc:sldLayoutMk cId="3735395421" sldId="2147484839"/>
              <ac:spMk id="33" creationId="{8C3BCD7A-079A-A09D-58F0-0B282EE223F1}"/>
            </ac:spMkLst>
          </pc:spChg>
          <pc:spChg chg="mod">
            <ac:chgData name="Annabelle STRAFORINI" userId="2bbe7eae-7886-4563-b413-dd641a0ffba3" providerId="ADAL" clId="{A4EF3CEF-C15D-52FC-9098-B4C7BB10F06D}" dt="2026-04-13T15:47:27.542" v="14" actId="571"/>
            <ac:spMkLst>
              <pc:docMk/>
              <pc:sldMasterMk cId="2118218503" sldId="2147484817"/>
              <pc:sldLayoutMk cId="3735395421" sldId="2147484839"/>
              <ac:spMk id="34" creationId="{6534C7FC-5FA0-B653-397C-2CC63B4974C6}"/>
            </ac:spMkLst>
          </pc:spChg>
          <pc:spChg chg="mod">
            <ac:chgData name="Annabelle STRAFORINI" userId="2bbe7eae-7886-4563-b413-dd641a0ffba3" providerId="ADAL" clId="{A4EF3CEF-C15D-52FC-9098-B4C7BB10F06D}" dt="2026-04-13T15:47:27.542" v="14" actId="571"/>
            <ac:spMkLst>
              <pc:docMk/>
              <pc:sldMasterMk cId="2118218503" sldId="2147484817"/>
              <pc:sldLayoutMk cId="3735395421" sldId="2147484839"/>
              <ac:spMk id="35" creationId="{CCDB0E2C-EC14-36C7-CF4D-43D60F8FF438}"/>
            </ac:spMkLst>
          </pc:spChg>
          <pc:spChg chg="mod">
            <ac:chgData name="Annabelle STRAFORINI" userId="2bbe7eae-7886-4563-b413-dd641a0ffba3" providerId="ADAL" clId="{A4EF3CEF-C15D-52FC-9098-B4C7BB10F06D}" dt="2026-04-13T15:47:27.542" v="14" actId="571"/>
            <ac:spMkLst>
              <pc:docMk/>
              <pc:sldMasterMk cId="2118218503" sldId="2147484817"/>
              <pc:sldLayoutMk cId="3735395421" sldId="2147484839"/>
              <ac:spMk id="36" creationId="{261FACDC-0DAA-58FF-5A2A-D147FBAED20B}"/>
            </ac:spMkLst>
          </pc:spChg>
          <pc:grpChg chg="add del mod">
            <ac:chgData name="Annabelle STRAFORINI" userId="2bbe7eae-7886-4563-b413-dd641a0ffba3" providerId="ADAL" clId="{A4EF3CEF-C15D-52FC-9098-B4C7BB10F06D}" dt="2026-04-13T15:46:28.999" v="2" actId="478"/>
            <ac:grpSpMkLst>
              <pc:docMk/>
              <pc:sldMasterMk cId="2118218503" sldId="2147484817"/>
              <pc:sldLayoutMk cId="3735395421" sldId="2147484839"/>
              <ac:grpSpMk id="2" creationId="{FD8CC5D1-6957-C13F-D407-1162D6F65965}"/>
            </ac:grpSpMkLst>
          </pc:grpChg>
          <pc:grpChg chg="del mod">
            <ac:chgData name="Annabelle STRAFORINI" userId="2bbe7eae-7886-4563-b413-dd641a0ffba3" providerId="ADAL" clId="{A4EF3CEF-C15D-52FC-9098-B4C7BB10F06D}" dt="2026-04-13T15:47:10.572" v="5" actId="27803"/>
            <ac:grpSpMkLst>
              <pc:docMk/>
              <pc:sldMasterMk cId="2118218503" sldId="2147484817"/>
              <pc:sldLayoutMk cId="3735395421" sldId="2147484839"/>
              <ac:grpSpMk id="11" creationId="{8A24D672-3F90-4EEA-ED2E-4DA66C9C7C9F}"/>
            </ac:grpSpMkLst>
          </pc:grpChg>
          <pc:grpChg chg="del">
            <ac:chgData name="Annabelle STRAFORINI" userId="2bbe7eae-7886-4563-b413-dd641a0ffba3" providerId="ADAL" clId="{A4EF3CEF-C15D-52FC-9098-B4C7BB10F06D}" dt="2026-04-13T15:47:25.955" v="12" actId="478"/>
            <ac:grpSpMkLst>
              <pc:docMk/>
              <pc:sldMasterMk cId="2118218503" sldId="2147484817"/>
              <pc:sldLayoutMk cId="3735395421" sldId="2147484839"/>
              <ac:grpSpMk id="13" creationId="{7EF7BFB7-67BB-26B5-298B-71533DBA863E}"/>
            </ac:grpSpMkLst>
          </pc:grpChg>
          <pc:grpChg chg="add del mod">
            <ac:chgData name="Annabelle STRAFORINI" userId="2bbe7eae-7886-4563-b413-dd641a0ffba3" providerId="ADAL" clId="{A4EF3CEF-C15D-52FC-9098-B4C7BB10F06D}" dt="2026-04-13T15:47:25.058" v="11" actId="478"/>
            <ac:grpSpMkLst>
              <pc:docMk/>
              <pc:sldMasterMk cId="2118218503" sldId="2147484817"/>
              <pc:sldLayoutMk cId="3735395421" sldId="2147484839"/>
              <ac:grpSpMk id="24" creationId="{3D800A7B-1B70-5C82-9185-AAC600EA90B6}"/>
            </ac:grpSpMkLst>
          </pc:grpChg>
          <pc:grpChg chg="add mod">
            <ac:chgData name="Annabelle STRAFORINI" userId="2bbe7eae-7886-4563-b413-dd641a0ffba3" providerId="ADAL" clId="{A4EF3CEF-C15D-52FC-9098-B4C7BB10F06D}" dt="2026-04-13T15:47:26.324" v="13"/>
            <ac:grpSpMkLst>
              <pc:docMk/>
              <pc:sldMasterMk cId="2118218503" sldId="2147484817"/>
              <pc:sldLayoutMk cId="3735395421" sldId="2147484839"/>
              <ac:grpSpMk id="25" creationId="{DC2766B1-DB47-4633-9A62-D9DBFB722D06}"/>
            </ac:grpSpMkLst>
          </pc:grpChg>
          <pc:grpChg chg="add del mod">
            <ac:chgData name="Annabelle STRAFORINI" userId="2bbe7eae-7886-4563-b413-dd641a0ffba3" providerId="ADAL" clId="{A4EF3CEF-C15D-52FC-9098-B4C7BB10F06D}" dt="2026-04-13T15:47:29.786" v="16" actId="478"/>
            <ac:grpSpMkLst>
              <pc:docMk/>
              <pc:sldMasterMk cId="2118218503" sldId="2147484817"/>
              <pc:sldLayoutMk cId="3735395421" sldId="2147484839"/>
              <ac:grpSpMk id="31" creationId="{47D7D270-71B9-F92D-10D9-7183A22E971F}"/>
            </ac:grpSpMkLst>
          </pc:grpChg>
          <pc:picChg chg="add del mod">
            <ac:chgData name="Annabelle STRAFORINI" userId="2bbe7eae-7886-4563-b413-dd641a0ffba3" providerId="ADAL" clId="{A4EF3CEF-C15D-52FC-9098-B4C7BB10F06D}" dt="2026-04-13T15:47:10.572" v="5" actId="27803"/>
            <ac:picMkLst>
              <pc:docMk/>
              <pc:sldMasterMk cId="2118218503" sldId="2147484817"/>
              <pc:sldLayoutMk cId="3735395421" sldId="2147484839"/>
              <ac:picMk id="10" creationId="{97741769-8516-903E-3984-8FA3C68FD8DA}"/>
            </ac:picMkLst>
          </pc:picChg>
        </pc:sldLayoutChg>
        <pc:sldLayoutChg chg="addSp delSp modSp mod">
          <pc:chgData name="Annabelle STRAFORINI" userId="2bbe7eae-7886-4563-b413-dd641a0ffba3" providerId="ADAL" clId="{A4EF3CEF-C15D-52FC-9098-B4C7BB10F06D}" dt="2026-04-13T15:47:40.926" v="18"/>
          <pc:sldLayoutMkLst>
            <pc:docMk/>
            <pc:sldMasterMk cId="2118218503" sldId="2147484817"/>
            <pc:sldLayoutMk cId="2897486269" sldId="2147484840"/>
          </pc:sldLayoutMkLst>
          <pc:spChg chg="mod">
            <ac:chgData name="Annabelle STRAFORINI" userId="2bbe7eae-7886-4563-b413-dd641a0ffba3" providerId="ADAL" clId="{A4EF3CEF-C15D-52FC-9098-B4C7BB10F06D}" dt="2026-04-13T15:47:40.926" v="18"/>
            <ac:spMkLst>
              <pc:docMk/>
              <pc:sldMasterMk cId="2118218503" sldId="2147484817"/>
              <pc:sldLayoutMk cId="2897486269" sldId="2147484840"/>
              <ac:spMk id="5" creationId="{6CE6DEA4-EA01-6F45-F069-F7F3AE5F4775}"/>
            </ac:spMkLst>
          </pc:spChg>
          <pc:spChg chg="mod">
            <ac:chgData name="Annabelle STRAFORINI" userId="2bbe7eae-7886-4563-b413-dd641a0ffba3" providerId="ADAL" clId="{A4EF3CEF-C15D-52FC-9098-B4C7BB10F06D}" dt="2026-04-13T15:47:40.926" v="18"/>
            <ac:spMkLst>
              <pc:docMk/>
              <pc:sldMasterMk cId="2118218503" sldId="2147484817"/>
              <pc:sldLayoutMk cId="2897486269" sldId="2147484840"/>
              <ac:spMk id="6" creationId="{23625CF7-5927-1823-D5E9-C74FD085B6B6}"/>
            </ac:spMkLst>
          </pc:spChg>
          <pc:spChg chg="mod">
            <ac:chgData name="Annabelle STRAFORINI" userId="2bbe7eae-7886-4563-b413-dd641a0ffba3" providerId="ADAL" clId="{A4EF3CEF-C15D-52FC-9098-B4C7BB10F06D}" dt="2026-04-13T15:47:40.926" v="18"/>
            <ac:spMkLst>
              <pc:docMk/>
              <pc:sldMasterMk cId="2118218503" sldId="2147484817"/>
              <pc:sldLayoutMk cId="2897486269" sldId="2147484840"/>
              <ac:spMk id="7" creationId="{38718974-63AC-951B-4125-61205269D861}"/>
            </ac:spMkLst>
          </pc:spChg>
          <pc:spChg chg="mod">
            <ac:chgData name="Annabelle STRAFORINI" userId="2bbe7eae-7886-4563-b413-dd641a0ffba3" providerId="ADAL" clId="{A4EF3CEF-C15D-52FC-9098-B4C7BB10F06D}" dt="2026-04-13T15:47:40.926" v="18"/>
            <ac:spMkLst>
              <pc:docMk/>
              <pc:sldMasterMk cId="2118218503" sldId="2147484817"/>
              <pc:sldLayoutMk cId="2897486269" sldId="2147484840"/>
              <ac:spMk id="8" creationId="{F77787D4-919B-AC07-4780-09974BE56A7C}"/>
            </ac:spMkLst>
          </pc:spChg>
          <pc:spChg chg="mod">
            <ac:chgData name="Annabelle STRAFORINI" userId="2bbe7eae-7886-4563-b413-dd641a0ffba3" providerId="ADAL" clId="{A4EF3CEF-C15D-52FC-9098-B4C7BB10F06D}" dt="2026-04-13T15:47:40.926" v="18"/>
            <ac:spMkLst>
              <pc:docMk/>
              <pc:sldMasterMk cId="2118218503" sldId="2147484817"/>
              <pc:sldLayoutMk cId="2897486269" sldId="2147484840"/>
              <ac:spMk id="10" creationId="{6E531369-06B9-FCC2-E7AE-9F55D9BFF996}"/>
            </ac:spMkLst>
          </pc:spChg>
          <pc:grpChg chg="add mod">
            <ac:chgData name="Annabelle STRAFORINI" userId="2bbe7eae-7886-4563-b413-dd641a0ffba3" providerId="ADAL" clId="{A4EF3CEF-C15D-52FC-9098-B4C7BB10F06D}" dt="2026-04-13T15:47:40.926" v="18"/>
            <ac:grpSpMkLst>
              <pc:docMk/>
              <pc:sldMasterMk cId="2118218503" sldId="2147484817"/>
              <pc:sldLayoutMk cId="2897486269" sldId="2147484840"/>
              <ac:grpSpMk id="4" creationId="{92BE1351-1857-5752-A4A1-4602934D9D7F}"/>
            </ac:grpSpMkLst>
          </pc:grpChg>
          <pc:grpChg chg="del">
            <ac:chgData name="Annabelle STRAFORINI" userId="2bbe7eae-7886-4563-b413-dd641a0ffba3" providerId="ADAL" clId="{A4EF3CEF-C15D-52FC-9098-B4C7BB10F06D}" dt="2026-04-13T15:47:40.607" v="17" actId="478"/>
            <ac:grpSpMkLst>
              <pc:docMk/>
              <pc:sldMasterMk cId="2118218503" sldId="2147484817"/>
              <pc:sldLayoutMk cId="2897486269" sldId="2147484840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5:48:16.726" v="43" actId="207"/>
          <pc:sldLayoutMkLst>
            <pc:docMk/>
            <pc:sldMasterMk cId="2118218503" sldId="2147484817"/>
            <pc:sldLayoutMk cId="2317448182" sldId="2147484841"/>
          </pc:sldLayoutMkLst>
          <pc:spChg chg="mod">
            <ac:chgData name="Annabelle STRAFORINI" userId="2bbe7eae-7886-4563-b413-dd641a0ffba3" providerId="ADAL" clId="{A4EF3CEF-C15D-52FC-9098-B4C7BB10F06D}" dt="2026-04-13T15:48:16.726" v="43" actId="207"/>
            <ac:spMkLst>
              <pc:docMk/>
              <pc:sldMasterMk cId="2118218503" sldId="2147484817"/>
              <pc:sldLayoutMk cId="2317448182" sldId="2147484841"/>
              <ac:spMk id="8" creationId="{574D7A30-4D36-D32E-0CCE-384E8CEE197A}"/>
            </ac:spMkLst>
          </pc:spChg>
          <pc:spChg chg="mod">
            <ac:chgData name="Annabelle STRAFORINI" userId="2bbe7eae-7886-4563-b413-dd641a0ffba3" providerId="ADAL" clId="{A4EF3CEF-C15D-52FC-9098-B4C7BB10F06D}" dt="2026-04-13T15:48:16.726" v="43" actId="207"/>
            <ac:spMkLst>
              <pc:docMk/>
              <pc:sldMasterMk cId="2118218503" sldId="2147484817"/>
              <pc:sldLayoutMk cId="2317448182" sldId="2147484841"/>
              <ac:spMk id="15" creationId="{53B014CE-3D14-CD60-B504-4F806423AD32}"/>
            </ac:spMkLst>
          </pc:spChg>
          <pc:spChg chg="mod">
            <ac:chgData name="Annabelle STRAFORINI" userId="2bbe7eae-7886-4563-b413-dd641a0ffba3" providerId="ADAL" clId="{A4EF3CEF-C15D-52FC-9098-B4C7BB10F06D}" dt="2026-04-13T15:48:16.726" v="43" actId="207"/>
            <ac:spMkLst>
              <pc:docMk/>
              <pc:sldMasterMk cId="2118218503" sldId="2147484817"/>
              <pc:sldLayoutMk cId="2317448182" sldId="2147484841"/>
              <ac:spMk id="16" creationId="{9AD983FC-AAFA-9329-2715-9187F5DD4B9A}"/>
            </ac:spMkLst>
          </pc:spChg>
          <pc:spChg chg="mod">
            <ac:chgData name="Annabelle STRAFORINI" userId="2bbe7eae-7886-4563-b413-dd641a0ffba3" providerId="ADAL" clId="{A4EF3CEF-C15D-52FC-9098-B4C7BB10F06D}" dt="2026-04-13T15:48:16.726" v="43" actId="207"/>
            <ac:spMkLst>
              <pc:docMk/>
              <pc:sldMasterMk cId="2118218503" sldId="2147484817"/>
              <pc:sldLayoutMk cId="2317448182" sldId="2147484841"/>
              <ac:spMk id="17" creationId="{343E7A9B-2646-C34E-CB2A-0542E0A5A824}"/>
            </ac:spMkLst>
          </pc:spChg>
          <pc:spChg chg="mod">
            <ac:chgData name="Annabelle STRAFORINI" userId="2bbe7eae-7886-4563-b413-dd641a0ffba3" providerId="ADAL" clId="{A4EF3CEF-C15D-52FC-9098-B4C7BB10F06D}" dt="2026-04-13T15:48:16.726" v="43" actId="207"/>
            <ac:spMkLst>
              <pc:docMk/>
              <pc:sldMasterMk cId="2118218503" sldId="2147484817"/>
              <pc:sldLayoutMk cId="2317448182" sldId="2147484841"/>
              <ac:spMk id="18" creationId="{CDB93824-B563-2291-B1F0-07407F382490}"/>
            </ac:spMkLst>
          </pc:spChg>
          <pc:grpChg chg="del">
            <ac:chgData name="Annabelle STRAFORINI" userId="2bbe7eae-7886-4563-b413-dd641a0ffba3" providerId="ADAL" clId="{A4EF3CEF-C15D-52FC-9098-B4C7BB10F06D}" dt="2026-04-13T15:48:13.143" v="41" actId="478"/>
            <ac:grpSpMkLst>
              <pc:docMk/>
              <pc:sldMasterMk cId="2118218503" sldId="2147484817"/>
              <pc:sldLayoutMk cId="2317448182" sldId="2147484841"/>
              <ac:grpSpMk id="2" creationId="{9FEBAF6D-207B-1009-FA8F-14654F898F37}"/>
            </ac:grpSpMkLst>
          </pc:grpChg>
          <pc:grpChg chg="add mod">
            <ac:chgData name="Annabelle STRAFORINI" userId="2bbe7eae-7886-4563-b413-dd641a0ffba3" providerId="ADAL" clId="{A4EF3CEF-C15D-52FC-9098-B4C7BB10F06D}" dt="2026-04-13T15:48:16.726" v="43" actId="207"/>
            <ac:grpSpMkLst>
              <pc:docMk/>
              <pc:sldMasterMk cId="2118218503" sldId="2147484817"/>
              <pc:sldLayoutMk cId="2317448182" sldId="2147484841"/>
              <ac:grpSpMk id="7" creationId="{BE99BB8E-D287-B6D1-C2E4-FF8FD1021BF4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5:47:55.171" v="30"/>
          <pc:sldLayoutMkLst>
            <pc:docMk/>
            <pc:sldMasterMk cId="2118218503" sldId="2147484817"/>
            <pc:sldLayoutMk cId="1326375724" sldId="2147484855"/>
          </pc:sldLayoutMkLst>
          <pc:spChg chg="mod">
            <ac:chgData name="Annabelle STRAFORINI" userId="2bbe7eae-7886-4563-b413-dd641a0ffba3" providerId="ADAL" clId="{A4EF3CEF-C15D-52FC-9098-B4C7BB10F06D}" dt="2026-04-13T15:47:55.171" v="30"/>
            <ac:spMkLst>
              <pc:docMk/>
              <pc:sldMasterMk cId="2118218503" sldId="2147484817"/>
              <pc:sldLayoutMk cId="1326375724" sldId="2147484855"/>
              <ac:spMk id="5" creationId="{FB4958A3-A75B-0191-3689-6ADDC6F5F28C}"/>
            </ac:spMkLst>
          </pc:spChg>
          <pc:spChg chg="mod">
            <ac:chgData name="Annabelle STRAFORINI" userId="2bbe7eae-7886-4563-b413-dd641a0ffba3" providerId="ADAL" clId="{A4EF3CEF-C15D-52FC-9098-B4C7BB10F06D}" dt="2026-04-13T15:47:55.171" v="30"/>
            <ac:spMkLst>
              <pc:docMk/>
              <pc:sldMasterMk cId="2118218503" sldId="2147484817"/>
              <pc:sldLayoutMk cId="1326375724" sldId="2147484855"/>
              <ac:spMk id="6" creationId="{30146A1D-77ED-54B6-6FB9-775CBF52C9FC}"/>
            </ac:spMkLst>
          </pc:spChg>
          <pc:spChg chg="mod">
            <ac:chgData name="Annabelle STRAFORINI" userId="2bbe7eae-7886-4563-b413-dd641a0ffba3" providerId="ADAL" clId="{A4EF3CEF-C15D-52FC-9098-B4C7BB10F06D}" dt="2026-04-13T15:47:55.171" v="30"/>
            <ac:spMkLst>
              <pc:docMk/>
              <pc:sldMasterMk cId="2118218503" sldId="2147484817"/>
              <pc:sldLayoutMk cId="1326375724" sldId="2147484855"/>
              <ac:spMk id="7" creationId="{EEA9BEEC-EA30-4F90-ACC0-56EC364944B1}"/>
            </ac:spMkLst>
          </pc:spChg>
          <pc:spChg chg="mod">
            <ac:chgData name="Annabelle STRAFORINI" userId="2bbe7eae-7886-4563-b413-dd641a0ffba3" providerId="ADAL" clId="{A4EF3CEF-C15D-52FC-9098-B4C7BB10F06D}" dt="2026-04-13T15:47:55.171" v="30"/>
            <ac:spMkLst>
              <pc:docMk/>
              <pc:sldMasterMk cId="2118218503" sldId="2147484817"/>
              <pc:sldLayoutMk cId="1326375724" sldId="2147484855"/>
              <ac:spMk id="8" creationId="{3B6E475B-1843-0BD2-C0B8-872D258F2AB1}"/>
            </ac:spMkLst>
          </pc:spChg>
          <pc:spChg chg="mod">
            <ac:chgData name="Annabelle STRAFORINI" userId="2bbe7eae-7886-4563-b413-dd641a0ffba3" providerId="ADAL" clId="{A4EF3CEF-C15D-52FC-9098-B4C7BB10F06D}" dt="2026-04-13T15:47:55.171" v="30"/>
            <ac:spMkLst>
              <pc:docMk/>
              <pc:sldMasterMk cId="2118218503" sldId="2147484817"/>
              <pc:sldLayoutMk cId="1326375724" sldId="2147484855"/>
              <ac:spMk id="10" creationId="{F5E351D4-07FC-088F-9073-841B72417247}"/>
            </ac:spMkLst>
          </pc:spChg>
          <pc:grpChg chg="add mod">
            <ac:chgData name="Annabelle STRAFORINI" userId="2bbe7eae-7886-4563-b413-dd641a0ffba3" providerId="ADAL" clId="{A4EF3CEF-C15D-52FC-9098-B4C7BB10F06D}" dt="2026-04-13T15:47:55.171" v="30"/>
            <ac:grpSpMkLst>
              <pc:docMk/>
              <pc:sldMasterMk cId="2118218503" sldId="2147484817"/>
              <pc:sldLayoutMk cId="1326375724" sldId="2147484855"/>
              <ac:grpSpMk id="4" creationId="{364A69E5-22BE-B2CE-1D72-F5F787DC951C}"/>
            </ac:grpSpMkLst>
          </pc:grpChg>
          <pc:grpChg chg="del">
            <ac:chgData name="Annabelle STRAFORINI" userId="2bbe7eae-7886-4563-b413-dd641a0ffba3" providerId="ADAL" clId="{A4EF3CEF-C15D-52FC-9098-B4C7BB10F06D}" dt="2026-04-13T15:47:54.959" v="29" actId="478"/>
            <ac:grpSpMkLst>
              <pc:docMk/>
              <pc:sldMasterMk cId="2118218503" sldId="2147484817"/>
              <pc:sldLayoutMk cId="1326375724" sldId="2147484855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5:48:09.991" v="40"/>
          <pc:sldLayoutMkLst>
            <pc:docMk/>
            <pc:sldMasterMk cId="2118218503" sldId="2147484817"/>
            <pc:sldLayoutMk cId="158933275" sldId="2147484856"/>
          </pc:sldLayoutMkLst>
          <pc:spChg chg="mod">
            <ac:chgData name="Annabelle STRAFORINI" userId="2bbe7eae-7886-4563-b413-dd641a0ffba3" providerId="ADAL" clId="{A4EF3CEF-C15D-52FC-9098-B4C7BB10F06D}" dt="2026-04-13T15:48:09.991" v="40"/>
            <ac:spMkLst>
              <pc:docMk/>
              <pc:sldMasterMk cId="2118218503" sldId="2147484817"/>
              <pc:sldLayoutMk cId="158933275" sldId="2147484856"/>
              <ac:spMk id="5" creationId="{83D5EA87-B8A9-3761-2D15-9593AB48F58C}"/>
            </ac:spMkLst>
          </pc:spChg>
          <pc:spChg chg="mod">
            <ac:chgData name="Annabelle STRAFORINI" userId="2bbe7eae-7886-4563-b413-dd641a0ffba3" providerId="ADAL" clId="{A4EF3CEF-C15D-52FC-9098-B4C7BB10F06D}" dt="2026-04-13T15:48:09.991" v="40"/>
            <ac:spMkLst>
              <pc:docMk/>
              <pc:sldMasterMk cId="2118218503" sldId="2147484817"/>
              <pc:sldLayoutMk cId="158933275" sldId="2147484856"/>
              <ac:spMk id="6" creationId="{3310776D-C8B3-9D52-072E-2DF11805A711}"/>
            </ac:spMkLst>
          </pc:spChg>
          <pc:spChg chg="mod">
            <ac:chgData name="Annabelle STRAFORINI" userId="2bbe7eae-7886-4563-b413-dd641a0ffba3" providerId="ADAL" clId="{A4EF3CEF-C15D-52FC-9098-B4C7BB10F06D}" dt="2026-04-13T15:48:09.991" v="40"/>
            <ac:spMkLst>
              <pc:docMk/>
              <pc:sldMasterMk cId="2118218503" sldId="2147484817"/>
              <pc:sldLayoutMk cId="158933275" sldId="2147484856"/>
              <ac:spMk id="7" creationId="{A61472B6-8696-7CCD-8CB9-800B589FC4D0}"/>
            </ac:spMkLst>
          </pc:spChg>
          <pc:spChg chg="mod">
            <ac:chgData name="Annabelle STRAFORINI" userId="2bbe7eae-7886-4563-b413-dd641a0ffba3" providerId="ADAL" clId="{A4EF3CEF-C15D-52FC-9098-B4C7BB10F06D}" dt="2026-04-13T15:48:09.991" v="40"/>
            <ac:spMkLst>
              <pc:docMk/>
              <pc:sldMasterMk cId="2118218503" sldId="2147484817"/>
              <pc:sldLayoutMk cId="158933275" sldId="2147484856"/>
              <ac:spMk id="8" creationId="{934897D7-907A-1260-B455-271C37E78F7E}"/>
            </ac:spMkLst>
          </pc:spChg>
          <pc:spChg chg="mod">
            <ac:chgData name="Annabelle STRAFORINI" userId="2bbe7eae-7886-4563-b413-dd641a0ffba3" providerId="ADAL" clId="{A4EF3CEF-C15D-52FC-9098-B4C7BB10F06D}" dt="2026-04-13T15:48:09.991" v="40"/>
            <ac:spMkLst>
              <pc:docMk/>
              <pc:sldMasterMk cId="2118218503" sldId="2147484817"/>
              <pc:sldLayoutMk cId="158933275" sldId="2147484856"/>
              <ac:spMk id="10" creationId="{D1C67B28-4B89-4EA2-0CC3-3F88028FB523}"/>
            </ac:spMkLst>
          </pc:spChg>
          <pc:grpChg chg="add mod">
            <ac:chgData name="Annabelle STRAFORINI" userId="2bbe7eae-7886-4563-b413-dd641a0ffba3" providerId="ADAL" clId="{A4EF3CEF-C15D-52FC-9098-B4C7BB10F06D}" dt="2026-04-13T15:48:09.991" v="40"/>
            <ac:grpSpMkLst>
              <pc:docMk/>
              <pc:sldMasterMk cId="2118218503" sldId="2147484817"/>
              <pc:sldLayoutMk cId="158933275" sldId="2147484856"/>
              <ac:grpSpMk id="4" creationId="{AD65C15D-AC15-944A-2BED-F0E0D8214FF2}"/>
            </ac:grpSpMkLst>
          </pc:grpChg>
          <pc:grpChg chg="del">
            <ac:chgData name="Annabelle STRAFORINI" userId="2bbe7eae-7886-4563-b413-dd641a0ffba3" providerId="ADAL" clId="{A4EF3CEF-C15D-52FC-9098-B4C7BB10F06D}" dt="2026-04-13T15:48:09.718" v="39" actId="478"/>
            <ac:grpSpMkLst>
              <pc:docMk/>
              <pc:sldMasterMk cId="2118218503" sldId="2147484817"/>
              <pc:sldLayoutMk cId="158933275" sldId="2147484856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5:47:57.588" v="32"/>
          <pc:sldLayoutMkLst>
            <pc:docMk/>
            <pc:sldMasterMk cId="2118218503" sldId="2147484817"/>
            <pc:sldLayoutMk cId="2220677306" sldId="2147484857"/>
          </pc:sldLayoutMkLst>
          <pc:spChg chg="mod">
            <ac:chgData name="Annabelle STRAFORINI" userId="2bbe7eae-7886-4563-b413-dd641a0ffba3" providerId="ADAL" clId="{A4EF3CEF-C15D-52FC-9098-B4C7BB10F06D}" dt="2026-04-13T15:47:57.588" v="32"/>
            <ac:spMkLst>
              <pc:docMk/>
              <pc:sldMasterMk cId="2118218503" sldId="2147484817"/>
              <pc:sldLayoutMk cId="2220677306" sldId="2147484857"/>
              <ac:spMk id="10" creationId="{6E3FF6C2-3767-5C04-5CFC-982E4ED81286}"/>
            </ac:spMkLst>
          </pc:spChg>
          <pc:spChg chg="mod">
            <ac:chgData name="Annabelle STRAFORINI" userId="2bbe7eae-7886-4563-b413-dd641a0ffba3" providerId="ADAL" clId="{A4EF3CEF-C15D-52FC-9098-B4C7BB10F06D}" dt="2026-04-13T15:47:57.588" v="32"/>
            <ac:spMkLst>
              <pc:docMk/>
              <pc:sldMasterMk cId="2118218503" sldId="2147484817"/>
              <pc:sldLayoutMk cId="2220677306" sldId="2147484857"/>
              <ac:spMk id="11" creationId="{476A5F2B-63CE-5DE2-B003-595DA1DD7F7E}"/>
            </ac:spMkLst>
          </pc:spChg>
          <pc:spChg chg="mod">
            <ac:chgData name="Annabelle STRAFORINI" userId="2bbe7eae-7886-4563-b413-dd641a0ffba3" providerId="ADAL" clId="{A4EF3CEF-C15D-52FC-9098-B4C7BB10F06D}" dt="2026-04-13T15:47:57.588" v="32"/>
            <ac:spMkLst>
              <pc:docMk/>
              <pc:sldMasterMk cId="2118218503" sldId="2147484817"/>
              <pc:sldLayoutMk cId="2220677306" sldId="2147484857"/>
              <ac:spMk id="19" creationId="{95971793-AFA8-05AC-28DA-A461D94E2AA9}"/>
            </ac:spMkLst>
          </pc:spChg>
          <pc:spChg chg="mod">
            <ac:chgData name="Annabelle STRAFORINI" userId="2bbe7eae-7886-4563-b413-dd641a0ffba3" providerId="ADAL" clId="{A4EF3CEF-C15D-52FC-9098-B4C7BB10F06D}" dt="2026-04-13T15:47:57.588" v="32"/>
            <ac:spMkLst>
              <pc:docMk/>
              <pc:sldMasterMk cId="2118218503" sldId="2147484817"/>
              <pc:sldLayoutMk cId="2220677306" sldId="2147484857"/>
              <ac:spMk id="20" creationId="{402C8F8D-BDE7-AB2B-7CC0-4D0C302F4566}"/>
            </ac:spMkLst>
          </pc:spChg>
          <pc:spChg chg="mod">
            <ac:chgData name="Annabelle STRAFORINI" userId="2bbe7eae-7886-4563-b413-dd641a0ffba3" providerId="ADAL" clId="{A4EF3CEF-C15D-52FC-9098-B4C7BB10F06D}" dt="2026-04-13T15:47:57.588" v="32"/>
            <ac:spMkLst>
              <pc:docMk/>
              <pc:sldMasterMk cId="2118218503" sldId="2147484817"/>
              <pc:sldLayoutMk cId="2220677306" sldId="2147484857"/>
              <ac:spMk id="21" creationId="{72925FB6-C789-89E4-894E-50E14D71B841}"/>
            </ac:spMkLst>
          </pc:spChg>
          <pc:grpChg chg="add mod">
            <ac:chgData name="Annabelle STRAFORINI" userId="2bbe7eae-7886-4563-b413-dd641a0ffba3" providerId="ADAL" clId="{A4EF3CEF-C15D-52FC-9098-B4C7BB10F06D}" dt="2026-04-13T15:47:57.588" v="32"/>
            <ac:grpSpMkLst>
              <pc:docMk/>
              <pc:sldMasterMk cId="2118218503" sldId="2147484817"/>
              <pc:sldLayoutMk cId="2220677306" sldId="2147484857"/>
              <ac:grpSpMk id="8" creationId="{F89708BB-EECE-1B6D-D29E-0E8E7A4703E8}"/>
            </ac:grpSpMkLst>
          </pc:grpChg>
          <pc:grpChg chg="del">
            <ac:chgData name="Annabelle STRAFORINI" userId="2bbe7eae-7886-4563-b413-dd641a0ffba3" providerId="ADAL" clId="{A4EF3CEF-C15D-52FC-9098-B4C7BB10F06D}" dt="2026-04-13T15:47:57.404" v="31" actId="478"/>
            <ac:grpSpMkLst>
              <pc:docMk/>
              <pc:sldMasterMk cId="2118218503" sldId="2147484817"/>
              <pc:sldLayoutMk cId="2220677306" sldId="2147484857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5:47:52.030" v="28"/>
          <pc:sldLayoutMkLst>
            <pc:docMk/>
            <pc:sldMasterMk cId="2118218503" sldId="2147484817"/>
            <pc:sldLayoutMk cId="3074940609" sldId="2147484858"/>
          </pc:sldLayoutMkLst>
          <pc:spChg chg="mod">
            <ac:chgData name="Annabelle STRAFORINI" userId="2bbe7eae-7886-4563-b413-dd641a0ffba3" providerId="ADAL" clId="{A4EF3CEF-C15D-52FC-9098-B4C7BB10F06D}" dt="2026-04-13T15:47:52.030" v="28"/>
            <ac:spMkLst>
              <pc:docMk/>
              <pc:sldMasterMk cId="2118218503" sldId="2147484817"/>
              <pc:sldLayoutMk cId="3074940609" sldId="2147484858"/>
              <ac:spMk id="22" creationId="{92DB5BCC-C52F-9528-9DCB-D7755BD02809}"/>
            </ac:spMkLst>
          </pc:spChg>
          <pc:spChg chg="mod">
            <ac:chgData name="Annabelle STRAFORINI" userId="2bbe7eae-7886-4563-b413-dd641a0ffba3" providerId="ADAL" clId="{A4EF3CEF-C15D-52FC-9098-B4C7BB10F06D}" dt="2026-04-13T15:47:52.030" v="28"/>
            <ac:spMkLst>
              <pc:docMk/>
              <pc:sldMasterMk cId="2118218503" sldId="2147484817"/>
              <pc:sldLayoutMk cId="3074940609" sldId="2147484858"/>
              <ac:spMk id="23" creationId="{09355609-82DB-990C-2EF5-5E8CFFAA1110}"/>
            </ac:spMkLst>
          </pc:spChg>
          <pc:spChg chg="mod">
            <ac:chgData name="Annabelle STRAFORINI" userId="2bbe7eae-7886-4563-b413-dd641a0ffba3" providerId="ADAL" clId="{A4EF3CEF-C15D-52FC-9098-B4C7BB10F06D}" dt="2026-04-13T15:47:52.030" v="28"/>
            <ac:spMkLst>
              <pc:docMk/>
              <pc:sldMasterMk cId="2118218503" sldId="2147484817"/>
              <pc:sldLayoutMk cId="3074940609" sldId="2147484858"/>
              <ac:spMk id="24" creationId="{390468BE-A259-C137-A3C6-53A0703B0102}"/>
            </ac:spMkLst>
          </pc:spChg>
          <pc:spChg chg="mod">
            <ac:chgData name="Annabelle STRAFORINI" userId="2bbe7eae-7886-4563-b413-dd641a0ffba3" providerId="ADAL" clId="{A4EF3CEF-C15D-52FC-9098-B4C7BB10F06D}" dt="2026-04-13T15:47:52.030" v="28"/>
            <ac:spMkLst>
              <pc:docMk/>
              <pc:sldMasterMk cId="2118218503" sldId="2147484817"/>
              <pc:sldLayoutMk cId="3074940609" sldId="2147484858"/>
              <ac:spMk id="25" creationId="{6B51460E-90C2-7A97-BC02-C199FBE772D8}"/>
            </ac:spMkLst>
          </pc:spChg>
          <pc:spChg chg="mod">
            <ac:chgData name="Annabelle STRAFORINI" userId="2bbe7eae-7886-4563-b413-dd641a0ffba3" providerId="ADAL" clId="{A4EF3CEF-C15D-52FC-9098-B4C7BB10F06D}" dt="2026-04-13T15:47:52.030" v="28"/>
            <ac:spMkLst>
              <pc:docMk/>
              <pc:sldMasterMk cId="2118218503" sldId="2147484817"/>
              <pc:sldLayoutMk cId="3074940609" sldId="2147484858"/>
              <ac:spMk id="26" creationId="{E2EC188C-A4D7-F9D3-A3DA-130D7FE5CE2E}"/>
            </ac:spMkLst>
          </pc:spChg>
          <pc:grpChg chg="del">
            <ac:chgData name="Annabelle STRAFORINI" userId="2bbe7eae-7886-4563-b413-dd641a0ffba3" providerId="ADAL" clId="{A4EF3CEF-C15D-52FC-9098-B4C7BB10F06D}" dt="2026-04-13T15:47:51.819" v="27" actId="478"/>
            <ac:grpSpMkLst>
              <pc:docMk/>
              <pc:sldMasterMk cId="2118218503" sldId="2147484817"/>
              <pc:sldLayoutMk cId="3074940609" sldId="2147484858"/>
              <ac:grpSpMk id="6" creationId="{74F3FEDE-3AB3-B666-D075-8422A8EB308F}"/>
            </ac:grpSpMkLst>
          </pc:grpChg>
          <pc:grpChg chg="add mod">
            <ac:chgData name="Annabelle STRAFORINI" userId="2bbe7eae-7886-4563-b413-dd641a0ffba3" providerId="ADAL" clId="{A4EF3CEF-C15D-52FC-9098-B4C7BB10F06D}" dt="2026-04-13T15:47:52.030" v="28"/>
            <ac:grpSpMkLst>
              <pc:docMk/>
              <pc:sldMasterMk cId="2118218503" sldId="2147484817"/>
              <pc:sldLayoutMk cId="3074940609" sldId="2147484858"/>
              <ac:grpSpMk id="21" creationId="{A2499CED-3CE2-7D25-BE63-A1CF258E9F74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5:48:02.962" v="36"/>
          <pc:sldLayoutMkLst>
            <pc:docMk/>
            <pc:sldMasterMk cId="2118218503" sldId="2147484817"/>
            <pc:sldLayoutMk cId="3081156735" sldId="2147484859"/>
          </pc:sldLayoutMkLst>
          <pc:spChg chg="mod">
            <ac:chgData name="Annabelle STRAFORINI" userId="2bbe7eae-7886-4563-b413-dd641a0ffba3" providerId="ADAL" clId="{A4EF3CEF-C15D-52FC-9098-B4C7BB10F06D}" dt="2026-04-13T15:48:02.962" v="36"/>
            <ac:spMkLst>
              <pc:docMk/>
              <pc:sldMasterMk cId="2118218503" sldId="2147484817"/>
              <pc:sldLayoutMk cId="3081156735" sldId="2147484859"/>
              <ac:spMk id="5" creationId="{CAF5284B-56C0-925B-B0AB-94141994B139}"/>
            </ac:spMkLst>
          </pc:spChg>
          <pc:spChg chg="mod">
            <ac:chgData name="Annabelle STRAFORINI" userId="2bbe7eae-7886-4563-b413-dd641a0ffba3" providerId="ADAL" clId="{A4EF3CEF-C15D-52FC-9098-B4C7BB10F06D}" dt="2026-04-13T15:48:02.962" v="36"/>
            <ac:spMkLst>
              <pc:docMk/>
              <pc:sldMasterMk cId="2118218503" sldId="2147484817"/>
              <pc:sldLayoutMk cId="3081156735" sldId="2147484859"/>
              <ac:spMk id="6" creationId="{F507B5BB-AEEC-E513-921E-36AF4FEDDEAA}"/>
            </ac:spMkLst>
          </pc:spChg>
          <pc:spChg chg="mod">
            <ac:chgData name="Annabelle STRAFORINI" userId="2bbe7eae-7886-4563-b413-dd641a0ffba3" providerId="ADAL" clId="{A4EF3CEF-C15D-52FC-9098-B4C7BB10F06D}" dt="2026-04-13T15:48:02.962" v="36"/>
            <ac:spMkLst>
              <pc:docMk/>
              <pc:sldMasterMk cId="2118218503" sldId="2147484817"/>
              <pc:sldLayoutMk cId="3081156735" sldId="2147484859"/>
              <ac:spMk id="7" creationId="{64E9A1AA-1317-F5A6-5206-BFD2EAF7EA2A}"/>
            </ac:spMkLst>
          </pc:spChg>
          <pc:spChg chg="mod">
            <ac:chgData name="Annabelle STRAFORINI" userId="2bbe7eae-7886-4563-b413-dd641a0ffba3" providerId="ADAL" clId="{A4EF3CEF-C15D-52FC-9098-B4C7BB10F06D}" dt="2026-04-13T15:48:02.962" v="36"/>
            <ac:spMkLst>
              <pc:docMk/>
              <pc:sldMasterMk cId="2118218503" sldId="2147484817"/>
              <pc:sldLayoutMk cId="3081156735" sldId="2147484859"/>
              <ac:spMk id="8" creationId="{7CAFDB37-1636-58ED-7FFC-4833ED9D4A26}"/>
            </ac:spMkLst>
          </pc:spChg>
          <pc:spChg chg="mod">
            <ac:chgData name="Annabelle STRAFORINI" userId="2bbe7eae-7886-4563-b413-dd641a0ffba3" providerId="ADAL" clId="{A4EF3CEF-C15D-52FC-9098-B4C7BB10F06D}" dt="2026-04-13T15:48:02.962" v="36"/>
            <ac:spMkLst>
              <pc:docMk/>
              <pc:sldMasterMk cId="2118218503" sldId="2147484817"/>
              <pc:sldLayoutMk cId="3081156735" sldId="2147484859"/>
              <ac:spMk id="10" creationId="{E206166D-3EC4-AF31-CC7F-F70FE50A3777}"/>
            </ac:spMkLst>
          </pc:spChg>
          <pc:spChg chg="mod">
            <ac:chgData name="Annabelle STRAFORINI" userId="2bbe7eae-7886-4563-b413-dd641a0ffba3" providerId="ADAL" clId="{A4EF3CEF-C15D-52FC-9098-B4C7BB10F06D}" dt="2026-04-13T15:48:01.174" v="34" actId="1076"/>
            <ac:spMkLst>
              <pc:docMk/>
              <pc:sldMasterMk cId="2118218503" sldId="2147484817"/>
              <pc:sldLayoutMk cId="3081156735" sldId="2147484859"/>
              <ac:spMk id="26" creationId="{53A71604-94B6-A43B-7715-B2EFDF705A88}"/>
            </ac:spMkLst>
          </pc:spChg>
          <pc:grpChg chg="add mod">
            <ac:chgData name="Annabelle STRAFORINI" userId="2bbe7eae-7886-4563-b413-dd641a0ffba3" providerId="ADAL" clId="{A4EF3CEF-C15D-52FC-9098-B4C7BB10F06D}" dt="2026-04-13T15:48:02.962" v="36"/>
            <ac:grpSpMkLst>
              <pc:docMk/>
              <pc:sldMasterMk cId="2118218503" sldId="2147484817"/>
              <pc:sldLayoutMk cId="3081156735" sldId="2147484859"/>
              <ac:grpSpMk id="4" creationId="{6E6DE0DE-2F72-8334-6901-D3E7B2AE5C75}"/>
            </ac:grpSpMkLst>
          </pc:grpChg>
          <pc:grpChg chg="del">
            <ac:chgData name="Annabelle STRAFORINI" userId="2bbe7eae-7886-4563-b413-dd641a0ffba3" providerId="ADAL" clId="{A4EF3CEF-C15D-52FC-9098-B4C7BB10F06D}" dt="2026-04-13T15:48:02.696" v="35" actId="478"/>
            <ac:grpSpMkLst>
              <pc:docMk/>
              <pc:sldMasterMk cId="2118218503" sldId="2147484817"/>
              <pc:sldLayoutMk cId="3081156735" sldId="2147484859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5:48:05.983" v="38"/>
          <pc:sldLayoutMkLst>
            <pc:docMk/>
            <pc:sldMasterMk cId="2118218503" sldId="2147484817"/>
            <pc:sldLayoutMk cId="567992999" sldId="2147484860"/>
          </pc:sldLayoutMkLst>
          <pc:spChg chg="mod">
            <ac:chgData name="Annabelle STRAFORINI" userId="2bbe7eae-7886-4563-b413-dd641a0ffba3" providerId="ADAL" clId="{A4EF3CEF-C15D-52FC-9098-B4C7BB10F06D}" dt="2026-04-13T15:48:05.983" v="38"/>
            <ac:spMkLst>
              <pc:docMk/>
              <pc:sldMasterMk cId="2118218503" sldId="2147484817"/>
              <pc:sldLayoutMk cId="567992999" sldId="2147484860"/>
              <ac:spMk id="5" creationId="{B67B44C1-73D8-226D-3129-F068345D349C}"/>
            </ac:spMkLst>
          </pc:spChg>
          <pc:spChg chg="mod">
            <ac:chgData name="Annabelle STRAFORINI" userId="2bbe7eae-7886-4563-b413-dd641a0ffba3" providerId="ADAL" clId="{A4EF3CEF-C15D-52FC-9098-B4C7BB10F06D}" dt="2026-04-13T15:48:05.983" v="38"/>
            <ac:spMkLst>
              <pc:docMk/>
              <pc:sldMasterMk cId="2118218503" sldId="2147484817"/>
              <pc:sldLayoutMk cId="567992999" sldId="2147484860"/>
              <ac:spMk id="6" creationId="{9A309BF8-C9AA-320A-752F-C377BBFF0D67}"/>
            </ac:spMkLst>
          </pc:spChg>
          <pc:spChg chg="mod">
            <ac:chgData name="Annabelle STRAFORINI" userId="2bbe7eae-7886-4563-b413-dd641a0ffba3" providerId="ADAL" clId="{A4EF3CEF-C15D-52FC-9098-B4C7BB10F06D}" dt="2026-04-13T15:48:05.983" v="38"/>
            <ac:spMkLst>
              <pc:docMk/>
              <pc:sldMasterMk cId="2118218503" sldId="2147484817"/>
              <pc:sldLayoutMk cId="567992999" sldId="2147484860"/>
              <ac:spMk id="7" creationId="{DBB6C0A8-7E52-3D43-E080-23F0158714D0}"/>
            </ac:spMkLst>
          </pc:spChg>
          <pc:spChg chg="mod">
            <ac:chgData name="Annabelle STRAFORINI" userId="2bbe7eae-7886-4563-b413-dd641a0ffba3" providerId="ADAL" clId="{A4EF3CEF-C15D-52FC-9098-B4C7BB10F06D}" dt="2026-04-13T15:48:05.983" v="38"/>
            <ac:spMkLst>
              <pc:docMk/>
              <pc:sldMasterMk cId="2118218503" sldId="2147484817"/>
              <pc:sldLayoutMk cId="567992999" sldId="2147484860"/>
              <ac:spMk id="8" creationId="{B31BCADD-B734-1FD6-8054-AE2B8AE4DECD}"/>
            </ac:spMkLst>
          </pc:spChg>
          <pc:spChg chg="mod">
            <ac:chgData name="Annabelle STRAFORINI" userId="2bbe7eae-7886-4563-b413-dd641a0ffba3" providerId="ADAL" clId="{A4EF3CEF-C15D-52FC-9098-B4C7BB10F06D}" dt="2026-04-13T15:48:05.983" v="38"/>
            <ac:spMkLst>
              <pc:docMk/>
              <pc:sldMasterMk cId="2118218503" sldId="2147484817"/>
              <pc:sldLayoutMk cId="567992999" sldId="2147484860"/>
              <ac:spMk id="10" creationId="{34747CE8-18DD-BC55-1D05-28FADC8ECEC9}"/>
            </ac:spMkLst>
          </pc:spChg>
          <pc:grpChg chg="add mod">
            <ac:chgData name="Annabelle STRAFORINI" userId="2bbe7eae-7886-4563-b413-dd641a0ffba3" providerId="ADAL" clId="{A4EF3CEF-C15D-52FC-9098-B4C7BB10F06D}" dt="2026-04-13T15:48:05.983" v="38"/>
            <ac:grpSpMkLst>
              <pc:docMk/>
              <pc:sldMasterMk cId="2118218503" sldId="2147484817"/>
              <pc:sldLayoutMk cId="567992999" sldId="2147484860"/>
              <ac:grpSpMk id="4" creationId="{4A6CE73B-2B0C-9CBB-2750-BC3C84C82CE2}"/>
            </ac:grpSpMkLst>
          </pc:grpChg>
          <pc:grpChg chg="del">
            <ac:chgData name="Annabelle STRAFORINI" userId="2bbe7eae-7886-4563-b413-dd641a0ffba3" providerId="ADAL" clId="{A4EF3CEF-C15D-52FC-9098-B4C7BB10F06D}" dt="2026-04-13T15:48:05.689" v="37" actId="478"/>
            <ac:grpSpMkLst>
              <pc:docMk/>
              <pc:sldMasterMk cId="2118218503" sldId="2147484817"/>
              <pc:sldLayoutMk cId="567992999" sldId="2147484860"/>
              <ac:grpSpMk id="13" creationId="{7EF7BFB7-67BB-26B5-298B-71533DBA863E}"/>
            </ac:grpSpMkLst>
          </pc:gr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3472691630911929"/>
          <c:y val="6.1016686381317832E-2"/>
          <c:w val="0.76144051605374108"/>
          <c:h val="0.91334201228869327"/>
        </c:manualLayout>
      </c:layout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Repartition CA par secteur d'activité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D93C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EE-A24D-A111-991B47C6AC65}"/>
              </c:ext>
            </c:extLst>
          </c:dPt>
          <c:dPt>
            <c:idx val="1"/>
            <c:bubble3D val="0"/>
            <c:spPr>
              <a:solidFill>
                <a:srgbClr val="54A4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EE-A24D-A111-991B47C6AC65}"/>
              </c:ext>
            </c:extLst>
          </c:dPt>
          <c:dPt>
            <c:idx val="2"/>
            <c:bubble3D val="0"/>
            <c:spPr>
              <a:solidFill>
                <a:srgbClr val="0070C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2EE-A24D-A111-991B47C6AC65}"/>
              </c:ext>
            </c:extLst>
          </c:dPt>
          <c:dPt>
            <c:idx val="3"/>
            <c:bubble3D val="0"/>
            <c:spPr>
              <a:solidFill>
                <a:srgbClr val="0995A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2EE-A24D-A111-991B47C6AC65}"/>
              </c:ext>
            </c:extLst>
          </c:dPt>
          <c:dPt>
            <c:idx val="4"/>
            <c:bubble3D val="0"/>
            <c:spPr>
              <a:solidFill>
                <a:srgbClr val="09B8A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2EE-A24D-A111-991B47C6AC65}"/>
              </c:ext>
            </c:extLst>
          </c:dPt>
          <c:dPt>
            <c:idx val="5"/>
            <c:bubble3D val="0"/>
            <c:spPr>
              <a:solidFill>
                <a:srgbClr val="7ECBEE">
                  <a:lumMod val="60000"/>
                  <a:lumOff val="40000"/>
                </a:srgb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2EE-A24D-A111-991B47C6AC65}"/>
              </c:ext>
            </c:extLst>
          </c:dPt>
          <c:dPt>
            <c:idx val="6"/>
            <c:bubble3D val="0"/>
            <c:spPr>
              <a:solidFill>
                <a:srgbClr val="7ECBE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2EE-A24D-A111-991B47C6AC6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Feuil1!$A$2:$A$8</c:f>
              <c:strCache>
                <c:ptCount val="7"/>
                <c:pt idx="0">
                  <c:v>Banque Finance Assurance</c:v>
                </c:pt>
                <c:pt idx="1">
                  <c:v>Retail/Industrie</c:v>
                </c:pt>
                <c:pt idx="2">
                  <c:v>Telecom</c:v>
                </c:pt>
                <c:pt idx="3">
                  <c:v>Santé/Pharma</c:v>
                </c:pt>
                <c:pt idx="4">
                  <c:v>Energie</c:v>
                </c:pt>
                <c:pt idx="5">
                  <c:v>Service Public</c:v>
                </c:pt>
                <c:pt idx="6">
                  <c:v>Transport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30</c:v>
                </c:pt>
                <c:pt idx="1">
                  <c:v>14</c:v>
                </c:pt>
                <c:pt idx="2">
                  <c:v>16</c:v>
                </c:pt>
                <c:pt idx="3">
                  <c:v>11</c:v>
                </c:pt>
                <c:pt idx="4">
                  <c:v>11</c:v>
                </c:pt>
                <c:pt idx="5">
                  <c:v>8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2EE-A24D-A111-991B47C6AC65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/>
      </a:pPr>
      <a:endParaRPr lang="fr-F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9235826771654"/>
          <c:y val="4.8593925759280203E-4"/>
          <c:w val="0.69802051786795904"/>
          <c:h val="0.97332351741062295"/>
        </c:manualLayout>
      </c:layout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Colonne2</c:v>
                </c:pt>
              </c:strCache>
            </c:strRef>
          </c:tx>
          <c:spPr>
            <a:solidFill>
              <a:srgbClr val="0093D6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10E-124B-982C-E0002A82EA3C}"/>
              </c:ext>
            </c:extLst>
          </c:dPt>
          <c:dPt>
            <c:idx val="1"/>
            <c:bubble3D val="0"/>
            <c:spPr>
              <a:solidFill>
                <a:srgbClr val="04396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10E-124B-982C-E0002A82EA3C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10E-124B-982C-E0002A82EA3C}"/>
              </c:ext>
            </c:extLst>
          </c:dPt>
          <c:dPt>
            <c:idx val="3"/>
            <c:bubble3D val="0"/>
            <c:spPr>
              <a:solidFill>
                <a:schemeClr val="accent5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10E-124B-982C-E0002A82EA3C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10E-124B-982C-E0002A82EA3C}"/>
              </c:ext>
            </c:extLst>
          </c:dPt>
          <c:dPt>
            <c:idx val="5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10E-124B-982C-E0002A82EA3C}"/>
              </c:ext>
            </c:extLst>
          </c:dPt>
          <c:dPt>
            <c:idx val="6"/>
            <c:bubble3D val="0"/>
            <c:spPr>
              <a:solidFill>
                <a:srgbClr val="00B0F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10E-124B-982C-E0002A82EA3C}"/>
              </c:ext>
            </c:extLst>
          </c:dPt>
          <c:dLbls>
            <c:dLbl>
              <c:idx val="0"/>
              <c:layout>
                <c:manualLayout>
                  <c:x val="9.3721084593971701E-3"/>
                  <c:y val="7.796380715568309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20808591157211"/>
                      <c:h val="0.163859649122807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10E-124B-982C-E0002A82EA3C}"/>
                </c:ext>
              </c:extLst>
            </c:dLbl>
            <c:dLbl>
              <c:idx val="1"/>
              <c:layout>
                <c:manualLayout>
                  <c:x val="5.6055774278214602E-3"/>
                  <c:y val="-2.89962504686913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9.5216666666666699E-2"/>
                      <c:h val="0.2385714285714289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10E-124B-982C-E0002A82EA3C}"/>
                </c:ext>
              </c:extLst>
            </c:dLbl>
            <c:dLbl>
              <c:idx val="2"/>
              <c:layout>
                <c:manualLayout>
                  <c:x val="2.5137270341207298E-2"/>
                  <c:y val="4.034823772028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24083333333333"/>
                      <c:h val="0.183809523809524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10E-124B-982C-E0002A82EA3C}"/>
                </c:ext>
              </c:extLst>
            </c:dLbl>
            <c:dLbl>
              <c:idx val="3"/>
              <c:layout>
                <c:manualLayout>
                  <c:x val="8.3333989501311705E-3"/>
                  <c:y val="-2.380858642669670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844999999999999"/>
                      <c:h val="0.183809523809524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E10E-124B-982C-E0002A82EA3C}"/>
                </c:ext>
              </c:extLst>
            </c:dLbl>
            <c:dLbl>
              <c:idx val="4"/>
              <c:layout>
                <c:manualLayout>
                  <c:x val="8.5682919442761993E-3"/>
                  <c:y val="1.25123102263252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10E-124B-982C-E0002A82EA3C}"/>
                </c:ext>
              </c:extLst>
            </c:dLbl>
            <c:dLbl>
              <c:idx val="5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10E-124B-982C-E0002A82EA3C}"/>
                </c:ext>
              </c:extLst>
            </c:dLbl>
            <c:dLbl>
              <c:idx val="6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10E-124B-982C-E0002A82EA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l"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accent2"/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Feuil1!$A$2:$A$6</c:f>
              <c:strCache>
                <c:ptCount val="5"/>
                <c:pt idx="0">
                  <c:v>Text 1</c:v>
                </c:pt>
                <c:pt idx="1">
                  <c:v>Text 2</c:v>
                </c:pt>
                <c:pt idx="2">
                  <c:v>Text 3</c:v>
                </c:pt>
                <c:pt idx="3">
                  <c:v>Text 4</c:v>
                </c:pt>
                <c:pt idx="4">
                  <c:v>Text 5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  <c:pt idx="0">
                  <c:v>78</c:v>
                </c:pt>
                <c:pt idx="1">
                  <c:v>47</c:v>
                </c:pt>
                <c:pt idx="2">
                  <c:v>44</c:v>
                </c:pt>
                <c:pt idx="3">
                  <c:v>42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10E-124B-982C-E0002A82EA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73"/>
        <c:holeSize val="57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28A-DC4E-9618-41A7BCD6BC3F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28A-DC4E-9618-41A7BCD6BC3F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28A-DC4E-9618-41A7BCD6BC3F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28A-DC4E-9618-41A7BCD6BC3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A28A-DC4E-9618-41A7BCD6BC3F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A-A28A-DC4E-9618-41A7BCD6BC3F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B-A28A-DC4E-9618-41A7BCD6BC3F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C-A28A-DC4E-9618-41A7BCD6BC3F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D-A28A-DC4E-9618-41A7BCD6BC3F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E-A28A-DC4E-9618-41A7BCD6BC3F}"/>
              </c:ext>
            </c:extLst>
          </c:dPt>
          <c:cat>
            <c:strRef>
              <c:f>Sheet1!$A$2:$A$21</c:f>
              <c:strCache>
                <c:ptCount val="20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  <c:pt idx="6">
                  <c:v>1st Qtr</c:v>
                </c:pt>
                <c:pt idx="7">
                  <c:v>1st Qtr</c:v>
                </c:pt>
                <c:pt idx="8">
                  <c:v>1st Qtr</c:v>
                </c:pt>
                <c:pt idx="9">
                  <c:v>1st Qtr</c:v>
                </c:pt>
                <c:pt idx="10">
                  <c:v>1st Qtr</c:v>
                </c:pt>
                <c:pt idx="11">
                  <c:v>2nd Qtr</c:v>
                </c:pt>
                <c:pt idx="12">
                  <c:v>1st Qtr</c:v>
                </c:pt>
                <c:pt idx="13">
                  <c:v>1st Qtr</c:v>
                </c:pt>
                <c:pt idx="14">
                  <c:v>1st Qtr</c:v>
                </c:pt>
                <c:pt idx="15">
                  <c:v>1st Qtr</c:v>
                </c:pt>
                <c:pt idx="16">
                  <c:v>1st Qtr</c:v>
                </c:pt>
                <c:pt idx="17">
                  <c:v>1st Qtr</c:v>
                </c:pt>
                <c:pt idx="18">
                  <c:v>1st Qtr</c:v>
                </c:pt>
                <c:pt idx="19">
                  <c:v>1st Qtr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A28A-DC4E-9618-41A7BCD6B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7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fr-F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A28A-DC4E-9618-41A7BCD6BC3F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3-A28A-DC4E-9618-41A7BCD6BC3F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5-A28A-DC4E-9618-41A7BCD6BC3F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7-A28A-DC4E-9618-41A7BCD6BC3F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9-A28A-DC4E-9618-41A7BCD6BC3F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A-A28A-DC4E-9618-41A7BCD6BC3F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B-A28A-DC4E-9618-41A7BCD6BC3F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C-A28A-DC4E-9618-41A7BCD6BC3F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D-A28A-DC4E-9618-41A7BCD6BC3F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E-A28A-DC4E-9618-41A7BCD6BC3F}"/>
              </c:ext>
            </c:extLst>
          </c:dPt>
          <c:dPt>
            <c:idx val="1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FD15-A448-BEB3-808B659E91E8}"/>
              </c:ext>
            </c:extLst>
          </c:dPt>
          <c:dPt>
            <c:idx val="11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FD15-A448-BEB3-808B659E91E8}"/>
              </c:ext>
            </c:extLst>
          </c:dPt>
          <c:dPt>
            <c:idx val="12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FD15-A448-BEB3-808B659E91E8}"/>
              </c:ext>
            </c:extLst>
          </c:dPt>
          <c:dPt>
            <c:idx val="13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FD15-A448-BEB3-808B659E91E8}"/>
              </c:ext>
            </c:extLst>
          </c:dPt>
          <c:dPt>
            <c:idx val="14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FD15-A448-BEB3-808B659E91E8}"/>
              </c:ext>
            </c:extLst>
          </c:dPt>
          <c:cat>
            <c:strRef>
              <c:f>Sheet1!$A$2:$A$21</c:f>
              <c:strCache>
                <c:ptCount val="20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  <c:pt idx="6">
                  <c:v>1st Qtr</c:v>
                </c:pt>
                <c:pt idx="7">
                  <c:v>1st Qtr</c:v>
                </c:pt>
                <c:pt idx="8">
                  <c:v>1st Qtr</c:v>
                </c:pt>
                <c:pt idx="9">
                  <c:v>1st Qtr</c:v>
                </c:pt>
                <c:pt idx="10">
                  <c:v>1st Qtr</c:v>
                </c:pt>
                <c:pt idx="11">
                  <c:v>2nd Qtr</c:v>
                </c:pt>
                <c:pt idx="12">
                  <c:v>1st Qtr</c:v>
                </c:pt>
                <c:pt idx="13">
                  <c:v>1st Qtr</c:v>
                </c:pt>
                <c:pt idx="14">
                  <c:v>1st Qtr</c:v>
                </c:pt>
                <c:pt idx="15">
                  <c:v>1st Qtr</c:v>
                </c:pt>
                <c:pt idx="16">
                  <c:v>1st Qtr</c:v>
                </c:pt>
                <c:pt idx="17">
                  <c:v>1st Qtr</c:v>
                </c:pt>
                <c:pt idx="18">
                  <c:v>1st Qtr</c:v>
                </c:pt>
                <c:pt idx="19">
                  <c:v>1st Qtr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A28A-DC4E-9618-41A7BCD6B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7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fr-F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noProof="0" dirty="0">
                <a:solidFill>
                  <a:schemeClr val="accent5">
                    <a:lumMod val="50000"/>
                  </a:schemeClr>
                </a:solidFill>
              </a:rPr>
              <a:t>TITLE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Title A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Feuil1!$A$2:$A$3</c:f>
              <c:strCache>
                <c:ptCount val="2"/>
                <c:pt idx="0">
                  <c:v>Title 1</c:v>
                </c:pt>
                <c:pt idx="1">
                  <c:v>Title 2</c:v>
                </c:pt>
              </c:strCache>
            </c:strRef>
          </c:cat>
          <c:val>
            <c:numRef>
              <c:f>Feuil1!$B$2:$B$3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85-8A45-9ED4-32A0221FFC5E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Title B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Feuil1!$A$2:$A$3</c:f>
              <c:strCache>
                <c:ptCount val="2"/>
                <c:pt idx="0">
                  <c:v>Title 1</c:v>
                </c:pt>
                <c:pt idx="1">
                  <c:v>Title 2</c:v>
                </c:pt>
              </c:strCache>
            </c:strRef>
          </c:cat>
          <c:val>
            <c:numRef>
              <c:f>Feuil1!$C$2:$C$3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85-8A45-9ED4-32A0221FFC5E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Title C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Feuil1!$A$2:$A$3</c:f>
              <c:strCache>
                <c:ptCount val="2"/>
                <c:pt idx="0">
                  <c:v>Title 1</c:v>
                </c:pt>
                <c:pt idx="1">
                  <c:v>Title 2</c:v>
                </c:pt>
              </c:strCache>
            </c:strRef>
          </c:cat>
          <c:val>
            <c:numRef>
              <c:f>Feuil1!$D$2:$D$3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85-8A45-9ED4-32A0221FFC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1073440"/>
        <c:axId val="511070160"/>
      </c:barChart>
      <c:catAx>
        <c:axId val="51107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11070160"/>
        <c:crosses val="autoZero"/>
        <c:auto val="1"/>
        <c:lblAlgn val="ctr"/>
        <c:lblOffset val="100"/>
        <c:noMultiLvlLbl val="0"/>
      </c:catAx>
      <c:valAx>
        <c:axId val="51107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11073440"/>
        <c:crosses val="autoZero"/>
        <c:crossBetween val="between"/>
      </c:valAx>
      <c:spPr>
        <a:solidFill>
          <a:schemeClr val="accent5">
            <a:lumMod val="20000"/>
            <a:lumOff val="80000"/>
          </a:schemeClr>
        </a:solidFill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layout>
        <c:manualLayout>
          <c:xMode val="edge"/>
          <c:yMode val="edge"/>
          <c:x val="0.3113284816536675"/>
          <c:y val="0.92649896986351776"/>
          <c:w val="0.39890569081065275"/>
          <c:h val="6.56473298784040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DA1AE1-FCB9-0E46-A562-A22E10C1D115}" type="doc">
      <dgm:prSet loTypeId="urn:microsoft.com/office/officeart/2005/8/layout/hChevron3" loCatId="process" qsTypeId="urn:microsoft.com/office/officeart/2005/8/quickstyle/simple1" qsCatId="simple" csTypeId="urn:microsoft.com/office/officeart/2005/8/colors/colorful4" csCatId="colorful" phldr="1"/>
      <dgm:spPr/>
    </dgm:pt>
    <dgm:pt modelId="{C20A0B55-7DF2-2E42-9A8D-5611A1D7E1BC}">
      <dgm:prSet phldrT="[Texte]" custT="1"/>
      <dgm:spPr>
        <a:ln>
          <a:solidFill>
            <a:schemeClr val="bg2"/>
          </a:solidFill>
        </a:ln>
      </dgm:spPr>
      <dgm:t>
        <a:bodyPr/>
        <a:lstStyle/>
        <a:p>
          <a:pPr>
            <a:lnSpc>
              <a:spcPct val="80000"/>
            </a:lnSpc>
          </a:pPr>
          <a:r>
            <a:rPr lang="en-US" sz="1200" noProof="0" dirty="0" err="1"/>
            <a:t>Loremp</a:t>
          </a:r>
          <a:r>
            <a:rPr lang="en-US" sz="1200" noProof="0" dirty="0"/>
            <a:t> </a:t>
          </a:r>
          <a:br>
            <a:rPr lang="en-US" sz="1200" noProof="0" dirty="0"/>
          </a:br>
          <a:r>
            <a:rPr lang="en-US" sz="1200" noProof="0" dirty="0"/>
            <a:t>ipsum</a:t>
          </a:r>
        </a:p>
      </dgm:t>
    </dgm:pt>
    <dgm:pt modelId="{31BC243E-3C78-B342-9D71-6DD3DFDB2F3B}" type="parTrans" cxnId="{60AA2648-B1CF-0B4C-AB3C-FBD887249DB7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27A4851A-AC55-9A42-B3CA-C4A7637DC1C6}" type="sibTrans" cxnId="{60AA2648-B1CF-0B4C-AB3C-FBD887249DB7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D1EB0F1D-4739-6248-8E23-0DCEC0ABE43B}">
      <dgm:prSet phldrT="[Texte]" custT="1"/>
      <dgm:spPr>
        <a:ln>
          <a:solidFill>
            <a:schemeClr val="bg2"/>
          </a:solidFill>
        </a:ln>
      </dgm:spPr>
      <dgm:t>
        <a:bodyPr/>
        <a:lstStyle/>
        <a:p>
          <a:pPr>
            <a:lnSpc>
              <a:spcPct val="80000"/>
            </a:lnSpc>
          </a:pPr>
          <a:r>
            <a:rPr lang="en-US" sz="1200" noProof="0" dirty="0" err="1"/>
            <a:t>Loremp</a:t>
          </a:r>
          <a:r>
            <a:rPr lang="en-US" sz="1200" noProof="0" dirty="0"/>
            <a:t> ipsum</a:t>
          </a:r>
        </a:p>
      </dgm:t>
    </dgm:pt>
    <dgm:pt modelId="{8C5AE163-73F3-AA46-9F0C-A0009BCC20A1}" type="parTrans" cxnId="{01731704-CC6D-9E4E-B304-F7293E6011B6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0E61F587-3C10-F34F-A7D6-FFDE8605A37F}" type="sibTrans" cxnId="{01731704-CC6D-9E4E-B304-F7293E6011B6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F27A6074-404C-BF47-B248-204AE4A2BD30}">
      <dgm:prSet phldrT="[Texte]" custT="1"/>
      <dgm:spPr>
        <a:ln>
          <a:solidFill>
            <a:schemeClr val="bg2"/>
          </a:solidFill>
        </a:ln>
      </dgm:spPr>
      <dgm:t>
        <a:bodyPr/>
        <a:lstStyle/>
        <a:p>
          <a:pPr>
            <a:lnSpc>
              <a:spcPct val="80000"/>
            </a:lnSpc>
          </a:pPr>
          <a:r>
            <a:rPr lang="en-US" sz="1200" noProof="0" dirty="0" err="1"/>
            <a:t>Loremp</a:t>
          </a:r>
          <a:r>
            <a:rPr lang="en-US" sz="1200" noProof="0" dirty="0"/>
            <a:t> ipsum</a:t>
          </a:r>
        </a:p>
      </dgm:t>
    </dgm:pt>
    <dgm:pt modelId="{DB19768F-A712-4F41-A877-01E3AEE88B9A}" type="parTrans" cxnId="{5B0BDF53-E4EA-0349-81F1-215F5F8654C5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500F5282-E3EE-8842-99ED-953D0059EBAF}" type="sibTrans" cxnId="{5B0BDF53-E4EA-0349-81F1-215F5F8654C5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1AA06FC1-BB85-1B47-904A-54E88545DDD5}">
      <dgm:prSet phldrT="[Texte]" custT="1"/>
      <dgm:spPr>
        <a:ln>
          <a:solidFill>
            <a:schemeClr val="bg2"/>
          </a:solidFill>
        </a:ln>
      </dgm:spPr>
      <dgm:t>
        <a:bodyPr/>
        <a:lstStyle/>
        <a:p>
          <a:pPr>
            <a:lnSpc>
              <a:spcPct val="80000"/>
            </a:lnSpc>
          </a:pPr>
          <a:r>
            <a:rPr lang="en-US" sz="1200" noProof="0" dirty="0" err="1"/>
            <a:t>Loremp</a:t>
          </a:r>
          <a:r>
            <a:rPr lang="en-US" sz="1200" noProof="0" dirty="0"/>
            <a:t> ipsum</a:t>
          </a:r>
        </a:p>
      </dgm:t>
    </dgm:pt>
    <dgm:pt modelId="{1A239B4A-A1BB-7B42-A759-D78B257A3A7C}" type="parTrans" cxnId="{260808FB-6FFD-6F49-A028-A4FAF69AC1E1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486D3C49-C495-DF46-ADBF-D9D26E65F1F8}" type="sibTrans" cxnId="{260808FB-6FFD-6F49-A028-A4FAF69AC1E1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4320F068-9752-B244-95C5-AB82D5AC198E}">
      <dgm:prSet phldrT="[Texte]" custT="1"/>
      <dgm:spPr>
        <a:ln>
          <a:solidFill>
            <a:schemeClr val="bg2"/>
          </a:solidFill>
        </a:ln>
      </dgm:spPr>
      <dgm:t>
        <a:bodyPr/>
        <a:lstStyle/>
        <a:p>
          <a:pPr>
            <a:lnSpc>
              <a:spcPct val="80000"/>
            </a:lnSpc>
          </a:pPr>
          <a:r>
            <a:rPr lang="en-US" sz="1200" noProof="0" dirty="0" err="1"/>
            <a:t>Loremp</a:t>
          </a:r>
          <a:r>
            <a:rPr lang="en-US" sz="1200" noProof="0" dirty="0"/>
            <a:t> ipsum</a:t>
          </a:r>
        </a:p>
      </dgm:t>
    </dgm:pt>
    <dgm:pt modelId="{4D9CF768-33E0-0146-8C44-23440CC3DCFC}" type="parTrans" cxnId="{786D8E9B-3EF6-CF4F-BBF7-B72884175C73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B9D31A75-DB5A-464F-A579-760AFF03C1E5}" type="sibTrans" cxnId="{786D8E9B-3EF6-CF4F-BBF7-B72884175C73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13A6CBA7-6CAC-BB44-BDAF-3A2815184DE1}" type="pres">
      <dgm:prSet presAssocID="{3EDA1AE1-FCB9-0E46-A562-A22E10C1D115}" presName="Name0" presStyleCnt="0">
        <dgm:presLayoutVars>
          <dgm:dir/>
          <dgm:resizeHandles val="exact"/>
        </dgm:presLayoutVars>
      </dgm:prSet>
      <dgm:spPr/>
    </dgm:pt>
    <dgm:pt modelId="{C06F0D9E-038A-2B4A-A7F1-B2DAFFA418AC}" type="pres">
      <dgm:prSet presAssocID="{C20A0B55-7DF2-2E42-9A8D-5611A1D7E1BC}" presName="parTxOnly" presStyleLbl="node1" presStyleIdx="0" presStyleCnt="5">
        <dgm:presLayoutVars>
          <dgm:bulletEnabled val="1"/>
        </dgm:presLayoutVars>
      </dgm:prSet>
      <dgm:spPr/>
    </dgm:pt>
    <dgm:pt modelId="{09507E40-460A-0344-B4E6-E16E682E974E}" type="pres">
      <dgm:prSet presAssocID="{27A4851A-AC55-9A42-B3CA-C4A7637DC1C6}" presName="parSpace" presStyleCnt="0"/>
      <dgm:spPr/>
    </dgm:pt>
    <dgm:pt modelId="{57C638DE-2662-4B42-B3AB-9A039399A711}" type="pres">
      <dgm:prSet presAssocID="{D1EB0F1D-4739-6248-8E23-0DCEC0ABE43B}" presName="parTxOnly" presStyleLbl="node1" presStyleIdx="1" presStyleCnt="5">
        <dgm:presLayoutVars>
          <dgm:bulletEnabled val="1"/>
        </dgm:presLayoutVars>
      </dgm:prSet>
      <dgm:spPr/>
    </dgm:pt>
    <dgm:pt modelId="{188BAA74-5B43-494E-80AE-2F1DBB6E3ABF}" type="pres">
      <dgm:prSet presAssocID="{0E61F587-3C10-F34F-A7D6-FFDE8605A37F}" presName="parSpace" presStyleCnt="0"/>
      <dgm:spPr/>
    </dgm:pt>
    <dgm:pt modelId="{C1810D0A-D4BC-9C44-89EA-314421505E6F}" type="pres">
      <dgm:prSet presAssocID="{F27A6074-404C-BF47-B248-204AE4A2BD30}" presName="parTxOnly" presStyleLbl="node1" presStyleIdx="2" presStyleCnt="5">
        <dgm:presLayoutVars>
          <dgm:bulletEnabled val="1"/>
        </dgm:presLayoutVars>
      </dgm:prSet>
      <dgm:spPr/>
    </dgm:pt>
    <dgm:pt modelId="{FE88B0A8-049B-CA4D-A80A-C0E0B6AE5065}" type="pres">
      <dgm:prSet presAssocID="{500F5282-E3EE-8842-99ED-953D0059EBAF}" presName="parSpace" presStyleCnt="0"/>
      <dgm:spPr/>
    </dgm:pt>
    <dgm:pt modelId="{DBD17CF9-A0C7-434C-B1F4-23EEE72FD87F}" type="pres">
      <dgm:prSet presAssocID="{1AA06FC1-BB85-1B47-904A-54E88545DDD5}" presName="parTxOnly" presStyleLbl="node1" presStyleIdx="3" presStyleCnt="5">
        <dgm:presLayoutVars>
          <dgm:bulletEnabled val="1"/>
        </dgm:presLayoutVars>
      </dgm:prSet>
      <dgm:spPr/>
    </dgm:pt>
    <dgm:pt modelId="{33C2F274-8607-B440-8430-DEED4662C2AC}" type="pres">
      <dgm:prSet presAssocID="{486D3C49-C495-DF46-ADBF-D9D26E65F1F8}" presName="parSpace" presStyleCnt="0"/>
      <dgm:spPr/>
    </dgm:pt>
    <dgm:pt modelId="{99BFE218-8A06-F549-ADE0-3B72C02AF0CE}" type="pres">
      <dgm:prSet presAssocID="{4320F068-9752-B244-95C5-AB82D5AC198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01731704-CC6D-9E4E-B304-F7293E6011B6}" srcId="{3EDA1AE1-FCB9-0E46-A562-A22E10C1D115}" destId="{D1EB0F1D-4739-6248-8E23-0DCEC0ABE43B}" srcOrd="1" destOrd="0" parTransId="{8C5AE163-73F3-AA46-9F0C-A0009BCC20A1}" sibTransId="{0E61F587-3C10-F34F-A7D6-FFDE8605A37F}"/>
    <dgm:cxn modelId="{A939BC06-7C7E-8C4D-8559-BCCCDA0F7233}" type="presOf" srcId="{1AA06FC1-BB85-1B47-904A-54E88545DDD5}" destId="{DBD17CF9-A0C7-434C-B1F4-23EEE72FD87F}" srcOrd="0" destOrd="0" presId="urn:microsoft.com/office/officeart/2005/8/layout/hChevron3"/>
    <dgm:cxn modelId="{12355822-E74E-964A-8D70-D10AA0E12734}" type="presOf" srcId="{3EDA1AE1-FCB9-0E46-A562-A22E10C1D115}" destId="{13A6CBA7-6CAC-BB44-BDAF-3A2815184DE1}" srcOrd="0" destOrd="0" presId="urn:microsoft.com/office/officeart/2005/8/layout/hChevron3"/>
    <dgm:cxn modelId="{30A8E33B-FED5-EA42-B0E0-AB436EFBCA62}" type="presOf" srcId="{F27A6074-404C-BF47-B248-204AE4A2BD30}" destId="{C1810D0A-D4BC-9C44-89EA-314421505E6F}" srcOrd="0" destOrd="0" presId="urn:microsoft.com/office/officeart/2005/8/layout/hChevron3"/>
    <dgm:cxn modelId="{60AA2648-B1CF-0B4C-AB3C-FBD887249DB7}" srcId="{3EDA1AE1-FCB9-0E46-A562-A22E10C1D115}" destId="{C20A0B55-7DF2-2E42-9A8D-5611A1D7E1BC}" srcOrd="0" destOrd="0" parTransId="{31BC243E-3C78-B342-9D71-6DD3DFDB2F3B}" sibTransId="{27A4851A-AC55-9A42-B3CA-C4A7637DC1C6}"/>
    <dgm:cxn modelId="{5B0BDF53-E4EA-0349-81F1-215F5F8654C5}" srcId="{3EDA1AE1-FCB9-0E46-A562-A22E10C1D115}" destId="{F27A6074-404C-BF47-B248-204AE4A2BD30}" srcOrd="2" destOrd="0" parTransId="{DB19768F-A712-4F41-A877-01E3AEE88B9A}" sibTransId="{500F5282-E3EE-8842-99ED-953D0059EBAF}"/>
    <dgm:cxn modelId="{085BC08E-C6E6-9946-8199-364302AA6FC5}" type="presOf" srcId="{4320F068-9752-B244-95C5-AB82D5AC198E}" destId="{99BFE218-8A06-F549-ADE0-3B72C02AF0CE}" srcOrd="0" destOrd="0" presId="urn:microsoft.com/office/officeart/2005/8/layout/hChevron3"/>
    <dgm:cxn modelId="{5A43D895-C825-2947-A954-536B70F73423}" type="presOf" srcId="{C20A0B55-7DF2-2E42-9A8D-5611A1D7E1BC}" destId="{C06F0D9E-038A-2B4A-A7F1-B2DAFFA418AC}" srcOrd="0" destOrd="0" presId="urn:microsoft.com/office/officeart/2005/8/layout/hChevron3"/>
    <dgm:cxn modelId="{55C4E596-77AE-2E41-805F-88FFEBE5F7B8}" type="presOf" srcId="{D1EB0F1D-4739-6248-8E23-0DCEC0ABE43B}" destId="{57C638DE-2662-4B42-B3AB-9A039399A711}" srcOrd="0" destOrd="0" presId="urn:microsoft.com/office/officeart/2005/8/layout/hChevron3"/>
    <dgm:cxn modelId="{786D8E9B-3EF6-CF4F-BBF7-B72884175C73}" srcId="{3EDA1AE1-FCB9-0E46-A562-A22E10C1D115}" destId="{4320F068-9752-B244-95C5-AB82D5AC198E}" srcOrd="4" destOrd="0" parTransId="{4D9CF768-33E0-0146-8C44-23440CC3DCFC}" sibTransId="{B9D31A75-DB5A-464F-A579-760AFF03C1E5}"/>
    <dgm:cxn modelId="{260808FB-6FFD-6F49-A028-A4FAF69AC1E1}" srcId="{3EDA1AE1-FCB9-0E46-A562-A22E10C1D115}" destId="{1AA06FC1-BB85-1B47-904A-54E88545DDD5}" srcOrd="3" destOrd="0" parTransId="{1A239B4A-A1BB-7B42-A759-D78B257A3A7C}" sibTransId="{486D3C49-C495-DF46-ADBF-D9D26E65F1F8}"/>
    <dgm:cxn modelId="{CCC68040-1406-204B-979A-51BD4B15EC5F}" type="presParOf" srcId="{13A6CBA7-6CAC-BB44-BDAF-3A2815184DE1}" destId="{C06F0D9E-038A-2B4A-A7F1-B2DAFFA418AC}" srcOrd="0" destOrd="0" presId="urn:microsoft.com/office/officeart/2005/8/layout/hChevron3"/>
    <dgm:cxn modelId="{52ACDA90-9F86-EF4B-8C11-B74A7C85F592}" type="presParOf" srcId="{13A6CBA7-6CAC-BB44-BDAF-3A2815184DE1}" destId="{09507E40-460A-0344-B4E6-E16E682E974E}" srcOrd="1" destOrd="0" presId="urn:microsoft.com/office/officeart/2005/8/layout/hChevron3"/>
    <dgm:cxn modelId="{73A0B74B-2F9A-4A48-914C-B9B04796273A}" type="presParOf" srcId="{13A6CBA7-6CAC-BB44-BDAF-3A2815184DE1}" destId="{57C638DE-2662-4B42-B3AB-9A039399A711}" srcOrd="2" destOrd="0" presId="urn:microsoft.com/office/officeart/2005/8/layout/hChevron3"/>
    <dgm:cxn modelId="{CD1A16CB-C4B9-3148-9A53-25ACF30CDD06}" type="presParOf" srcId="{13A6CBA7-6CAC-BB44-BDAF-3A2815184DE1}" destId="{188BAA74-5B43-494E-80AE-2F1DBB6E3ABF}" srcOrd="3" destOrd="0" presId="urn:microsoft.com/office/officeart/2005/8/layout/hChevron3"/>
    <dgm:cxn modelId="{9FF9E96F-E1F9-6B40-A571-955C004BA1C3}" type="presParOf" srcId="{13A6CBA7-6CAC-BB44-BDAF-3A2815184DE1}" destId="{C1810D0A-D4BC-9C44-89EA-314421505E6F}" srcOrd="4" destOrd="0" presId="urn:microsoft.com/office/officeart/2005/8/layout/hChevron3"/>
    <dgm:cxn modelId="{00F9A0EA-A21E-3244-A910-3B3F0CBADED8}" type="presParOf" srcId="{13A6CBA7-6CAC-BB44-BDAF-3A2815184DE1}" destId="{FE88B0A8-049B-CA4D-A80A-C0E0B6AE5065}" srcOrd="5" destOrd="0" presId="urn:microsoft.com/office/officeart/2005/8/layout/hChevron3"/>
    <dgm:cxn modelId="{97E9FDFA-AC3E-BA4B-8E83-432F305F654A}" type="presParOf" srcId="{13A6CBA7-6CAC-BB44-BDAF-3A2815184DE1}" destId="{DBD17CF9-A0C7-434C-B1F4-23EEE72FD87F}" srcOrd="6" destOrd="0" presId="urn:microsoft.com/office/officeart/2005/8/layout/hChevron3"/>
    <dgm:cxn modelId="{2C201BFD-BE65-104E-B41B-1457CD7E231E}" type="presParOf" srcId="{13A6CBA7-6CAC-BB44-BDAF-3A2815184DE1}" destId="{33C2F274-8607-B440-8430-DEED4662C2AC}" srcOrd="7" destOrd="0" presId="urn:microsoft.com/office/officeart/2005/8/layout/hChevron3"/>
    <dgm:cxn modelId="{70820F34-B7B1-9D46-8A02-D34BDE7A3E78}" type="presParOf" srcId="{13A6CBA7-6CAC-BB44-BDAF-3A2815184DE1}" destId="{99BFE218-8A06-F549-ADE0-3B72C02AF0CE}" srcOrd="8" destOrd="0" presId="urn:microsoft.com/office/officeart/2005/8/layout/hChevron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F0D9E-038A-2B4A-A7F1-B2DAFFA418AC}">
      <dsp:nvSpPr>
        <dsp:cNvPr id="0" name=""/>
        <dsp:cNvSpPr/>
      </dsp:nvSpPr>
      <dsp:spPr>
        <a:xfrm>
          <a:off x="609" y="103425"/>
          <a:ext cx="1188067" cy="475226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8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 err="1"/>
            <a:t>Loremp</a:t>
          </a:r>
          <a:r>
            <a:rPr lang="en-US" sz="1200" kern="1200" noProof="0" dirty="0"/>
            <a:t> </a:t>
          </a:r>
          <a:br>
            <a:rPr lang="en-US" sz="1200" kern="1200" noProof="0" dirty="0"/>
          </a:br>
          <a:r>
            <a:rPr lang="en-US" sz="1200" kern="1200" noProof="0" dirty="0"/>
            <a:t>ipsum</a:t>
          </a:r>
        </a:p>
      </dsp:txBody>
      <dsp:txXfrm>
        <a:off x="609" y="103425"/>
        <a:ext cx="1069261" cy="475226"/>
      </dsp:txXfrm>
    </dsp:sp>
    <dsp:sp modelId="{57C638DE-2662-4B42-B3AB-9A039399A711}">
      <dsp:nvSpPr>
        <dsp:cNvPr id="0" name=""/>
        <dsp:cNvSpPr/>
      </dsp:nvSpPr>
      <dsp:spPr>
        <a:xfrm>
          <a:off x="951062" y="103425"/>
          <a:ext cx="1188067" cy="475226"/>
        </a:xfrm>
        <a:prstGeom prst="chevron">
          <a:avLst/>
        </a:prstGeom>
        <a:solidFill>
          <a:schemeClr val="accent4">
            <a:hueOff val="-1316"/>
            <a:satOff val="483"/>
            <a:lumOff val="6568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8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 err="1"/>
            <a:t>Loremp</a:t>
          </a:r>
          <a:r>
            <a:rPr lang="en-US" sz="1200" kern="1200" noProof="0" dirty="0"/>
            <a:t> ipsum</a:t>
          </a:r>
        </a:p>
      </dsp:txBody>
      <dsp:txXfrm>
        <a:off x="1188675" y="103425"/>
        <a:ext cx="712841" cy="475226"/>
      </dsp:txXfrm>
    </dsp:sp>
    <dsp:sp modelId="{C1810D0A-D4BC-9C44-89EA-314421505E6F}">
      <dsp:nvSpPr>
        <dsp:cNvPr id="0" name=""/>
        <dsp:cNvSpPr/>
      </dsp:nvSpPr>
      <dsp:spPr>
        <a:xfrm>
          <a:off x="1901516" y="103425"/>
          <a:ext cx="1188067" cy="475226"/>
        </a:xfrm>
        <a:prstGeom prst="chevron">
          <a:avLst/>
        </a:prstGeom>
        <a:solidFill>
          <a:schemeClr val="accent4">
            <a:hueOff val="-2631"/>
            <a:satOff val="967"/>
            <a:lumOff val="13137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8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 err="1"/>
            <a:t>Loremp</a:t>
          </a:r>
          <a:r>
            <a:rPr lang="en-US" sz="1200" kern="1200" noProof="0" dirty="0"/>
            <a:t> ipsum</a:t>
          </a:r>
        </a:p>
      </dsp:txBody>
      <dsp:txXfrm>
        <a:off x="2139129" y="103425"/>
        <a:ext cx="712841" cy="475226"/>
      </dsp:txXfrm>
    </dsp:sp>
    <dsp:sp modelId="{DBD17CF9-A0C7-434C-B1F4-23EEE72FD87F}">
      <dsp:nvSpPr>
        <dsp:cNvPr id="0" name=""/>
        <dsp:cNvSpPr/>
      </dsp:nvSpPr>
      <dsp:spPr>
        <a:xfrm>
          <a:off x="2851970" y="103425"/>
          <a:ext cx="1188067" cy="475226"/>
        </a:xfrm>
        <a:prstGeom prst="chevron">
          <a:avLst/>
        </a:prstGeom>
        <a:solidFill>
          <a:schemeClr val="accent4">
            <a:hueOff val="-3947"/>
            <a:satOff val="1450"/>
            <a:lumOff val="19705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8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 err="1"/>
            <a:t>Loremp</a:t>
          </a:r>
          <a:r>
            <a:rPr lang="en-US" sz="1200" kern="1200" noProof="0" dirty="0"/>
            <a:t> ipsum</a:t>
          </a:r>
        </a:p>
      </dsp:txBody>
      <dsp:txXfrm>
        <a:off x="3089583" y="103425"/>
        <a:ext cx="712841" cy="475226"/>
      </dsp:txXfrm>
    </dsp:sp>
    <dsp:sp modelId="{99BFE218-8A06-F549-ADE0-3B72C02AF0CE}">
      <dsp:nvSpPr>
        <dsp:cNvPr id="0" name=""/>
        <dsp:cNvSpPr/>
      </dsp:nvSpPr>
      <dsp:spPr>
        <a:xfrm>
          <a:off x="3802423" y="103425"/>
          <a:ext cx="1188067" cy="475226"/>
        </a:xfrm>
        <a:prstGeom prst="chevron">
          <a:avLst/>
        </a:prstGeom>
        <a:solidFill>
          <a:schemeClr val="accent4">
            <a:hueOff val="-5262"/>
            <a:satOff val="1933"/>
            <a:lumOff val="26274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8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 err="1"/>
            <a:t>Loremp</a:t>
          </a:r>
          <a:r>
            <a:rPr lang="en-US" sz="1200" kern="1200" noProof="0" dirty="0"/>
            <a:t> ipsum</a:t>
          </a:r>
        </a:p>
      </dsp:txBody>
      <dsp:txXfrm>
        <a:off x="4040036" y="103425"/>
        <a:ext cx="712841" cy="4752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49EF574-D97D-6C49-84C9-0F22C6D585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8437E3B-2107-2E40-B153-8CF3CB4615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F9997-F5D3-284F-BE53-EAEFF1776C64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7803CBD-65F0-2B44-BF4B-346076FD3D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A37BAD-B9EB-BF43-A5AA-D1F2592DB4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50E22-A17B-8F43-BE9E-6EC660BF1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68818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27185-10FB-4A57-B3F0-45136A811A24}" type="datetimeFigureOut">
              <a:rPr lang="uk-UA" smtClean="0"/>
              <a:t>13.04.26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9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C3A12-1E0F-412B-B376-8089A55D946C}" type="slidenum">
              <a:rPr lang="uk-UA" smtClean="0"/>
              <a:t>‹N°›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72169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9473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2239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890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5137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57581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1731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7568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927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0762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664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49169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7086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69543">
              <a:defRPr/>
            </a:pPr>
            <a:fld id="{BD9C3A12-1E0F-412B-B376-8089A55D946C}" type="slidenum">
              <a:rPr lang="uk-UA">
                <a:solidFill>
                  <a:prstClr val="black"/>
                </a:solidFill>
                <a:latin typeface="Calibri" panose="020F0502020204030204"/>
              </a:rPr>
              <a:pPr defTabSz="1369543">
                <a:defRPr/>
              </a:pPr>
              <a:t>28</a:t>
            </a:fld>
            <a:endParaRPr lang="uk-U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96227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69543">
              <a:defRPr/>
            </a:pPr>
            <a:fld id="{BD9C3A12-1E0F-412B-B376-8089A55D946C}" type="slidenum">
              <a:rPr lang="uk-UA">
                <a:solidFill>
                  <a:prstClr val="black"/>
                </a:solidFill>
                <a:latin typeface="Calibri" panose="020F0502020204030204"/>
              </a:rPr>
              <a:pPr defTabSz="1369543">
                <a:defRPr/>
              </a:pPr>
              <a:t>29</a:t>
            </a:fld>
            <a:endParaRPr lang="uk-U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91502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32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9005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75569">
              <a:defRPr/>
            </a:pPr>
            <a:fld id="{BD9C3A12-1E0F-412B-B376-8089A55D946C}" type="slidenum">
              <a:rPr lang="uk-UA">
                <a:solidFill>
                  <a:prstClr val="black"/>
                </a:solidFill>
                <a:latin typeface="Calibri" panose="020F0502020204030204"/>
              </a:rPr>
              <a:pPr defTabSz="1375569">
                <a:defRPr/>
              </a:pPr>
              <a:t>34</a:t>
            </a:fld>
            <a:endParaRPr lang="uk-U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813739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36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32832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8486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40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054523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69543">
              <a:defRPr/>
            </a:pPr>
            <a:fld id="{BD9C3A12-1E0F-412B-B376-8089A55D946C}" type="slidenum">
              <a:rPr lang="uk-UA">
                <a:solidFill>
                  <a:prstClr val="black"/>
                </a:solidFill>
                <a:latin typeface="Calibri" panose="020F0502020204030204"/>
              </a:rPr>
              <a:pPr defTabSz="1369543">
                <a:defRPr/>
              </a:pPr>
              <a:t>42</a:t>
            </a:fld>
            <a:endParaRPr lang="uk-U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96525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43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6137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46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4835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47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1029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oub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D9930-3507-CE03-8366-3FD485C92675}"/>
              </a:ext>
            </a:extLst>
          </p:cNvPr>
          <p:cNvSpPr/>
          <p:nvPr userDrawn="1"/>
        </p:nvSpPr>
        <p:spPr>
          <a:xfrm>
            <a:off x="0" y="-1401"/>
            <a:ext cx="9144000" cy="750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BA64C4D-8D02-CC45-AC18-ED16DD874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5915465" cy="4515346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930" h="9030692">
                <a:moveTo>
                  <a:pt x="0" y="0"/>
                </a:moveTo>
                <a:lnTo>
                  <a:pt x="11830930" y="0"/>
                </a:lnTo>
                <a:lnTo>
                  <a:pt x="4557932" y="9030692"/>
                </a:lnTo>
                <a:lnTo>
                  <a:pt x="0" y="903069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301FC-15F1-71AD-A974-D1C79686DF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66617" y="-1401"/>
            <a:ext cx="6882411" cy="4525975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6457071 w 11830930"/>
              <a:gd name="connsiteY2" fmla="*/ 9016624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457071 w 13758204"/>
              <a:gd name="connsiteY2" fmla="*/ 9072894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541478 w 13758204"/>
              <a:gd name="connsiteY2" fmla="*/ 9058826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9764"/>
              <a:gd name="connsiteX1" fmla="*/ 13758204 w 13758204"/>
              <a:gd name="connsiteY1" fmla="*/ 0 h 9089764"/>
              <a:gd name="connsiteX2" fmla="*/ 6479601 w 13758204"/>
              <a:gd name="connsiteY2" fmla="*/ 9089764 h 9089764"/>
              <a:gd name="connsiteX3" fmla="*/ 0 w 13758204"/>
              <a:gd name="connsiteY3" fmla="*/ 9086962 h 9089764"/>
              <a:gd name="connsiteX4" fmla="*/ 0 w 13758204"/>
              <a:gd name="connsiteY4" fmla="*/ 56270 h 9089764"/>
              <a:gd name="connsiteX0" fmla="*/ 0 w 13754766"/>
              <a:gd name="connsiteY0" fmla="*/ 18456 h 9051950"/>
              <a:gd name="connsiteX1" fmla="*/ 13754766 w 13754766"/>
              <a:gd name="connsiteY1" fmla="*/ 0 h 9051950"/>
              <a:gd name="connsiteX2" fmla="*/ 6479601 w 13754766"/>
              <a:gd name="connsiteY2" fmla="*/ 9051950 h 9051950"/>
              <a:gd name="connsiteX3" fmla="*/ 0 w 13754766"/>
              <a:gd name="connsiteY3" fmla="*/ 9049148 h 9051950"/>
              <a:gd name="connsiteX4" fmla="*/ 0 w 13754766"/>
              <a:gd name="connsiteY4" fmla="*/ 18456 h 9051950"/>
              <a:gd name="connsiteX0" fmla="*/ 0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0 w 13764821"/>
              <a:gd name="connsiteY4" fmla="*/ 18456 h 9051950"/>
              <a:gd name="connsiteX0" fmla="*/ 7240249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40249 w 13764821"/>
              <a:gd name="connsiteY4" fmla="*/ 18456 h 9051950"/>
              <a:gd name="connsiteX0" fmla="*/ 7267463 w 13764821"/>
              <a:gd name="connsiteY0" fmla="*/ 7570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  <a:gd name="connsiteX0" fmla="*/ 7267463 w 13764821"/>
              <a:gd name="connsiteY0" fmla="*/ 7570 h 9051950"/>
              <a:gd name="connsiteX1" fmla="*/ 13758395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64821" h="9051950">
                <a:moveTo>
                  <a:pt x="7267463" y="7570"/>
                </a:moveTo>
                <a:lnTo>
                  <a:pt x="13758395" y="0"/>
                </a:lnTo>
                <a:cubicBezTo>
                  <a:pt x="13761747" y="3017317"/>
                  <a:pt x="13761469" y="6034633"/>
                  <a:pt x="13764821" y="9051950"/>
                </a:cubicBezTo>
                <a:lnTo>
                  <a:pt x="0" y="9049148"/>
                </a:lnTo>
                <a:lnTo>
                  <a:pt x="7267463" y="7570"/>
                </a:lnTo>
                <a:close/>
              </a:path>
            </a:pathLst>
          </a:custGeom>
        </p:spPr>
        <p:txBody>
          <a:bodyPr vert="horz"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7BB196-7C10-ADE3-5008-17C3BB9A8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89" y="3988"/>
            <a:ext cx="2758191" cy="45221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BF1AFCF-4041-68A4-D1EA-8568EDCBDC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6640" y="4733761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F85108F-CF8B-6B15-88B2-044846D816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700239"/>
            <a:ext cx="3534772" cy="327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z="1200" dirty="0" err="1"/>
              <a:t>Xxxxxx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37612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oubl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D9930-3507-CE03-8366-3FD485C92675}"/>
              </a:ext>
            </a:extLst>
          </p:cNvPr>
          <p:cNvSpPr/>
          <p:nvPr userDrawn="1"/>
        </p:nvSpPr>
        <p:spPr>
          <a:xfrm>
            <a:off x="0" y="-1401"/>
            <a:ext cx="9144000" cy="750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BA64C4D-8D02-CC45-AC18-ED16DD874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5915465" cy="4515346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930" h="9030692">
                <a:moveTo>
                  <a:pt x="0" y="0"/>
                </a:moveTo>
                <a:lnTo>
                  <a:pt x="11830930" y="0"/>
                </a:lnTo>
                <a:lnTo>
                  <a:pt x="4557932" y="9030692"/>
                </a:lnTo>
                <a:lnTo>
                  <a:pt x="0" y="903069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301FC-15F1-71AD-A974-D1C79686DF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66617" y="-1401"/>
            <a:ext cx="6882411" cy="4525975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6457071 w 11830930"/>
              <a:gd name="connsiteY2" fmla="*/ 9016624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457071 w 13758204"/>
              <a:gd name="connsiteY2" fmla="*/ 9072894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541478 w 13758204"/>
              <a:gd name="connsiteY2" fmla="*/ 9058826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9764"/>
              <a:gd name="connsiteX1" fmla="*/ 13758204 w 13758204"/>
              <a:gd name="connsiteY1" fmla="*/ 0 h 9089764"/>
              <a:gd name="connsiteX2" fmla="*/ 6479601 w 13758204"/>
              <a:gd name="connsiteY2" fmla="*/ 9089764 h 9089764"/>
              <a:gd name="connsiteX3" fmla="*/ 0 w 13758204"/>
              <a:gd name="connsiteY3" fmla="*/ 9086962 h 9089764"/>
              <a:gd name="connsiteX4" fmla="*/ 0 w 13758204"/>
              <a:gd name="connsiteY4" fmla="*/ 56270 h 9089764"/>
              <a:gd name="connsiteX0" fmla="*/ 0 w 13754766"/>
              <a:gd name="connsiteY0" fmla="*/ 18456 h 9051950"/>
              <a:gd name="connsiteX1" fmla="*/ 13754766 w 13754766"/>
              <a:gd name="connsiteY1" fmla="*/ 0 h 9051950"/>
              <a:gd name="connsiteX2" fmla="*/ 6479601 w 13754766"/>
              <a:gd name="connsiteY2" fmla="*/ 9051950 h 9051950"/>
              <a:gd name="connsiteX3" fmla="*/ 0 w 13754766"/>
              <a:gd name="connsiteY3" fmla="*/ 9049148 h 9051950"/>
              <a:gd name="connsiteX4" fmla="*/ 0 w 13754766"/>
              <a:gd name="connsiteY4" fmla="*/ 18456 h 9051950"/>
              <a:gd name="connsiteX0" fmla="*/ 0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0 w 13764821"/>
              <a:gd name="connsiteY4" fmla="*/ 18456 h 9051950"/>
              <a:gd name="connsiteX0" fmla="*/ 7240249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40249 w 13764821"/>
              <a:gd name="connsiteY4" fmla="*/ 18456 h 9051950"/>
              <a:gd name="connsiteX0" fmla="*/ 7267463 w 13764821"/>
              <a:gd name="connsiteY0" fmla="*/ 7570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  <a:gd name="connsiteX0" fmla="*/ 7267463 w 13764821"/>
              <a:gd name="connsiteY0" fmla="*/ 7570 h 9051950"/>
              <a:gd name="connsiteX1" fmla="*/ 13758395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64821" h="9051950">
                <a:moveTo>
                  <a:pt x="7267463" y="7570"/>
                </a:moveTo>
                <a:lnTo>
                  <a:pt x="13758395" y="0"/>
                </a:lnTo>
                <a:cubicBezTo>
                  <a:pt x="13761747" y="3017317"/>
                  <a:pt x="13761469" y="6034633"/>
                  <a:pt x="13764821" y="9051950"/>
                </a:cubicBezTo>
                <a:lnTo>
                  <a:pt x="0" y="9049148"/>
                </a:lnTo>
                <a:lnTo>
                  <a:pt x="7267463" y="7570"/>
                </a:lnTo>
                <a:close/>
              </a:path>
            </a:pathLst>
          </a:custGeom>
        </p:spPr>
        <p:txBody>
          <a:bodyPr vert="horz"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1E5F4A65-4E5D-B24F-86E9-0F747EA2C4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3329" y="4863741"/>
            <a:ext cx="3534772" cy="1845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i="1" cap="none" spc="0" baseline="0">
                <a:solidFill>
                  <a:schemeClr val="tx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Office / Contact Information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59FC8DC-7844-D741-8428-4CCFC6EC42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633667"/>
            <a:ext cx="3534772" cy="19197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  <a:r>
              <a:rPr lang="en-US" sz="900" dirty="0">
                <a:solidFill>
                  <a:srgbClr val="043962"/>
                </a:solidFill>
                <a:latin typeface="Arial" panose="020B0604020202020204" pitchFamily="34" charset="0"/>
              </a:rPr>
              <a:t>– ALTEN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708853AF-115D-B24B-A066-9DF9CDAA5EEC}"/>
              </a:ext>
            </a:extLst>
          </p:cNvPr>
          <p:cNvSpPr txBox="1">
            <a:spLocks/>
          </p:cNvSpPr>
          <p:nvPr userDrawn="1"/>
        </p:nvSpPr>
        <p:spPr>
          <a:xfrm>
            <a:off x="8115300" y="4753863"/>
            <a:ext cx="72190" cy="256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 i="0" kern="1200" cap="none" spc="0" baseline="0">
                <a:solidFill>
                  <a:schemeClr val="bg2"/>
                </a:solidFill>
                <a:latin typeface="Avenir" panose="02000503020000020003" pitchFamily="2" charset="0"/>
                <a:ea typeface="Avenir" panose="02000503020000020003" pitchFamily="2" charset="0"/>
                <a:cs typeface="Arial" panose="020B060402020202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rgbClr val="0093D6"/>
                </a:solidFill>
                <a:latin typeface="Arial" panose="020B0604020202020204" pitchFamily="34" charset="0"/>
              </a:rPr>
              <a:t>I</a:t>
            </a:r>
            <a:endParaRPr lang="en-US" sz="1200">
              <a:solidFill>
                <a:srgbClr val="043962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CC0ADD8E-0A38-9E46-8436-013877CB61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6700" y="4709764"/>
            <a:ext cx="257806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7D5A798-CE6F-3643-8814-912FE15701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8452" y="4709764"/>
            <a:ext cx="257806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789699B-6296-2746-BE87-82CF33CDD1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916" y="4709764"/>
            <a:ext cx="445320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9519309-63F5-1346-A5C4-6B1391202747}"/>
              </a:ext>
            </a:extLst>
          </p:cNvPr>
          <p:cNvSpPr txBox="1">
            <a:spLocks/>
          </p:cNvSpPr>
          <p:nvPr userDrawn="1"/>
        </p:nvSpPr>
        <p:spPr>
          <a:xfrm>
            <a:off x="8416383" y="4753863"/>
            <a:ext cx="72190" cy="256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 i="0" kern="1200" cap="none" spc="0" baseline="0">
                <a:solidFill>
                  <a:schemeClr val="bg2"/>
                </a:solidFill>
                <a:latin typeface="Avenir" panose="02000503020000020003" pitchFamily="2" charset="0"/>
                <a:ea typeface="Avenir" panose="02000503020000020003" pitchFamily="2" charset="0"/>
                <a:cs typeface="Arial" panose="020B060402020202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rgbClr val="0093D6"/>
                </a:solidFill>
                <a:latin typeface="Arial" panose="020B0604020202020204" pitchFamily="34" charset="0"/>
              </a:rPr>
              <a:t>I</a:t>
            </a:r>
            <a:endParaRPr lang="en-US" sz="1200">
              <a:solidFill>
                <a:srgbClr val="043962"/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1C1890A8-8F10-2C4E-AEE4-DA37B96921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14361" y="4709764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C1 -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7BB196-7C10-ADE3-5008-17C3BB9A8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89" y="3988"/>
            <a:ext cx="2758191" cy="45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6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4600F03-50A4-566B-1FF7-08CCFA474C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4515346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8A9C35-B6A9-FF33-19D0-0269604BE1C9}"/>
              </a:ext>
            </a:extLst>
          </p:cNvPr>
          <p:cNvSpPr/>
          <p:nvPr userDrawn="1"/>
        </p:nvSpPr>
        <p:spPr>
          <a:xfrm>
            <a:off x="0" y="4515347"/>
            <a:ext cx="9144000" cy="628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75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97FEEF0-01C7-6EFD-38F5-E26495CDF3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6640" y="4709764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0C2556D-7823-D4DD-ACD8-FC561D5636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709764"/>
            <a:ext cx="3534772" cy="327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z="1200" dirty="0" err="1"/>
              <a:t>Xxxxxx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068466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038FECB9-708B-FA4D-ADE1-220229F36A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821" y="0"/>
            <a:ext cx="9066179" cy="5143501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747F2-4AF1-FB03-279A-7C56F89D7975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</p:spTree>
    <p:extLst>
      <p:ext uri="{BB962C8B-B14F-4D97-AF65-F5344CB8AC3E}">
        <p14:creationId xmlns:p14="http://schemas.microsoft.com/office/powerpoint/2010/main" val="34071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Nav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7D5D2C8-ABDC-974C-A706-FDAAA8C03AA3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F31C28-C487-9E3D-E2C3-91D335068562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302285EF-3BD4-664C-854D-1E0933468928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  <a:solidFill>
            <a:schemeClr val="bg1"/>
          </a:solidFill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F02388F1-7EBE-87D1-1CE2-51F4C686961F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6A92C26F-DD98-DA02-48FB-0E2DA3261A06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98E25CC8-9747-D05C-4084-7E569ED392CB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E23F54E5-B54C-D08D-71AC-7B57F1312714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1B85C78C-C76C-A80D-8AB1-40D59B70CB52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4248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Gradien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7D5D2C8-ABDC-974C-A706-FDAAA8C03AA3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gradFill>
            <a:gsLst>
              <a:gs pos="0">
                <a:schemeClr val="tx1"/>
              </a:gs>
              <a:gs pos="67000">
                <a:schemeClr val="accent4"/>
              </a:gs>
              <a:gs pos="100000">
                <a:schemeClr val="accent1"/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C9706-6D67-FD9A-3187-181E0FE47ECE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C9C040F-9DA7-0FA0-1C11-EAC68A3FDBD6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  <a:solidFill>
            <a:schemeClr val="bg1"/>
          </a:solidFill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75217831-DAD4-BDA9-B2F6-B95AF4F7FDB5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559A9312-D51D-F872-38BC-896A7407E717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209AECCD-956A-9479-B2D8-84F2794792ED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49E0FBAC-8390-963E-5EF7-7B7BF58200B3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63C00CBC-627C-F470-2C4C-F677A5E29A27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65974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DC2766B1-DB47-4633-9A62-D9DBFB722D06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26" name="Forme libre 25">
              <a:extLst>
                <a:ext uri="{FF2B5EF4-FFF2-40B4-BE49-F238E27FC236}">
                  <a16:creationId xmlns:a16="http://schemas.microsoft.com/office/drawing/2014/main" id="{0DA7A5CF-C6DE-E3D9-A450-1D095CF6247B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orme libre 26">
              <a:extLst>
                <a:ext uri="{FF2B5EF4-FFF2-40B4-BE49-F238E27FC236}">
                  <a16:creationId xmlns:a16="http://schemas.microsoft.com/office/drawing/2014/main" id="{927BF1FF-680F-E178-8105-75778090AA41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orme libre 27">
              <a:extLst>
                <a:ext uri="{FF2B5EF4-FFF2-40B4-BE49-F238E27FC236}">
                  <a16:creationId xmlns:a16="http://schemas.microsoft.com/office/drawing/2014/main" id="{795365D6-2BB9-99CD-0EA9-BCD9A477BA9A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orme libre 28">
              <a:extLst>
                <a:ext uri="{FF2B5EF4-FFF2-40B4-BE49-F238E27FC236}">
                  <a16:creationId xmlns:a16="http://schemas.microsoft.com/office/drawing/2014/main" id="{612C6C88-A303-EF82-F6E3-A442258D668B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orme libre 29">
              <a:extLst>
                <a:ext uri="{FF2B5EF4-FFF2-40B4-BE49-F238E27FC236}">
                  <a16:creationId xmlns:a16="http://schemas.microsoft.com/office/drawing/2014/main" id="{80EF7310-6548-7D9E-1D4E-D198D8DC0D31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735395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92BE1351-1857-5752-A4A1-4602934D9D7F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6CE6DEA4-EA01-6F45-F069-F7F3AE5F4775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23625CF7-5927-1823-D5E9-C74FD085B6B6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38718974-63AC-951B-4125-61205269D861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F77787D4-919B-AC07-4780-09974BE56A7C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6E531369-06B9-FCC2-E7AE-9F55D9BFF996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9748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- Sub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6843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br>
              <a:rPr lang="en-US" dirty="0"/>
            </a:br>
            <a:r>
              <a:rPr lang="en-US" dirty="0" err="1"/>
              <a:t>xxxxxxxx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816762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D7D62A76-0037-A9D5-5485-4F61EC09EF18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BE42BAA4-54F5-FE9B-9492-9E972375967D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09AD04F8-919C-6C02-E14A-B26FE206AEF9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0176444B-CC32-3D11-760A-27E91E0DE137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6B96111C-3C34-E83F-ECB0-DC999E9A90F3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FE87D3E9-FBAA-2501-8626-106298DE7ACB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11895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D5366ED-5254-66E1-C4B1-48A9321C62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00700" y="803502"/>
            <a:ext cx="3352800" cy="3992563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1E54AB30-7B81-B33C-9381-1387764EDEA5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948897E2-1A43-4721-1488-B5FD3DB425D2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FA4DDC08-E7EF-F753-62AC-50C00905FD09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9EE6E8C3-9FD4-3881-653B-9A22CADF5A0A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F0C8550F-E3D3-93B7-EBB2-046DEBB62A3F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orme libre 10">
              <a:extLst>
                <a:ext uri="{FF2B5EF4-FFF2-40B4-BE49-F238E27FC236}">
                  <a16:creationId xmlns:a16="http://schemas.microsoft.com/office/drawing/2014/main" id="{A9A10C0A-5838-E7EB-0F89-73636D276BFA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3969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Gre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5FE561-8091-F74E-9DA6-6FDE0799E017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7A24EC-7493-FA41-91E1-2FEE933688B0}"/>
              </a:ext>
            </a:extLst>
          </p:cNvPr>
          <p:cNvSpPr/>
          <p:nvPr userDrawn="1"/>
        </p:nvSpPr>
        <p:spPr>
          <a:xfrm>
            <a:off x="6186316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8F0FBE-D417-284F-8A43-353CE2102955}"/>
              </a:ext>
            </a:extLst>
          </p:cNvPr>
          <p:cNvSpPr/>
          <p:nvPr userDrawn="1"/>
        </p:nvSpPr>
        <p:spPr>
          <a:xfrm>
            <a:off x="266700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A86E78-2195-B241-9E58-B61566E1468C}"/>
              </a:ext>
            </a:extLst>
          </p:cNvPr>
          <p:cNvSpPr/>
          <p:nvPr userDrawn="1"/>
        </p:nvSpPr>
        <p:spPr>
          <a:xfrm>
            <a:off x="3224867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D315A7B-540B-2F46-A980-C9D98C4690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700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D8F255A7-0FC6-5F41-A4FF-00AE5C1640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4867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BFEAE8FB-9F28-8C47-9672-2D030641A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6273" y="844531"/>
            <a:ext cx="2689200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6005BB1-2A18-1412-B3E2-4711E6EEA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A4A26D9-FCB7-E0F1-80B6-4E0042DF61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0A2B06-36FA-3F15-B3EE-F643CA16E6D3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DD7BAE2-CFD4-413E-F88B-47A767A3B028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DCC37042-7CD3-D3DD-1B25-A6EE1A0101BF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2B3F1F41-7370-5F55-D588-57F47E5A3592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A813855C-53F0-76B5-A284-93C7BE679783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E04DC258-14BB-E3BB-724D-A003721A496C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5570D8FA-935F-F044-74FA-7B38D06590D1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3B7588CB-4BE1-73B4-0C4E-92B8E6E23DF4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1044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Sha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09C8A96A-9930-2BC1-03C2-66DFD9DD7CCC}"/>
              </a:ext>
            </a:extLst>
          </p:cNvPr>
          <p:cNvGrpSpPr/>
          <p:nvPr userDrawn="1"/>
        </p:nvGrpSpPr>
        <p:grpSpPr>
          <a:xfrm>
            <a:off x="2721455" y="2588691"/>
            <a:ext cx="352485" cy="2532791"/>
            <a:chOff x="1005775" y="2993044"/>
            <a:chExt cx="352485" cy="22571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FE47D1-ADEB-85F8-9300-D3561E1AFA9A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A6056A-E563-2526-A284-6078C3DD489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21B6592-1D34-BD20-BCA8-294495D662A9}"/>
              </a:ext>
            </a:extLst>
          </p:cNvPr>
          <p:cNvGrpSpPr/>
          <p:nvPr userDrawn="1"/>
        </p:nvGrpSpPr>
        <p:grpSpPr>
          <a:xfrm>
            <a:off x="5795394" y="2588691"/>
            <a:ext cx="352485" cy="2532791"/>
            <a:chOff x="1005775" y="2993044"/>
            <a:chExt cx="352485" cy="22571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B516CA-F53E-4329-81CB-1F3C550D2C24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475ACE-1268-4D24-890E-312DCBA9DE4E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6005BB1-2A18-1412-B3E2-4711E6EEA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A4A26D9-FCB7-E0F1-80B6-4E0042DF61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A4A7A52-5675-D155-29DF-0ED76FB07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21" y="731622"/>
            <a:ext cx="3001950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6454436-D76D-5770-F6CF-F59F222418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73940" y="731622"/>
            <a:ext cx="3073940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5DE5F90-1C81-33D3-BFC7-09490F06BD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2827" y="731622"/>
            <a:ext cx="3027003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7D186F-A923-7CEA-05EA-5974574C99B0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CC2F6C6-B632-798D-E460-CE1B3004674C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A2499CED-3CE2-7D25-BE63-A1CF258E9F74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92DB5BCC-C52F-9528-9DCB-D7755BD02809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09355609-82DB-990C-2EF5-5E8CFFAA1110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orme libre 23">
              <a:extLst>
                <a:ext uri="{FF2B5EF4-FFF2-40B4-BE49-F238E27FC236}">
                  <a16:creationId xmlns:a16="http://schemas.microsoft.com/office/drawing/2014/main" id="{390468BE-A259-C137-A3C6-53A0703B0102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orme libre 24">
              <a:extLst>
                <a:ext uri="{FF2B5EF4-FFF2-40B4-BE49-F238E27FC236}">
                  <a16:creationId xmlns:a16="http://schemas.microsoft.com/office/drawing/2014/main" id="{6B51460E-90C2-7A97-BC02-C199FBE772D8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orme libre 25">
              <a:extLst>
                <a:ext uri="{FF2B5EF4-FFF2-40B4-BE49-F238E27FC236}">
                  <a16:creationId xmlns:a16="http://schemas.microsoft.com/office/drawing/2014/main" id="{E2EC188C-A4D7-F9D3-A3DA-130D7FE5CE2E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74940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7" name="Espace réservé pour une image  2">
            <a:extLst>
              <a:ext uri="{FF2B5EF4-FFF2-40B4-BE49-F238E27FC236}">
                <a16:creationId xmlns:a16="http://schemas.microsoft.com/office/drawing/2014/main" id="{ADA42CBB-9580-4A44-FF9B-0C485A605B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716441"/>
            <a:ext cx="2229823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48" name="Espace réservé pour une image  2">
            <a:extLst>
              <a:ext uri="{FF2B5EF4-FFF2-40B4-BE49-F238E27FC236}">
                <a16:creationId xmlns:a16="http://schemas.microsoft.com/office/drawing/2014/main" id="{ECC023EE-3340-E604-C7D2-59A329C8014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07645" y="716441"/>
            <a:ext cx="2253678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9" name="Espace réservé pour une image  2">
            <a:extLst>
              <a:ext uri="{FF2B5EF4-FFF2-40B4-BE49-F238E27FC236}">
                <a16:creationId xmlns:a16="http://schemas.microsoft.com/office/drawing/2014/main" id="{C71DFD0C-560C-0E54-7258-124BB6EB9B6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305796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0" name="Espace réservé pour une image  2">
            <a:extLst>
              <a:ext uri="{FF2B5EF4-FFF2-40B4-BE49-F238E27FC236}">
                <a16:creationId xmlns:a16="http://schemas.microsoft.com/office/drawing/2014/main" id="{6DEFC4A3-0568-88BA-5423-353805351D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364A69E5-22BE-B2CE-1D72-F5F787DC951C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FB4958A3-A75B-0191-3689-6ADDC6F5F28C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30146A1D-77ED-54B6-6FB9-775CBF52C9FC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EEA9BEEC-EA30-4F90-ACC0-56EC364944B1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3B6E475B-1843-0BD2-C0B8-872D258F2AB1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F5E351D4-07FC-088F-9073-841B72417247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26375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b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4172C01A-EE5F-D366-F083-225F7FCC14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716441"/>
            <a:ext cx="2204772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9E2EF252-34B4-2AFD-0809-1D3FE6AC590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75490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AB47F0D8-BFA0-D14C-7E4D-C817095D5F5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0EA0870E-2457-52EC-0725-D591C5B25BB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F89708BB-EECE-1B6D-D29E-0E8E7A4703E8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6E3FF6C2-3767-5C04-5CFC-982E4ED81286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orme libre 10">
              <a:extLst>
                <a:ext uri="{FF2B5EF4-FFF2-40B4-BE49-F238E27FC236}">
                  <a16:creationId xmlns:a16="http://schemas.microsoft.com/office/drawing/2014/main" id="{476A5F2B-63CE-5DE2-B003-595DA1DD7F7E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orme libre 18">
              <a:extLst>
                <a:ext uri="{FF2B5EF4-FFF2-40B4-BE49-F238E27FC236}">
                  <a16:creationId xmlns:a16="http://schemas.microsoft.com/office/drawing/2014/main" id="{95971793-AFA8-05AC-28DA-A461D94E2AA9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orme libre 19">
              <a:extLst>
                <a:ext uri="{FF2B5EF4-FFF2-40B4-BE49-F238E27FC236}">
                  <a16:creationId xmlns:a16="http://schemas.microsoft.com/office/drawing/2014/main" id="{402C8F8D-BDE7-AB2B-7CC0-4D0C302F4566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72925FB6-C789-89E4-894E-50E14D71B841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20677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14CBC8BE-5D69-CBA6-6207-131FB5F1B2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807415"/>
            <a:ext cx="4494178" cy="21651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16AE3555-A8B7-9D8D-18A7-0227B64E05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65515" y="807415"/>
            <a:ext cx="4572000" cy="21651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5" name="Espace réservé pour une image  2">
            <a:extLst>
              <a:ext uri="{FF2B5EF4-FFF2-40B4-BE49-F238E27FC236}">
                <a16:creationId xmlns:a16="http://schemas.microsoft.com/office/drawing/2014/main" id="{14090784-D02A-E30F-FB01-63468C46D4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822" y="2972593"/>
            <a:ext cx="4494178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6" name="Espace réservé pour une image  2">
            <a:extLst>
              <a:ext uri="{FF2B5EF4-FFF2-40B4-BE49-F238E27FC236}">
                <a16:creationId xmlns:a16="http://schemas.microsoft.com/office/drawing/2014/main" id="{53A71604-94B6-A43B-7715-B2EFDF705A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65515" y="2972593"/>
            <a:ext cx="4572000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E6DE0DE-2F72-8334-6901-D3E7B2AE5C75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CAF5284B-56C0-925B-B0AB-94141994B139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F507B5BB-AEEC-E513-921E-36AF4FEDDEAA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64E9A1AA-1317-F5A6-5206-BFD2EAF7EA2A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7CAFDB37-1636-58ED-7FFC-4833ED9D4A26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E206166D-3EC4-AF31-CC7F-F70FE50A3777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81156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7" name="Espace réservé pour une image  2">
            <a:extLst>
              <a:ext uri="{FF2B5EF4-FFF2-40B4-BE49-F238E27FC236}">
                <a16:creationId xmlns:a16="http://schemas.microsoft.com/office/drawing/2014/main" id="{5365F327-0104-BC62-C481-BA31EE8A2D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10150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8" name="Espace réservé pour une image  2">
            <a:extLst>
              <a:ext uri="{FF2B5EF4-FFF2-40B4-BE49-F238E27FC236}">
                <a16:creationId xmlns:a16="http://schemas.microsoft.com/office/drawing/2014/main" id="{05BF5E34-6870-3E75-5A81-D65687C1397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31171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73BAA971-054A-F5CD-6D79-4C93B7FA15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2644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0" name="Espace réservé pour une image  2">
            <a:extLst>
              <a:ext uri="{FF2B5EF4-FFF2-40B4-BE49-F238E27FC236}">
                <a16:creationId xmlns:a16="http://schemas.microsoft.com/office/drawing/2014/main" id="{6DF74874-4261-1F30-DE37-CD6E62C33E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10150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4" name="Espace réservé pour une image  2">
            <a:extLst>
              <a:ext uri="{FF2B5EF4-FFF2-40B4-BE49-F238E27FC236}">
                <a16:creationId xmlns:a16="http://schemas.microsoft.com/office/drawing/2014/main" id="{D0DF507D-EFB5-1032-199E-12F3086C4F0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31171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5" name="Espace réservé pour une image  2">
            <a:extLst>
              <a:ext uri="{FF2B5EF4-FFF2-40B4-BE49-F238E27FC236}">
                <a16:creationId xmlns:a16="http://schemas.microsoft.com/office/drawing/2014/main" id="{73E98BD6-B2A3-5C53-773E-72477FC6D9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82644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4A6CE73B-2B0C-9CBB-2750-BC3C84C82CE2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B67B44C1-73D8-226D-3129-F068345D349C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9A309BF8-C9AA-320A-752F-C377BBFF0D67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DBB6C0A8-7E52-3D43-E080-23F0158714D0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B31BCADD-B734-1FD6-8054-AE2B8AE4DECD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34747CE8-18DD-BC55-1D05-28FADC8ECEC9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67992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180CF692-59C3-E998-01AA-17D90D29D86B}"/>
              </a:ext>
            </a:extLst>
          </p:cNvPr>
          <p:cNvGrpSpPr/>
          <p:nvPr userDrawn="1"/>
        </p:nvGrpSpPr>
        <p:grpSpPr>
          <a:xfrm>
            <a:off x="1012038" y="3046343"/>
            <a:ext cx="352485" cy="2066484"/>
            <a:chOff x="1012038" y="3046342"/>
            <a:chExt cx="352485" cy="20990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339DC2-5D9B-AFC5-97DE-48BA77B27813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7C9851-6E71-11D9-2EA5-99754EDB4AA9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F64E60B4-5D9F-C771-2C12-00904371B78C}"/>
              </a:ext>
            </a:extLst>
          </p:cNvPr>
          <p:cNvGrpSpPr/>
          <p:nvPr userDrawn="1"/>
        </p:nvGrpSpPr>
        <p:grpSpPr>
          <a:xfrm>
            <a:off x="2327271" y="3046343"/>
            <a:ext cx="352485" cy="2066484"/>
            <a:chOff x="1012038" y="3046342"/>
            <a:chExt cx="352485" cy="209907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1DC76C1-9DE1-BA84-2D8B-FF61AB94F922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4AC6E28-D4FD-BBF4-61DD-D48B061E5E17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2AF1D636-FDA5-099F-CAAF-84A62EE30099}"/>
              </a:ext>
            </a:extLst>
          </p:cNvPr>
          <p:cNvGrpSpPr/>
          <p:nvPr userDrawn="1"/>
        </p:nvGrpSpPr>
        <p:grpSpPr>
          <a:xfrm>
            <a:off x="3623715" y="3046343"/>
            <a:ext cx="352485" cy="2066484"/>
            <a:chOff x="1012038" y="3046342"/>
            <a:chExt cx="352485" cy="2099077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7497D78-793C-2F41-C847-8059E7E36F71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F6175D5-2C38-5ABC-1882-DF2C3263685E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04E288CB-F0FA-DC3E-4E47-42EDEF37AABB}"/>
              </a:ext>
            </a:extLst>
          </p:cNvPr>
          <p:cNvGrpSpPr/>
          <p:nvPr userDrawn="1"/>
        </p:nvGrpSpPr>
        <p:grpSpPr>
          <a:xfrm>
            <a:off x="4926422" y="3046343"/>
            <a:ext cx="352485" cy="2066484"/>
            <a:chOff x="1012038" y="3046342"/>
            <a:chExt cx="352485" cy="20990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FB8D5A-C3A4-3CBB-4365-5E5BA192B4C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44C906F-C320-CF54-7994-5F7139601EF6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1B6CD5D3-409C-AB97-418C-AC422BE65A8F}"/>
              </a:ext>
            </a:extLst>
          </p:cNvPr>
          <p:cNvGrpSpPr/>
          <p:nvPr userDrawn="1"/>
        </p:nvGrpSpPr>
        <p:grpSpPr>
          <a:xfrm>
            <a:off x="6210340" y="3046343"/>
            <a:ext cx="352485" cy="2066484"/>
            <a:chOff x="1012038" y="3046342"/>
            <a:chExt cx="352485" cy="209907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5C88521-F2B8-D269-4D7F-2D5434D6CC3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F076767-E6E0-BB05-E8E9-03E5F24177BD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6725010-7A10-D80F-870A-F16AFBC90CAA}"/>
              </a:ext>
            </a:extLst>
          </p:cNvPr>
          <p:cNvGrpSpPr/>
          <p:nvPr userDrawn="1"/>
        </p:nvGrpSpPr>
        <p:grpSpPr>
          <a:xfrm>
            <a:off x="7506784" y="3046343"/>
            <a:ext cx="352485" cy="2066484"/>
            <a:chOff x="1012038" y="3046342"/>
            <a:chExt cx="352485" cy="209907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5FAA746-F0A3-C57A-FC9D-58D7E664388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E97E8C3-9059-4C28-AA83-8FB33B6D1AC2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6" name="Espace réservé pour une image  2">
            <a:extLst>
              <a:ext uri="{FF2B5EF4-FFF2-40B4-BE49-F238E27FC236}">
                <a16:creationId xmlns:a16="http://schemas.microsoft.com/office/drawing/2014/main" id="{9F466A84-859D-F80A-EB58-0C6E1A3135D2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77822" y="979714"/>
            <a:ext cx="1296442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57" name="Espace réservé pour une image  2">
            <a:extLst>
              <a:ext uri="{FF2B5EF4-FFF2-40B4-BE49-F238E27FC236}">
                <a16:creationId xmlns:a16="http://schemas.microsoft.com/office/drawing/2014/main" id="{92F18E16-1FEC-896F-E1A9-C19C982E1B9C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1368003" y="979714"/>
            <a:ext cx="130549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58" name="Espace réservé pour une image  2">
            <a:extLst>
              <a:ext uri="{FF2B5EF4-FFF2-40B4-BE49-F238E27FC236}">
                <a16:creationId xmlns:a16="http://schemas.microsoft.com/office/drawing/2014/main" id="{D51C8E2B-31BD-4F6D-8950-D42D44D7A39F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2664446" y="979714"/>
            <a:ext cx="1297646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59" name="Espace réservé pour une image  2">
            <a:extLst>
              <a:ext uri="{FF2B5EF4-FFF2-40B4-BE49-F238E27FC236}">
                <a16:creationId xmlns:a16="http://schemas.microsoft.com/office/drawing/2014/main" id="{BD153C8F-C347-F5F9-859D-6094409B7164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3960891" y="979714"/>
            <a:ext cx="1297644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60" name="Espace réservé pour une image  2">
            <a:extLst>
              <a:ext uri="{FF2B5EF4-FFF2-40B4-BE49-F238E27FC236}">
                <a16:creationId xmlns:a16="http://schemas.microsoft.com/office/drawing/2014/main" id="{61087D28-C7AB-2C1C-9055-C80AB5099552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257333" y="979714"/>
            <a:ext cx="1315235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61" name="Espace réservé pour une image  2">
            <a:extLst>
              <a:ext uri="{FF2B5EF4-FFF2-40B4-BE49-F238E27FC236}">
                <a16:creationId xmlns:a16="http://schemas.microsoft.com/office/drawing/2014/main" id="{08A7BFC7-C827-A6E5-2762-078D9FF72BAC}"/>
              </a:ext>
            </a:extLst>
          </p:cNvPr>
          <p:cNvSpPr>
            <a:spLocks noGrp="1"/>
          </p:cNvSpPr>
          <p:nvPr userDrawn="1">
            <p:ph type="pic" sz="quarter" idx="21"/>
          </p:nvPr>
        </p:nvSpPr>
        <p:spPr>
          <a:xfrm>
            <a:off x="6553777" y="979714"/>
            <a:ext cx="1314032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62" name="Espace réservé pour une image  2">
            <a:extLst>
              <a:ext uri="{FF2B5EF4-FFF2-40B4-BE49-F238E27FC236}">
                <a16:creationId xmlns:a16="http://schemas.microsoft.com/office/drawing/2014/main" id="{FA40E6E3-3403-FE2E-BB22-8D97B8C4CDD3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7850222" y="979714"/>
            <a:ext cx="128550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AD65C15D-AC15-944A-2BED-F0E0D8214FF2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83D5EA87-B8A9-3761-2D15-9593AB48F58C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3310776D-C8B3-9D52-072E-2DF11805A711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A61472B6-8696-7CCD-8CB9-800B589FC4D0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934897D7-907A-1260-B455-271C37E78F7E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D1C67B28-4B89-4EA2-0CC3-3F88028FB523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893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EE5375-21D0-4C83-9E51-AD35EA23189E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gradFill>
            <a:gsLst>
              <a:gs pos="34000">
                <a:schemeClr val="accent3"/>
              </a:gs>
              <a:gs pos="0">
                <a:schemeClr val="accent3">
                  <a:lumMod val="50000"/>
                </a:schemeClr>
              </a:gs>
              <a:gs pos="100000">
                <a:schemeClr val="accent3"/>
              </a:gs>
              <a:gs pos="62000">
                <a:schemeClr val="accent6"/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F5C7F75A-00BF-D41C-ACD9-00B400614C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chemeClr val="bg1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9FA953-4600-2D1E-E98C-0845AE54B9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BE99BB8E-D287-B6D1-C2E4-FF8FD1021BF4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  <a:solidFill>
            <a:schemeClr val="bg1"/>
          </a:solidFill>
        </p:grpSpPr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574D7A30-4D36-D32E-0CCE-384E8CEE197A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53B014CE-3D14-CD60-B504-4F806423AD32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9AD983FC-AAFA-9329-2715-9187F5DD4B9A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343E7A9B-2646-C34E-CB2A-0542E0A5A824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CDB93824-B563-2291-B1F0-07407F382490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1744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21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9" r:id="rId1"/>
    <p:sldLayoutId id="2147484818" r:id="rId2"/>
    <p:sldLayoutId id="2147484835" r:id="rId3"/>
    <p:sldLayoutId id="2147484828" r:id="rId4"/>
    <p:sldLayoutId id="2147484806" r:id="rId5"/>
    <p:sldLayoutId id="2147484834" r:id="rId6"/>
    <p:sldLayoutId id="2147484839" r:id="rId7"/>
    <p:sldLayoutId id="2147484840" r:id="rId8"/>
    <p:sldLayoutId id="2147484836" r:id="rId9"/>
    <p:sldLayoutId id="2147484829" r:id="rId10"/>
    <p:sldLayoutId id="2147484830" r:id="rId11"/>
    <p:sldLayoutId id="2147484858" r:id="rId12"/>
    <p:sldLayoutId id="2147484855" r:id="rId13"/>
    <p:sldLayoutId id="2147484857" r:id="rId14"/>
    <p:sldLayoutId id="2147484859" r:id="rId15"/>
    <p:sldLayoutId id="2147484860" r:id="rId16"/>
    <p:sldLayoutId id="2147484856" r:id="rId17"/>
    <p:sldLayoutId id="2147484841" r:id="rId18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Relationship Id="rId9" Type="http://schemas.openxmlformats.org/officeDocument/2006/relationships/image" Target="../media/image39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Relationship Id="rId6" Type="http://schemas.openxmlformats.org/officeDocument/2006/relationships/image" Target="../media/image41.png"/><Relationship Id="rId5" Type="http://schemas.openxmlformats.org/officeDocument/2006/relationships/image" Target="../media/image40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45.png"/><Relationship Id="rId5" Type="http://schemas.openxmlformats.org/officeDocument/2006/relationships/image" Target="../media/image40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7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61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.xml"/><Relationship Id="rId6" Type="http://schemas.openxmlformats.org/officeDocument/2006/relationships/image" Target="../media/image60.jpeg"/><Relationship Id="rId5" Type="http://schemas.openxmlformats.org/officeDocument/2006/relationships/image" Target="../media/image59.jpeg"/><Relationship Id="rId4" Type="http://schemas.openxmlformats.org/officeDocument/2006/relationships/image" Target="../media/image58.jpeg"/><Relationship Id="rId9" Type="http://schemas.openxmlformats.org/officeDocument/2006/relationships/image" Target="../media/image40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eg"/><Relationship Id="rId3" Type="http://schemas.openxmlformats.org/officeDocument/2006/relationships/image" Target="../media/image63.jpeg"/><Relationship Id="rId7" Type="http://schemas.openxmlformats.org/officeDocument/2006/relationships/image" Target="../media/image67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6.jpeg"/><Relationship Id="rId5" Type="http://schemas.openxmlformats.org/officeDocument/2006/relationships/image" Target="../media/image65.jpeg"/><Relationship Id="rId4" Type="http://schemas.openxmlformats.org/officeDocument/2006/relationships/image" Target="../media/image64.jpeg"/><Relationship Id="rId9" Type="http://schemas.openxmlformats.org/officeDocument/2006/relationships/image" Target="../media/image69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1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5" Type="http://schemas.openxmlformats.org/officeDocument/2006/relationships/image" Target="../media/image72.emf"/><Relationship Id="rId4" Type="http://schemas.openxmlformats.org/officeDocument/2006/relationships/oleObject" Target="../embeddings/oleObject4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city skyline with lights reflecting on water&#10;&#10;AI-generated content may be incorrect.">
            <a:extLst>
              <a:ext uri="{FF2B5EF4-FFF2-40B4-BE49-F238E27FC236}">
                <a16:creationId xmlns:a16="http://schemas.microsoft.com/office/drawing/2014/main" id="{D4E4F4A6-021C-C5B7-0623-7B5FF0ACF8A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3" name="Espace réservé pour une image  12" descr="Une image contenant eau, léger, nuit, ville&#10;&#10;Le contenu généré par l’IA peut être incorrect.">
            <a:extLst>
              <a:ext uri="{FF2B5EF4-FFF2-40B4-BE49-F238E27FC236}">
                <a16:creationId xmlns:a16="http://schemas.microsoft.com/office/drawing/2014/main" id="{4E9A73DD-433B-B184-6728-243178580DFB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66617" y="-1401"/>
            <a:ext cx="6882411" cy="4525975"/>
          </a:xfr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CBFD2B6B-9EE6-FF5F-2FEB-476D3F75B887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2266950" y="-8965"/>
            <a:ext cx="3635156" cy="4531939"/>
          </a:xfrm>
          <a:prstGeom prst="line">
            <a:avLst/>
          </a:prstGeom>
          <a:ln w="50800">
            <a:gradFill>
              <a:gsLst>
                <a:gs pos="100000">
                  <a:schemeClr val="accent3"/>
                </a:gs>
                <a:gs pos="56000">
                  <a:schemeClr val="accent4"/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2C11A0B-1CCE-D57A-45F2-C24D35F5A754}"/>
              </a:ext>
            </a:extLst>
          </p:cNvPr>
          <p:cNvSpPr/>
          <p:nvPr/>
        </p:nvSpPr>
        <p:spPr>
          <a:xfrm>
            <a:off x="2182077" y="1894473"/>
            <a:ext cx="4784873" cy="888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150" b="1" noProof="0" dirty="0">
                <a:solidFill>
                  <a:schemeClr val="bg1"/>
                </a:solidFill>
                <a:effectLst>
                  <a:outerShdw blurRad="633766" dist="90174" dir="5100000" sx="102000" sy="102000" algn="tl" rotWithShape="0">
                    <a:prstClr val="black">
                      <a:alpha val="94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BUILDING TOMORROW’S</a:t>
            </a:r>
          </a:p>
          <a:p>
            <a:pPr algn="ctr">
              <a:lnSpc>
                <a:spcPct val="90000"/>
              </a:lnSpc>
            </a:pPr>
            <a:r>
              <a:rPr lang="en-US" sz="3600" spc="150" noProof="0" dirty="0">
                <a:solidFill>
                  <a:schemeClr val="bg1"/>
                </a:solidFill>
                <a:effectLst>
                  <a:outerShdw blurRad="633766" dist="90174" dir="5100000" sx="102000" sy="102000" algn="tl" rotWithShape="0">
                    <a:prstClr val="black">
                      <a:alpha val="94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WORLD TODAY</a:t>
            </a:r>
          </a:p>
        </p:txBody>
      </p:sp>
      <p:sp>
        <p:nvSpPr>
          <p:cNvPr id="43" name="Espace réservé du texte 42">
            <a:extLst>
              <a:ext uri="{FF2B5EF4-FFF2-40B4-BE49-F238E27FC236}">
                <a16:creationId xmlns:a16="http://schemas.microsoft.com/office/drawing/2014/main" id="{D7CA46BC-23B0-EE6D-70C9-E65CF5ECA4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noProof="0" dirty="0"/>
              <a:t>2025</a:t>
            </a:r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0DCC4564-888A-1E52-B011-7D34235F05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0" dirty="0"/>
              <a:t>Templates ALTEN Group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4B3CAFB7-0E5E-6DC5-EF74-8B6FFF0087F9}"/>
              </a:ext>
            </a:extLst>
          </p:cNvPr>
          <p:cNvGrpSpPr/>
          <p:nvPr/>
        </p:nvGrpSpPr>
        <p:grpSpPr>
          <a:xfrm>
            <a:off x="5028" y="3861412"/>
            <a:ext cx="9144000" cy="1263268"/>
            <a:chOff x="5028" y="3861412"/>
            <a:chExt cx="9144000" cy="1263268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4A55106-9E04-BA6F-3F97-A08F88D1A783}"/>
                </a:ext>
              </a:extLst>
            </p:cNvPr>
            <p:cNvSpPr/>
            <p:nvPr/>
          </p:nvSpPr>
          <p:spPr>
            <a:xfrm>
              <a:off x="5028" y="4515347"/>
              <a:ext cx="9144000" cy="1836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pic>
          <p:nvPicPr>
            <p:cNvPr id="4" name="Image 3" descr="Une image contenant Graphique, Caractère coloré, graphisme, triangle&#10;&#10;Le contenu généré par l’IA peut être incorrect.">
              <a:extLst>
                <a:ext uri="{FF2B5EF4-FFF2-40B4-BE49-F238E27FC236}">
                  <a16:creationId xmlns:a16="http://schemas.microsoft.com/office/drawing/2014/main" id="{04AAF45E-85CF-8A25-BEAB-E6EB5988D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29732" y="3861412"/>
              <a:ext cx="892138" cy="1263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784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person standing on a rocky mountain top&#10;&#10;AI-generated content may be incorrect.">
            <a:extLst>
              <a:ext uri="{FF2B5EF4-FFF2-40B4-BE49-F238E27FC236}">
                <a16:creationId xmlns:a16="http://schemas.microsoft.com/office/drawing/2014/main" id="{76BECECC-EB39-5DE2-C0CC-1DA9E6EB251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9144000" cy="4515346"/>
          </a:xfr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FCD42CD-292C-530E-3F9A-AA97151790B2}"/>
              </a:ext>
            </a:extLst>
          </p:cNvPr>
          <p:cNvSpPr/>
          <p:nvPr/>
        </p:nvSpPr>
        <p:spPr>
          <a:xfrm>
            <a:off x="0" y="1"/>
            <a:ext cx="9144000" cy="4497998"/>
          </a:xfrm>
          <a:prstGeom prst="rect">
            <a:avLst/>
          </a:prstGeom>
          <a:solidFill>
            <a:schemeClr val="tx1">
              <a:alpha val="50407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 descr="Une image contenant texte, Police, Graphique, capture d’écran&#10;&#10;Description générée automatiquement">
            <a:extLst>
              <a:ext uri="{FF2B5EF4-FFF2-40B4-BE49-F238E27FC236}">
                <a16:creationId xmlns:a16="http://schemas.microsoft.com/office/drawing/2014/main" id="{DBB6BD6C-2019-C8BA-1D9C-3247B25786C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9560" y="450585"/>
            <a:ext cx="3803650" cy="3238500"/>
          </a:xfrm>
          <a:prstGeom prst="rect">
            <a:avLst/>
          </a:prstGeom>
        </p:spPr>
      </p:pic>
      <p:pic>
        <p:nvPicPr>
          <p:cNvPr id="4" name="Image 3" descr="Une image contenant Graphique, Caractère coloré, graphisme, triangle&#10;&#10;Le contenu généré par l’IA peut être incorrect.">
            <a:extLst>
              <a:ext uri="{FF2B5EF4-FFF2-40B4-BE49-F238E27FC236}">
                <a16:creationId xmlns:a16="http://schemas.microsoft.com/office/drawing/2014/main" id="{C9A06021-07AF-AD56-98FA-12CB93451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9732" y="3861412"/>
            <a:ext cx="892138" cy="126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2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person standing on a rocky mountain top&#10;&#10;AI-generated content may be incorrect.">
            <a:extLst>
              <a:ext uri="{FF2B5EF4-FFF2-40B4-BE49-F238E27FC236}">
                <a16:creationId xmlns:a16="http://schemas.microsoft.com/office/drawing/2014/main" id="{2FD56734-DAC8-38C8-9B9A-76D1C154F34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9144000" cy="4515346"/>
          </a:xfrm>
        </p:spPr>
      </p:pic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1465F45C-EA7A-5DA4-A9B2-A49DA8D4EC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2315ED4-186F-4C5E-9085-78795ABF36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CD42CD-292C-530E-3F9A-AA97151790B2}"/>
              </a:ext>
            </a:extLst>
          </p:cNvPr>
          <p:cNvSpPr/>
          <p:nvPr/>
        </p:nvSpPr>
        <p:spPr>
          <a:xfrm>
            <a:off x="0" y="1"/>
            <a:ext cx="9144000" cy="4497998"/>
          </a:xfrm>
          <a:prstGeom prst="rect">
            <a:avLst/>
          </a:prstGeom>
          <a:solidFill>
            <a:schemeClr val="tx1">
              <a:alpha val="50407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42B5EDB-17CE-CDD5-F423-E6AA80939E4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22483" y="494315"/>
            <a:ext cx="3884520" cy="3307355"/>
          </a:xfrm>
          <a:prstGeom prst="rect">
            <a:avLst/>
          </a:prstGeom>
        </p:spPr>
      </p:pic>
      <p:pic>
        <p:nvPicPr>
          <p:cNvPr id="2" name="Image 1" descr="Une image contenant Graphique, Caractère coloré, graphisme, triangle&#10;&#10;Le contenu généré par l’IA peut être incorrect.">
            <a:extLst>
              <a:ext uri="{FF2B5EF4-FFF2-40B4-BE49-F238E27FC236}">
                <a16:creationId xmlns:a16="http://schemas.microsoft.com/office/drawing/2014/main" id="{E14E6987-9580-F474-8C93-D95444C6F1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9732" y="3861412"/>
            <a:ext cx="892138" cy="126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58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852B7BF-C43E-4834-9A44-D7E2C3B90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Program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A9334D-ED5B-7848-DC8C-5E9213E2BA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733" y="439773"/>
            <a:ext cx="7817953" cy="161162"/>
          </a:xfrm>
        </p:spPr>
        <p:txBody>
          <a:bodyPr/>
          <a:lstStyle/>
          <a:p>
            <a:r>
              <a:rPr lang="en-US" noProof="0" dirty="0"/>
              <a:t>Speakers</a:t>
            </a:r>
          </a:p>
        </p:txBody>
      </p:sp>
      <p:sp>
        <p:nvSpPr>
          <p:cNvPr id="10" name="Rectangle 43">
            <a:extLst>
              <a:ext uri="{FF2B5EF4-FFF2-40B4-BE49-F238E27FC236}">
                <a16:creationId xmlns:a16="http://schemas.microsoft.com/office/drawing/2014/main" id="{ACCF4DB8-DC7C-986C-6C4E-BB899A997646}"/>
              </a:ext>
            </a:extLst>
          </p:cNvPr>
          <p:cNvSpPr/>
          <p:nvPr/>
        </p:nvSpPr>
        <p:spPr>
          <a:xfrm>
            <a:off x="4712913" y="-8965"/>
            <a:ext cx="4431087" cy="5154613"/>
          </a:xfrm>
          <a:custGeom>
            <a:avLst/>
            <a:gdLst>
              <a:gd name="connsiteX0" fmla="*/ 0 w 7983633"/>
              <a:gd name="connsiteY0" fmla="*/ 0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0 w 7983633"/>
              <a:gd name="connsiteY4" fmla="*/ 0 h 10287000"/>
              <a:gd name="connsiteX0" fmla="*/ 3299012 w 7983633"/>
              <a:gd name="connsiteY0" fmla="*/ 17929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3299012 w 7983633"/>
              <a:gd name="connsiteY4" fmla="*/ 17929 h 10287000"/>
              <a:gd name="connsiteX0" fmla="*/ 1882588 w 7983633"/>
              <a:gd name="connsiteY0" fmla="*/ 0 h 10304929"/>
              <a:gd name="connsiteX1" fmla="*/ 7983633 w 7983633"/>
              <a:gd name="connsiteY1" fmla="*/ 17929 h 10304929"/>
              <a:gd name="connsiteX2" fmla="*/ 7983633 w 7983633"/>
              <a:gd name="connsiteY2" fmla="*/ 10304929 h 10304929"/>
              <a:gd name="connsiteX3" fmla="*/ 0 w 7983633"/>
              <a:gd name="connsiteY3" fmla="*/ 10304929 h 10304929"/>
              <a:gd name="connsiteX4" fmla="*/ 1882588 w 7983633"/>
              <a:gd name="connsiteY4" fmla="*/ 0 h 10304929"/>
              <a:gd name="connsiteX0" fmla="*/ 2761129 w 8862174"/>
              <a:gd name="connsiteY0" fmla="*/ 0 h 10304929"/>
              <a:gd name="connsiteX1" fmla="*/ 8862174 w 8862174"/>
              <a:gd name="connsiteY1" fmla="*/ 17929 h 10304929"/>
              <a:gd name="connsiteX2" fmla="*/ 8862174 w 8862174"/>
              <a:gd name="connsiteY2" fmla="*/ 10304929 h 10304929"/>
              <a:gd name="connsiteX3" fmla="*/ 0 w 8862174"/>
              <a:gd name="connsiteY3" fmla="*/ 10287000 h 10304929"/>
              <a:gd name="connsiteX4" fmla="*/ 2761129 w 8862174"/>
              <a:gd name="connsiteY4" fmla="*/ 0 h 10304929"/>
              <a:gd name="connsiteX0" fmla="*/ 2761129 w 8862174"/>
              <a:gd name="connsiteY0" fmla="*/ 0 h 10309225"/>
              <a:gd name="connsiteX1" fmla="*/ 8862174 w 8862174"/>
              <a:gd name="connsiteY1" fmla="*/ 17929 h 10309225"/>
              <a:gd name="connsiteX2" fmla="*/ 8862174 w 8862174"/>
              <a:gd name="connsiteY2" fmla="*/ 10304929 h 10309225"/>
              <a:gd name="connsiteX3" fmla="*/ 0 w 8862174"/>
              <a:gd name="connsiteY3" fmla="*/ 10309225 h 10309225"/>
              <a:gd name="connsiteX4" fmla="*/ 2761129 w 8862174"/>
              <a:gd name="connsiteY4" fmla="*/ 0 h 1030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2174" h="10309225">
                <a:moveTo>
                  <a:pt x="2761129" y="0"/>
                </a:moveTo>
                <a:lnTo>
                  <a:pt x="8862174" y="17929"/>
                </a:lnTo>
                <a:lnTo>
                  <a:pt x="8862174" y="10304929"/>
                </a:lnTo>
                <a:lnTo>
                  <a:pt x="0" y="10309225"/>
                </a:lnTo>
                <a:lnTo>
                  <a:pt x="2761129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pic>
        <p:nvPicPr>
          <p:cNvPr id="61" name="Image 60">
            <a:extLst>
              <a:ext uri="{FF2B5EF4-FFF2-40B4-BE49-F238E27FC236}">
                <a16:creationId xmlns:a16="http://schemas.microsoft.com/office/drawing/2014/main" id="{6F20A149-1CC1-D162-8DA5-71C75DF36E5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8714" y="1145892"/>
            <a:ext cx="522000" cy="522000"/>
          </a:xfrm>
          <a:prstGeom prst="ellipse">
            <a:avLst/>
          </a:prstGeom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BC266A12-3EE0-72AD-9190-EB1EACA19BA8}"/>
              </a:ext>
            </a:extLst>
          </p:cNvPr>
          <p:cNvSpPr txBox="1"/>
          <p:nvPr/>
        </p:nvSpPr>
        <p:spPr>
          <a:xfrm>
            <a:off x="1343587" y="1204738"/>
            <a:ext cx="3615368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00" b="1" noProof="0" dirty="0"/>
              <a:t>FIRST NAME LAST NAME</a:t>
            </a:r>
            <a:br>
              <a:rPr lang="en-US" sz="1000" b="1" noProof="0" dirty="0">
                <a:solidFill>
                  <a:schemeClr val="accent4"/>
                </a:solidFill>
              </a:rPr>
            </a:br>
            <a:r>
              <a:rPr lang="en-US" sz="1000" noProof="0" dirty="0">
                <a:solidFill>
                  <a:srgbClr val="002060"/>
                </a:solidFill>
              </a:rPr>
              <a:t>Job title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|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Title of the presentation</a:t>
            </a: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CC81D644-DB1B-AF6E-7A6C-9FE0BFD73844}"/>
              </a:ext>
            </a:extLst>
          </p:cNvPr>
          <p:cNvGrpSpPr/>
          <p:nvPr/>
        </p:nvGrpSpPr>
        <p:grpSpPr>
          <a:xfrm>
            <a:off x="399792" y="1000987"/>
            <a:ext cx="298423" cy="289809"/>
            <a:chOff x="1695435" y="2288376"/>
            <a:chExt cx="718659" cy="697912"/>
          </a:xfrm>
        </p:grpSpPr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48A4E8C5-C4E2-1AEE-CBF8-B17A3D30D6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5435" y="2288376"/>
              <a:ext cx="684000" cy="68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35">
                <a:defRPr/>
              </a:pPr>
              <a:r>
                <a:rPr lang="en-US" sz="1101" noProof="0" dirty="0">
                  <a:solidFill>
                    <a:srgbClr val="1D93C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15’</a:t>
              </a:r>
            </a:p>
          </p:txBody>
        </p:sp>
        <p:sp>
          <p:nvSpPr>
            <p:cNvPr id="65" name="Triangle 3">
              <a:extLst>
                <a:ext uri="{FF2B5EF4-FFF2-40B4-BE49-F238E27FC236}">
                  <a16:creationId xmlns:a16="http://schemas.microsoft.com/office/drawing/2014/main" id="{7D044180-B90E-B2FE-D604-80135B7275F5}"/>
                </a:ext>
              </a:extLst>
            </p:cNvPr>
            <p:cNvSpPr/>
            <p:nvPr/>
          </p:nvSpPr>
          <p:spPr>
            <a:xfrm rot="7459673">
              <a:off x="2174392" y="2746587"/>
              <a:ext cx="257457" cy="22194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>
                <a:defRPr/>
              </a:pPr>
              <a:endParaRPr lang="en-US" sz="1101" noProof="0" dirty="0">
                <a:solidFill>
                  <a:srgbClr val="1D93C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67" name="Image 66">
            <a:extLst>
              <a:ext uri="{FF2B5EF4-FFF2-40B4-BE49-F238E27FC236}">
                <a16:creationId xmlns:a16="http://schemas.microsoft.com/office/drawing/2014/main" id="{00963EE8-E583-66A8-59CC-3FFDA8B0B40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8714" y="1892204"/>
            <a:ext cx="522000" cy="522000"/>
          </a:xfrm>
          <a:prstGeom prst="ellipse">
            <a:avLst/>
          </a:prstGeom>
        </p:spPr>
      </p:pic>
      <p:sp>
        <p:nvSpPr>
          <p:cNvPr id="68" name="ZoneTexte 67">
            <a:extLst>
              <a:ext uri="{FF2B5EF4-FFF2-40B4-BE49-F238E27FC236}">
                <a16:creationId xmlns:a16="http://schemas.microsoft.com/office/drawing/2014/main" id="{38DA2F79-2A55-F154-530E-23051E48493C}"/>
              </a:ext>
            </a:extLst>
          </p:cNvPr>
          <p:cNvSpPr txBox="1"/>
          <p:nvPr/>
        </p:nvSpPr>
        <p:spPr>
          <a:xfrm>
            <a:off x="1343587" y="1951050"/>
            <a:ext cx="3615368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00" b="1" noProof="0" dirty="0"/>
              <a:t>FIRST NAME LAST NAME</a:t>
            </a:r>
            <a:br>
              <a:rPr lang="en-US" sz="1000" b="1" noProof="0" dirty="0">
                <a:solidFill>
                  <a:schemeClr val="accent4"/>
                </a:solidFill>
              </a:rPr>
            </a:br>
            <a:r>
              <a:rPr lang="en-US" sz="1000" noProof="0" dirty="0">
                <a:solidFill>
                  <a:srgbClr val="002060"/>
                </a:solidFill>
              </a:rPr>
              <a:t>Job title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|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Title of the presentation</a:t>
            </a:r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67FDE7B8-F965-EE14-C22D-3EA53E552089}"/>
              </a:ext>
            </a:extLst>
          </p:cNvPr>
          <p:cNvGrpSpPr/>
          <p:nvPr/>
        </p:nvGrpSpPr>
        <p:grpSpPr>
          <a:xfrm>
            <a:off x="399792" y="1747299"/>
            <a:ext cx="298423" cy="289809"/>
            <a:chOff x="1695435" y="2288376"/>
            <a:chExt cx="718659" cy="697912"/>
          </a:xfrm>
        </p:grpSpPr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B8F6F0C1-AEE4-FABE-DBEA-ACAE63A8EC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5435" y="2288376"/>
              <a:ext cx="684000" cy="68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35">
                <a:defRPr/>
              </a:pPr>
              <a:r>
                <a:rPr lang="en-US" sz="1101" noProof="0" dirty="0">
                  <a:solidFill>
                    <a:srgbClr val="1D93C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10’</a:t>
              </a:r>
            </a:p>
          </p:txBody>
        </p:sp>
        <p:sp>
          <p:nvSpPr>
            <p:cNvPr id="71" name="Triangle 3">
              <a:extLst>
                <a:ext uri="{FF2B5EF4-FFF2-40B4-BE49-F238E27FC236}">
                  <a16:creationId xmlns:a16="http://schemas.microsoft.com/office/drawing/2014/main" id="{E570D688-CA11-6B18-5D19-D09593EE2AE2}"/>
                </a:ext>
              </a:extLst>
            </p:cNvPr>
            <p:cNvSpPr/>
            <p:nvPr/>
          </p:nvSpPr>
          <p:spPr>
            <a:xfrm rot="7459673">
              <a:off x="2174392" y="2746587"/>
              <a:ext cx="257457" cy="22194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>
                <a:defRPr/>
              </a:pPr>
              <a:endParaRPr lang="en-US" sz="1101" noProof="0" dirty="0">
                <a:solidFill>
                  <a:srgbClr val="1D93C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73" name="Image 72">
            <a:extLst>
              <a:ext uri="{FF2B5EF4-FFF2-40B4-BE49-F238E27FC236}">
                <a16:creationId xmlns:a16="http://schemas.microsoft.com/office/drawing/2014/main" id="{F9616CBD-FA37-B165-6551-80997FE8C49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8714" y="2638516"/>
            <a:ext cx="522000" cy="522000"/>
          </a:xfrm>
          <a:prstGeom prst="ellipse">
            <a:avLst/>
          </a:prstGeom>
        </p:spPr>
      </p:pic>
      <p:sp>
        <p:nvSpPr>
          <p:cNvPr id="74" name="ZoneTexte 73">
            <a:extLst>
              <a:ext uri="{FF2B5EF4-FFF2-40B4-BE49-F238E27FC236}">
                <a16:creationId xmlns:a16="http://schemas.microsoft.com/office/drawing/2014/main" id="{DBDCDB17-A1F3-F418-A6FA-9AC275AA5294}"/>
              </a:ext>
            </a:extLst>
          </p:cNvPr>
          <p:cNvSpPr txBox="1"/>
          <p:nvPr/>
        </p:nvSpPr>
        <p:spPr>
          <a:xfrm>
            <a:off x="1343587" y="2697362"/>
            <a:ext cx="3615368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00" b="1" noProof="0" dirty="0"/>
              <a:t>FIRST NAME LAST NAME</a:t>
            </a:r>
            <a:br>
              <a:rPr lang="en-US" sz="1000" b="1" noProof="0" dirty="0">
                <a:solidFill>
                  <a:schemeClr val="accent4"/>
                </a:solidFill>
              </a:rPr>
            </a:br>
            <a:r>
              <a:rPr lang="en-US" sz="1000" noProof="0" dirty="0">
                <a:solidFill>
                  <a:srgbClr val="002060"/>
                </a:solidFill>
              </a:rPr>
              <a:t>Job title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|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Title of the presentation</a:t>
            </a:r>
          </a:p>
        </p:txBody>
      </p: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12DF3049-9A90-4F81-6AE0-6B9DB1313DDE}"/>
              </a:ext>
            </a:extLst>
          </p:cNvPr>
          <p:cNvGrpSpPr/>
          <p:nvPr/>
        </p:nvGrpSpPr>
        <p:grpSpPr>
          <a:xfrm>
            <a:off x="399792" y="2493611"/>
            <a:ext cx="298423" cy="289809"/>
            <a:chOff x="1695435" y="2288376"/>
            <a:chExt cx="718659" cy="697912"/>
          </a:xfrm>
        </p:grpSpPr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33ECFEB8-D741-529F-7400-4BE942F3A5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5435" y="2288376"/>
              <a:ext cx="684000" cy="68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35">
                <a:defRPr/>
              </a:pPr>
              <a:r>
                <a:rPr lang="en-US" sz="1101" noProof="0" dirty="0">
                  <a:solidFill>
                    <a:srgbClr val="1D93C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5’</a:t>
              </a:r>
            </a:p>
          </p:txBody>
        </p:sp>
        <p:sp>
          <p:nvSpPr>
            <p:cNvPr id="77" name="Triangle 3">
              <a:extLst>
                <a:ext uri="{FF2B5EF4-FFF2-40B4-BE49-F238E27FC236}">
                  <a16:creationId xmlns:a16="http://schemas.microsoft.com/office/drawing/2014/main" id="{7800D56E-A8E9-1C59-9536-BBD13440D7B7}"/>
                </a:ext>
              </a:extLst>
            </p:cNvPr>
            <p:cNvSpPr/>
            <p:nvPr/>
          </p:nvSpPr>
          <p:spPr>
            <a:xfrm rot="7459673">
              <a:off x="2174392" y="2746587"/>
              <a:ext cx="257457" cy="22194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>
                <a:defRPr/>
              </a:pPr>
              <a:endParaRPr lang="en-US" sz="1101" noProof="0" dirty="0">
                <a:solidFill>
                  <a:srgbClr val="1D93C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81" name="Image 80">
            <a:extLst>
              <a:ext uri="{FF2B5EF4-FFF2-40B4-BE49-F238E27FC236}">
                <a16:creationId xmlns:a16="http://schemas.microsoft.com/office/drawing/2014/main" id="{367C6FEB-678F-F44A-129D-D23778D6494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8714" y="3384828"/>
            <a:ext cx="522000" cy="522000"/>
          </a:xfrm>
          <a:prstGeom prst="ellipse">
            <a:avLst/>
          </a:prstGeom>
        </p:spPr>
      </p:pic>
      <p:sp>
        <p:nvSpPr>
          <p:cNvPr id="82" name="ZoneTexte 81">
            <a:extLst>
              <a:ext uri="{FF2B5EF4-FFF2-40B4-BE49-F238E27FC236}">
                <a16:creationId xmlns:a16="http://schemas.microsoft.com/office/drawing/2014/main" id="{E0461A57-4752-F30B-EFFD-DABF14423E5E}"/>
              </a:ext>
            </a:extLst>
          </p:cNvPr>
          <p:cNvSpPr txBox="1"/>
          <p:nvPr/>
        </p:nvSpPr>
        <p:spPr>
          <a:xfrm>
            <a:off x="1343587" y="3439827"/>
            <a:ext cx="3615368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00" b="1" noProof="0" dirty="0"/>
              <a:t>FIRST NAME LAST NAME</a:t>
            </a:r>
            <a:br>
              <a:rPr lang="en-US" sz="1000" b="1" noProof="0" dirty="0">
                <a:solidFill>
                  <a:schemeClr val="accent4"/>
                </a:solidFill>
              </a:rPr>
            </a:br>
            <a:r>
              <a:rPr lang="en-US" sz="1000" noProof="0" dirty="0">
                <a:solidFill>
                  <a:srgbClr val="002060"/>
                </a:solidFill>
              </a:rPr>
              <a:t>Job title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|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Title of the presentation</a:t>
            </a:r>
          </a:p>
        </p:txBody>
      </p: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82166EA2-3167-1CDB-C586-BE1E697D4E9A}"/>
              </a:ext>
            </a:extLst>
          </p:cNvPr>
          <p:cNvGrpSpPr/>
          <p:nvPr/>
        </p:nvGrpSpPr>
        <p:grpSpPr>
          <a:xfrm>
            <a:off x="399792" y="3239923"/>
            <a:ext cx="298423" cy="289809"/>
            <a:chOff x="1695435" y="2288376"/>
            <a:chExt cx="718659" cy="697912"/>
          </a:xfrm>
        </p:grpSpPr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D8B2FD40-9B51-D598-FAF1-900AB98170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5435" y="2288376"/>
              <a:ext cx="684000" cy="68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35">
                <a:defRPr/>
              </a:pPr>
              <a:r>
                <a:rPr lang="en-US" sz="1101" noProof="0" dirty="0">
                  <a:solidFill>
                    <a:srgbClr val="1D93C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15’</a:t>
              </a:r>
            </a:p>
          </p:txBody>
        </p:sp>
        <p:sp>
          <p:nvSpPr>
            <p:cNvPr id="85" name="Triangle 3">
              <a:extLst>
                <a:ext uri="{FF2B5EF4-FFF2-40B4-BE49-F238E27FC236}">
                  <a16:creationId xmlns:a16="http://schemas.microsoft.com/office/drawing/2014/main" id="{B2AA8768-1889-1A8F-9335-EEDEBDD695ED}"/>
                </a:ext>
              </a:extLst>
            </p:cNvPr>
            <p:cNvSpPr/>
            <p:nvPr/>
          </p:nvSpPr>
          <p:spPr>
            <a:xfrm rot="7459673">
              <a:off x="2174392" y="2746587"/>
              <a:ext cx="257457" cy="22194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>
                <a:defRPr/>
              </a:pPr>
              <a:endParaRPr lang="en-US" sz="1101" noProof="0" dirty="0">
                <a:solidFill>
                  <a:srgbClr val="1D93C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87" name="Image 86">
            <a:extLst>
              <a:ext uri="{FF2B5EF4-FFF2-40B4-BE49-F238E27FC236}">
                <a16:creationId xmlns:a16="http://schemas.microsoft.com/office/drawing/2014/main" id="{8ACF3C1C-5946-79E6-4C91-A990694D21DD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8714" y="4131140"/>
            <a:ext cx="522000" cy="522000"/>
          </a:xfrm>
          <a:prstGeom prst="ellipse">
            <a:avLst/>
          </a:prstGeom>
        </p:spPr>
      </p:pic>
      <p:sp>
        <p:nvSpPr>
          <p:cNvPr id="88" name="ZoneTexte 87">
            <a:extLst>
              <a:ext uri="{FF2B5EF4-FFF2-40B4-BE49-F238E27FC236}">
                <a16:creationId xmlns:a16="http://schemas.microsoft.com/office/drawing/2014/main" id="{7A0831E8-EA84-5220-D05C-829A79377C81}"/>
              </a:ext>
            </a:extLst>
          </p:cNvPr>
          <p:cNvSpPr txBox="1"/>
          <p:nvPr/>
        </p:nvSpPr>
        <p:spPr>
          <a:xfrm>
            <a:off x="1343587" y="4189986"/>
            <a:ext cx="3615368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00" b="1" noProof="0" dirty="0"/>
              <a:t>FIRST NAME LAST NAME</a:t>
            </a:r>
            <a:br>
              <a:rPr lang="en-US" sz="1000" b="1" noProof="0" dirty="0">
                <a:solidFill>
                  <a:schemeClr val="accent4"/>
                </a:solidFill>
              </a:rPr>
            </a:br>
            <a:r>
              <a:rPr lang="en-US" sz="1000" noProof="0" dirty="0">
                <a:solidFill>
                  <a:srgbClr val="002060"/>
                </a:solidFill>
              </a:rPr>
              <a:t>Job title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|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Title of the presentation</a:t>
            </a:r>
          </a:p>
        </p:txBody>
      </p: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DDD0273F-6F9A-6140-05D8-C9B7A095C1D1}"/>
              </a:ext>
            </a:extLst>
          </p:cNvPr>
          <p:cNvGrpSpPr/>
          <p:nvPr/>
        </p:nvGrpSpPr>
        <p:grpSpPr>
          <a:xfrm>
            <a:off x="399792" y="3986235"/>
            <a:ext cx="298423" cy="289809"/>
            <a:chOff x="1695435" y="2288376"/>
            <a:chExt cx="718659" cy="697912"/>
          </a:xfrm>
        </p:grpSpPr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0F100833-23DB-B5BB-FB62-13385050AE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5435" y="2288376"/>
              <a:ext cx="684000" cy="68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35">
                <a:defRPr/>
              </a:pPr>
              <a:r>
                <a:rPr lang="en-US" sz="1101" noProof="0" dirty="0">
                  <a:solidFill>
                    <a:srgbClr val="1D93C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5’</a:t>
              </a:r>
            </a:p>
          </p:txBody>
        </p:sp>
        <p:sp>
          <p:nvSpPr>
            <p:cNvPr id="91" name="Triangle 3">
              <a:extLst>
                <a:ext uri="{FF2B5EF4-FFF2-40B4-BE49-F238E27FC236}">
                  <a16:creationId xmlns:a16="http://schemas.microsoft.com/office/drawing/2014/main" id="{234010C5-1E86-5E3D-8B1E-72AC3E2F02D4}"/>
                </a:ext>
              </a:extLst>
            </p:cNvPr>
            <p:cNvSpPr/>
            <p:nvPr/>
          </p:nvSpPr>
          <p:spPr>
            <a:xfrm rot="7459673">
              <a:off x="2174392" y="2746587"/>
              <a:ext cx="257457" cy="22194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>
                <a:defRPr/>
              </a:pPr>
              <a:endParaRPr lang="en-US" sz="1101" noProof="0" dirty="0">
                <a:solidFill>
                  <a:srgbClr val="1D93C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13C2CE2-BFBA-B2F6-60FD-A5D833CEED24}"/>
              </a:ext>
            </a:extLst>
          </p:cNvPr>
          <p:cNvSpPr/>
          <p:nvPr/>
        </p:nvSpPr>
        <p:spPr>
          <a:xfrm>
            <a:off x="6909620" y="245534"/>
            <a:ext cx="1946787" cy="4181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noProof="0" dirty="0"/>
              <a:t>Photos can be changed (Delete &amp; Replace + right-click &gt; Send the images to the background).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3ADAA-6898-03DC-EE02-EC6146E79E18}"/>
              </a:ext>
            </a:extLst>
          </p:cNvPr>
          <p:cNvSpPr/>
          <p:nvPr/>
        </p:nvSpPr>
        <p:spPr>
          <a:xfrm>
            <a:off x="5269804" y="2268260"/>
            <a:ext cx="38741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4000" b="1" cap="all" noProof="0" dirty="0">
                <a:solidFill>
                  <a:srgbClr val="FFFFFF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32346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3">
            <a:extLst>
              <a:ext uri="{FF2B5EF4-FFF2-40B4-BE49-F238E27FC236}">
                <a16:creationId xmlns:a16="http://schemas.microsoft.com/office/drawing/2014/main" id="{FE6850B3-1E8A-F000-45B5-B8B58AA91251}"/>
              </a:ext>
            </a:extLst>
          </p:cNvPr>
          <p:cNvSpPr/>
          <p:nvPr/>
        </p:nvSpPr>
        <p:spPr>
          <a:xfrm>
            <a:off x="4712913" y="-8965"/>
            <a:ext cx="4431087" cy="5154613"/>
          </a:xfrm>
          <a:custGeom>
            <a:avLst/>
            <a:gdLst>
              <a:gd name="connsiteX0" fmla="*/ 0 w 7983633"/>
              <a:gd name="connsiteY0" fmla="*/ 0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0 w 7983633"/>
              <a:gd name="connsiteY4" fmla="*/ 0 h 10287000"/>
              <a:gd name="connsiteX0" fmla="*/ 3299012 w 7983633"/>
              <a:gd name="connsiteY0" fmla="*/ 17929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3299012 w 7983633"/>
              <a:gd name="connsiteY4" fmla="*/ 17929 h 10287000"/>
              <a:gd name="connsiteX0" fmla="*/ 1882588 w 7983633"/>
              <a:gd name="connsiteY0" fmla="*/ 0 h 10304929"/>
              <a:gd name="connsiteX1" fmla="*/ 7983633 w 7983633"/>
              <a:gd name="connsiteY1" fmla="*/ 17929 h 10304929"/>
              <a:gd name="connsiteX2" fmla="*/ 7983633 w 7983633"/>
              <a:gd name="connsiteY2" fmla="*/ 10304929 h 10304929"/>
              <a:gd name="connsiteX3" fmla="*/ 0 w 7983633"/>
              <a:gd name="connsiteY3" fmla="*/ 10304929 h 10304929"/>
              <a:gd name="connsiteX4" fmla="*/ 1882588 w 7983633"/>
              <a:gd name="connsiteY4" fmla="*/ 0 h 10304929"/>
              <a:gd name="connsiteX0" fmla="*/ 2761129 w 8862174"/>
              <a:gd name="connsiteY0" fmla="*/ 0 h 10304929"/>
              <a:gd name="connsiteX1" fmla="*/ 8862174 w 8862174"/>
              <a:gd name="connsiteY1" fmla="*/ 17929 h 10304929"/>
              <a:gd name="connsiteX2" fmla="*/ 8862174 w 8862174"/>
              <a:gd name="connsiteY2" fmla="*/ 10304929 h 10304929"/>
              <a:gd name="connsiteX3" fmla="*/ 0 w 8862174"/>
              <a:gd name="connsiteY3" fmla="*/ 10287000 h 10304929"/>
              <a:gd name="connsiteX4" fmla="*/ 2761129 w 8862174"/>
              <a:gd name="connsiteY4" fmla="*/ 0 h 10304929"/>
              <a:gd name="connsiteX0" fmla="*/ 2761129 w 8862174"/>
              <a:gd name="connsiteY0" fmla="*/ 0 h 10309225"/>
              <a:gd name="connsiteX1" fmla="*/ 8862174 w 8862174"/>
              <a:gd name="connsiteY1" fmla="*/ 17929 h 10309225"/>
              <a:gd name="connsiteX2" fmla="*/ 8862174 w 8862174"/>
              <a:gd name="connsiteY2" fmla="*/ 10304929 h 10309225"/>
              <a:gd name="connsiteX3" fmla="*/ 0 w 8862174"/>
              <a:gd name="connsiteY3" fmla="*/ 10309225 h 10309225"/>
              <a:gd name="connsiteX4" fmla="*/ 2761129 w 8862174"/>
              <a:gd name="connsiteY4" fmla="*/ 0 h 1030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2174" h="10309225">
                <a:moveTo>
                  <a:pt x="2761129" y="0"/>
                </a:moveTo>
                <a:lnTo>
                  <a:pt x="8862174" y="17929"/>
                </a:lnTo>
                <a:lnTo>
                  <a:pt x="8862174" y="10304929"/>
                </a:lnTo>
                <a:lnTo>
                  <a:pt x="0" y="10309225"/>
                </a:lnTo>
                <a:lnTo>
                  <a:pt x="2761129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1F0FCA9-0712-1375-7EC8-48DBD02150D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3500" y="1214317"/>
            <a:ext cx="1722967" cy="2824833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852B7BF-C43E-4834-9A44-D7E2C3B90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Summary </a:t>
            </a:r>
            <a:endParaRPr lang="en-US" noProof="0" dirty="0">
              <a:solidFill>
                <a:schemeClr val="accent4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0EB0F9-729E-91AC-7D68-A831356177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Subtitle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46B9FFC-FA67-CB9B-CE7B-61A772FD7C81}"/>
              </a:ext>
            </a:extLst>
          </p:cNvPr>
          <p:cNvSpPr/>
          <p:nvPr/>
        </p:nvSpPr>
        <p:spPr>
          <a:xfrm>
            <a:off x="781299" y="1175222"/>
            <a:ext cx="581861" cy="581861"/>
          </a:xfrm>
          <a:prstGeom prst="rect">
            <a:avLst/>
          </a:prstGeom>
          <a:noFill/>
          <a:ln w="25400">
            <a:gradFill flip="none" rotWithShape="1">
              <a:gsLst>
                <a:gs pos="22983">
                  <a:schemeClr val="accent4"/>
                </a:gs>
                <a:gs pos="60000">
                  <a:schemeClr val="accent4"/>
                </a:gs>
                <a:gs pos="0">
                  <a:schemeClr val="accent3"/>
                </a:gs>
                <a:gs pos="99000">
                  <a:schemeClr val="accent1"/>
                </a:gs>
              </a:gsLst>
              <a:lin ang="13500000" scaled="1"/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1.</a:t>
            </a:r>
          </a:p>
        </p:txBody>
      </p:sp>
      <p:sp>
        <p:nvSpPr>
          <p:cNvPr id="59" name="Titre 1">
            <a:extLst>
              <a:ext uri="{FF2B5EF4-FFF2-40B4-BE49-F238E27FC236}">
                <a16:creationId xmlns:a16="http://schemas.microsoft.com/office/drawing/2014/main" id="{0E498980-34CF-BFC8-06C2-9E5696ACA0C4}"/>
              </a:ext>
            </a:extLst>
          </p:cNvPr>
          <p:cNvSpPr txBox="1">
            <a:spLocks/>
          </p:cNvSpPr>
          <p:nvPr/>
        </p:nvSpPr>
        <p:spPr>
          <a:xfrm>
            <a:off x="1549176" y="1273647"/>
            <a:ext cx="2057400" cy="38501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35">
              <a:defRPr/>
            </a:pPr>
            <a:r>
              <a:rPr lang="en-US" sz="14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Title of the chapter 1</a:t>
            </a:r>
            <a:endParaRPr lang="en-US" sz="1600" b="1" kern="0" spc="15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337F9D-43A2-B6D6-5892-8B38A67EFFCB}"/>
              </a:ext>
            </a:extLst>
          </p:cNvPr>
          <p:cNvSpPr/>
          <p:nvPr/>
        </p:nvSpPr>
        <p:spPr>
          <a:xfrm>
            <a:off x="781299" y="1885675"/>
            <a:ext cx="581861" cy="581861"/>
          </a:xfrm>
          <a:prstGeom prst="rect">
            <a:avLst/>
          </a:prstGeom>
          <a:noFill/>
          <a:ln w="25400">
            <a:gradFill flip="none" rotWithShape="1">
              <a:gsLst>
                <a:gs pos="22983">
                  <a:schemeClr val="accent4"/>
                </a:gs>
                <a:gs pos="60000">
                  <a:schemeClr val="accent4"/>
                </a:gs>
                <a:gs pos="0">
                  <a:schemeClr val="accent3"/>
                </a:gs>
                <a:gs pos="99000">
                  <a:schemeClr val="accent1"/>
                </a:gs>
              </a:gsLst>
              <a:lin ang="13500000" scaled="1"/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2.</a:t>
            </a:r>
          </a:p>
        </p:txBody>
      </p:sp>
      <p:sp>
        <p:nvSpPr>
          <p:cNvPr id="62" name="Titre 1">
            <a:extLst>
              <a:ext uri="{FF2B5EF4-FFF2-40B4-BE49-F238E27FC236}">
                <a16:creationId xmlns:a16="http://schemas.microsoft.com/office/drawing/2014/main" id="{1DE0A3D5-9506-28E6-53CF-96F2BD3B5C41}"/>
              </a:ext>
            </a:extLst>
          </p:cNvPr>
          <p:cNvSpPr txBox="1">
            <a:spLocks/>
          </p:cNvSpPr>
          <p:nvPr/>
        </p:nvSpPr>
        <p:spPr>
          <a:xfrm>
            <a:off x="1549176" y="1984100"/>
            <a:ext cx="2057400" cy="38501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35">
              <a:defRPr/>
            </a:pPr>
            <a:r>
              <a:rPr lang="en-US" sz="14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Title of the chapter 2</a:t>
            </a:r>
            <a:endParaRPr lang="en-US" sz="1600" b="1" kern="0" spc="15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28222BE-FC1D-AD09-72C8-331BE3C8E8FF}"/>
              </a:ext>
            </a:extLst>
          </p:cNvPr>
          <p:cNvSpPr/>
          <p:nvPr/>
        </p:nvSpPr>
        <p:spPr>
          <a:xfrm>
            <a:off x="781299" y="2596128"/>
            <a:ext cx="581861" cy="581861"/>
          </a:xfrm>
          <a:prstGeom prst="rect">
            <a:avLst/>
          </a:prstGeom>
          <a:noFill/>
          <a:ln w="25400">
            <a:gradFill flip="none" rotWithShape="1">
              <a:gsLst>
                <a:gs pos="22983">
                  <a:schemeClr val="accent4"/>
                </a:gs>
                <a:gs pos="60000">
                  <a:schemeClr val="accent4"/>
                </a:gs>
                <a:gs pos="0">
                  <a:schemeClr val="accent3"/>
                </a:gs>
                <a:gs pos="99000">
                  <a:schemeClr val="accent1"/>
                </a:gs>
              </a:gsLst>
              <a:lin ang="13500000" scaled="1"/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3.</a:t>
            </a:r>
          </a:p>
        </p:txBody>
      </p:sp>
      <p:sp>
        <p:nvSpPr>
          <p:cNvPr id="65" name="Titre 1">
            <a:extLst>
              <a:ext uri="{FF2B5EF4-FFF2-40B4-BE49-F238E27FC236}">
                <a16:creationId xmlns:a16="http://schemas.microsoft.com/office/drawing/2014/main" id="{3F408D82-C69D-1C36-6826-8701CB26070A}"/>
              </a:ext>
            </a:extLst>
          </p:cNvPr>
          <p:cNvSpPr txBox="1">
            <a:spLocks/>
          </p:cNvSpPr>
          <p:nvPr/>
        </p:nvSpPr>
        <p:spPr>
          <a:xfrm>
            <a:off x="1549176" y="2694553"/>
            <a:ext cx="2057400" cy="38501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35">
              <a:defRPr/>
            </a:pPr>
            <a:r>
              <a:rPr lang="en-US" sz="14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Title of the chapter 3</a:t>
            </a:r>
            <a:endParaRPr lang="en-US" sz="1600" b="1" kern="0" spc="15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3E28D56-FFB3-0B88-B4EA-1BE8C689CF06}"/>
              </a:ext>
            </a:extLst>
          </p:cNvPr>
          <p:cNvSpPr/>
          <p:nvPr/>
        </p:nvSpPr>
        <p:spPr>
          <a:xfrm>
            <a:off x="781299" y="3306581"/>
            <a:ext cx="581861" cy="581861"/>
          </a:xfrm>
          <a:prstGeom prst="rect">
            <a:avLst/>
          </a:prstGeom>
          <a:noFill/>
          <a:ln w="25400">
            <a:gradFill flip="none" rotWithShape="1">
              <a:gsLst>
                <a:gs pos="22983">
                  <a:schemeClr val="accent4"/>
                </a:gs>
                <a:gs pos="60000">
                  <a:schemeClr val="accent4"/>
                </a:gs>
                <a:gs pos="0">
                  <a:schemeClr val="accent3"/>
                </a:gs>
                <a:gs pos="99000">
                  <a:schemeClr val="accent1"/>
                </a:gs>
              </a:gsLst>
              <a:lin ang="13500000" scaled="1"/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4.</a:t>
            </a:r>
          </a:p>
        </p:txBody>
      </p:sp>
      <p:sp>
        <p:nvSpPr>
          <p:cNvPr id="68" name="Titre 1">
            <a:extLst>
              <a:ext uri="{FF2B5EF4-FFF2-40B4-BE49-F238E27FC236}">
                <a16:creationId xmlns:a16="http://schemas.microsoft.com/office/drawing/2014/main" id="{B2BD57F0-F73B-B4EC-AD38-83F203E683EB}"/>
              </a:ext>
            </a:extLst>
          </p:cNvPr>
          <p:cNvSpPr txBox="1">
            <a:spLocks/>
          </p:cNvSpPr>
          <p:nvPr/>
        </p:nvSpPr>
        <p:spPr>
          <a:xfrm>
            <a:off x="1549176" y="3405006"/>
            <a:ext cx="2057400" cy="38501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35">
              <a:defRPr/>
            </a:pPr>
            <a:r>
              <a:rPr lang="en-US" sz="14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Title of the chapter 4</a:t>
            </a:r>
            <a:endParaRPr lang="en-US" sz="1600" b="1" kern="0" spc="15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80E3C53-1EEB-8B2E-BBA2-69E54BDDFADD}"/>
              </a:ext>
            </a:extLst>
          </p:cNvPr>
          <p:cNvSpPr/>
          <p:nvPr/>
        </p:nvSpPr>
        <p:spPr>
          <a:xfrm>
            <a:off x="781299" y="4017034"/>
            <a:ext cx="581861" cy="581861"/>
          </a:xfrm>
          <a:prstGeom prst="rect">
            <a:avLst/>
          </a:prstGeom>
          <a:noFill/>
          <a:ln w="25400">
            <a:gradFill flip="none" rotWithShape="1">
              <a:gsLst>
                <a:gs pos="22983">
                  <a:schemeClr val="accent4"/>
                </a:gs>
                <a:gs pos="60000">
                  <a:schemeClr val="accent4"/>
                </a:gs>
                <a:gs pos="0">
                  <a:schemeClr val="accent3"/>
                </a:gs>
                <a:gs pos="99000">
                  <a:schemeClr val="accent1"/>
                </a:gs>
              </a:gsLst>
              <a:lin ang="13500000" scaled="1"/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5.</a:t>
            </a:r>
          </a:p>
        </p:txBody>
      </p:sp>
      <p:sp>
        <p:nvSpPr>
          <p:cNvPr id="71" name="Titre 1">
            <a:extLst>
              <a:ext uri="{FF2B5EF4-FFF2-40B4-BE49-F238E27FC236}">
                <a16:creationId xmlns:a16="http://schemas.microsoft.com/office/drawing/2014/main" id="{6B89219B-38AE-C187-C922-339D9878C928}"/>
              </a:ext>
            </a:extLst>
          </p:cNvPr>
          <p:cNvSpPr txBox="1">
            <a:spLocks/>
          </p:cNvSpPr>
          <p:nvPr/>
        </p:nvSpPr>
        <p:spPr>
          <a:xfrm>
            <a:off x="1549176" y="4115459"/>
            <a:ext cx="2057400" cy="38501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35">
              <a:defRPr/>
            </a:pPr>
            <a:r>
              <a:rPr lang="en-US" sz="14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Title of the chapter 5</a:t>
            </a:r>
            <a:endParaRPr lang="en-US" sz="1600" b="1" kern="0" spc="15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67352F-AB9B-E06D-1B14-EAA605CA5AC9}"/>
              </a:ext>
            </a:extLst>
          </p:cNvPr>
          <p:cNvSpPr/>
          <p:nvPr/>
        </p:nvSpPr>
        <p:spPr>
          <a:xfrm>
            <a:off x="5269804" y="2268260"/>
            <a:ext cx="38741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4000" b="1" cap="all" noProof="0" dirty="0">
                <a:solidFill>
                  <a:srgbClr val="FFFFFF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67827C-709D-2BC7-C731-A6E916B3B98B}"/>
              </a:ext>
            </a:extLst>
          </p:cNvPr>
          <p:cNvSpPr/>
          <p:nvPr/>
        </p:nvSpPr>
        <p:spPr>
          <a:xfrm>
            <a:off x="6909620" y="245534"/>
            <a:ext cx="1946787" cy="4181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noProof="0" dirty="0"/>
              <a:t>Photos can be changed (Delete &amp; Replace + right-click &gt; Send the images to the background).</a:t>
            </a:r>
          </a:p>
        </p:txBody>
      </p:sp>
    </p:spTree>
    <p:extLst>
      <p:ext uri="{BB962C8B-B14F-4D97-AF65-F5344CB8AC3E}">
        <p14:creationId xmlns:p14="http://schemas.microsoft.com/office/powerpoint/2010/main" val="223247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852B7BF-C43E-4834-9A44-D7E2C3B90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noProof="0" dirty="0"/>
              <a:t>Agenda </a:t>
            </a:r>
            <a:endParaRPr lang="en-US" noProof="0" dirty="0">
              <a:solidFill>
                <a:schemeClr val="accent4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A9334D-ED5B-7848-DC8C-5E9213E2BA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noProof="0" dirty="0"/>
              <a:t>Day 1 &amp; Day 2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234954C9-99D4-1B57-6E20-EC9C377DA62B}"/>
              </a:ext>
            </a:extLst>
          </p:cNvPr>
          <p:cNvGrpSpPr/>
          <p:nvPr/>
        </p:nvGrpSpPr>
        <p:grpSpPr>
          <a:xfrm>
            <a:off x="306298" y="1144862"/>
            <a:ext cx="4717730" cy="1431161"/>
            <a:chOff x="612596" y="2289724"/>
            <a:chExt cx="9435460" cy="2862322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DA31C8E6-02F4-A601-F7DE-10B7880E6562}"/>
                </a:ext>
              </a:extLst>
            </p:cNvPr>
            <p:cNvCxnSpPr>
              <a:cxnSpLocks/>
            </p:cNvCxnSpPr>
            <p:nvPr/>
          </p:nvCxnSpPr>
          <p:spPr>
            <a:xfrm>
              <a:off x="612596" y="2420471"/>
              <a:ext cx="0" cy="2723029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2B108EE4-4FAF-DA4D-1C48-01D63575C391}"/>
                </a:ext>
              </a:extLst>
            </p:cNvPr>
            <p:cNvSpPr txBox="1"/>
            <p:nvPr/>
          </p:nvSpPr>
          <p:spPr>
            <a:xfrm>
              <a:off x="904056" y="2289724"/>
              <a:ext cx="9144000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noProof="0" dirty="0">
                  <a:solidFill>
                    <a:schemeClr val="accent4"/>
                  </a:solidFill>
                </a:rPr>
                <a:t>MONDAY XX JUNE </a:t>
              </a:r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428B5A5-3F10-3CD8-4742-3F8C93EA3862}"/>
              </a:ext>
            </a:extLst>
          </p:cNvPr>
          <p:cNvGrpSpPr/>
          <p:nvPr/>
        </p:nvGrpSpPr>
        <p:grpSpPr>
          <a:xfrm>
            <a:off x="306298" y="3335205"/>
            <a:ext cx="4700156" cy="1269578"/>
            <a:chOff x="612596" y="6670410"/>
            <a:chExt cx="9400312" cy="2539155"/>
          </a:xfrm>
        </p:grpSpPr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F71C8E43-52FC-F74F-4A5C-39E94B646640}"/>
                </a:ext>
              </a:extLst>
            </p:cNvPr>
            <p:cNvCxnSpPr>
              <a:cxnSpLocks/>
            </p:cNvCxnSpPr>
            <p:nvPr/>
          </p:nvCxnSpPr>
          <p:spPr>
            <a:xfrm>
              <a:off x="612596" y="6831106"/>
              <a:ext cx="0" cy="1972235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BA1F6D2A-9CF8-899E-1F04-B998D0B39EB8}"/>
                </a:ext>
              </a:extLst>
            </p:cNvPr>
            <p:cNvSpPr txBox="1"/>
            <p:nvPr/>
          </p:nvSpPr>
          <p:spPr>
            <a:xfrm>
              <a:off x="868908" y="6670410"/>
              <a:ext cx="9144000" cy="25391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noProof="0" dirty="0">
                  <a:solidFill>
                    <a:schemeClr val="accent4"/>
                  </a:solidFill>
                </a:rPr>
                <a:t>TUESDAY XX JUNE </a:t>
              </a:r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endParaRPr lang="en-US" sz="1050" noProof="0" dirty="0"/>
            </a:p>
          </p:txBody>
        </p:sp>
      </p:grpSp>
      <p:sp>
        <p:nvSpPr>
          <p:cNvPr id="7" name="Rectangle 43">
            <a:extLst>
              <a:ext uri="{FF2B5EF4-FFF2-40B4-BE49-F238E27FC236}">
                <a16:creationId xmlns:a16="http://schemas.microsoft.com/office/drawing/2014/main" id="{AA6F5BAB-0929-3468-6559-005AA135AA67}"/>
              </a:ext>
            </a:extLst>
          </p:cNvPr>
          <p:cNvSpPr/>
          <p:nvPr/>
        </p:nvSpPr>
        <p:spPr>
          <a:xfrm>
            <a:off x="4712913" y="-8965"/>
            <a:ext cx="4431087" cy="5154613"/>
          </a:xfrm>
          <a:custGeom>
            <a:avLst/>
            <a:gdLst>
              <a:gd name="connsiteX0" fmla="*/ 0 w 7983633"/>
              <a:gd name="connsiteY0" fmla="*/ 0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0 w 7983633"/>
              <a:gd name="connsiteY4" fmla="*/ 0 h 10287000"/>
              <a:gd name="connsiteX0" fmla="*/ 3299012 w 7983633"/>
              <a:gd name="connsiteY0" fmla="*/ 17929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3299012 w 7983633"/>
              <a:gd name="connsiteY4" fmla="*/ 17929 h 10287000"/>
              <a:gd name="connsiteX0" fmla="*/ 1882588 w 7983633"/>
              <a:gd name="connsiteY0" fmla="*/ 0 h 10304929"/>
              <a:gd name="connsiteX1" fmla="*/ 7983633 w 7983633"/>
              <a:gd name="connsiteY1" fmla="*/ 17929 h 10304929"/>
              <a:gd name="connsiteX2" fmla="*/ 7983633 w 7983633"/>
              <a:gd name="connsiteY2" fmla="*/ 10304929 h 10304929"/>
              <a:gd name="connsiteX3" fmla="*/ 0 w 7983633"/>
              <a:gd name="connsiteY3" fmla="*/ 10304929 h 10304929"/>
              <a:gd name="connsiteX4" fmla="*/ 1882588 w 7983633"/>
              <a:gd name="connsiteY4" fmla="*/ 0 h 10304929"/>
              <a:gd name="connsiteX0" fmla="*/ 2761129 w 8862174"/>
              <a:gd name="connsiteY0" fmla="*/ 0 h 10304929"/>
              <a:gd name="connsiteX1" fmla="*/ 8862174 w 8862174"/>
              <a:gd name="connsiteY1" fmla="*/ 17929 h 10304929"/>
              <a:gd name="connsiteX2" fmla="*/ 8862174 w 8862174"/>
              <a:gd name="connsiteY2" fmla="*/ 10304929 h 10304929"/>
              <a:gd name="connsiteX3" fmla="*/ 0 w 8862174"/>
              <a:gd name="connsiteY3" fmla="*/ 10287000 h 10304929"/>
              <a:gd name="connsiteX4" fmla="*/ 2761129 w 8862174"/>
              <a:gd name="connsiteY4" fmla="*/ 0 h 10304929"/>
              <a:gd name="connsiteX0" fmla="*/ 2761129 w 8862174"/>
              <a:gd name="connsiteY0" fmla="*/ 0 h 10309225"/>
              <a:gd name="connsiteX1" fmla="*/ 8862174 w 8862174"/>
              <a:gd name="connsiteY1" fmla="*/ 17929 h 10309225"/>
              <a:gd name="connsiteX2" fmla="*/ 8862174 w 8862174"/>
              <a:gd name="connsiteY2" fmla="*/ 10304929 h 10309225"/>
              <a:gd name="connsiteX3" fmla="*/ 0 w 8862174"/>
              <a:gd name="connsiteY3" fmla="*/ 10309225 h 10309225"/>
              <a:gd name="connsiteX4" fmla="*/ 2761129 w 8862174"/>
              <a:gd name="connsiteY4" fmla="*/ 0 h 1030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2174" h="10309225">
                <a:moveTo>
                  <a:pt x="2761129" y="0"/>
                </a:moveTo>
                <a:lnTo>
                  <a:pt x="8862174" y="17929"/>
                </a:lnTo>
                <a:lnTo>
                  <a:pt x="8862174" y="10304929"/>
                </a:lnTo>
                <a:lnTo>
                  <a:pt x="0" y="10309225"/>
                </a:lnTo>
                <a:lnTo>
                  <a:pt x="2761129" y="0"/>
                </a:lnTo>
                <a:close/>
              </a:path>
            </a:pathLst>
          </a:cu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0C0522-B01F-83F7-41F3-D1BF06C86E38}"/>
              </a:ext>
            </a:extLst>
          </p:cNvPr>
          <p:cNvSpPr/>
          <p:nvPr/>
        </p:nvSpPr>
        <p:spPr>
          <a:xfrm>
            <a:off x="5269804" y="2268260"/>
            <a:ext cx="38741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4000" b="1" cap="all" noProof="0" dirty="0">
                <a:solidFill>
                  <a:srgbClr val="FFFFFF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agenda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E2AECE-4A42-C4AB-667D-6571E0F01DBE}"/>
              </a:ext>
            </a:extLst>
          </p:cNvPr>
          <p:cNvSpPr/>
          <p:nvPr/>
        </p:nvSpPr>
        <p:spPr>
          <a:xfrm>
            <a:off x="6909620" y="245534"/>
            <a:ext cx="1946787" cy="4181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noProof="0" dirty="0"/>
              <a:t>Photos can be changed (Delete &amp; Replace + right-click &gt; Send the images to the background).</a:t>
            </a:r>
          </a:p>
        </p:txBody>
      </p:sp>
    </p:spTree>
    <p:extLst>
      <p:ext uri="{BB962C8B-B14F-4D97-AF65-F5344CB8AC3E}">
        <p14:creationId xmlns:p14="http://schemas.microsoft.com/office/powerpoint/2010/main" val="342609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21">
            <a:extLst>
              <a:ext uri="{FF2B5EF4-FFF2-40B4-BE49-F238E27FC236}">
                <a16:creationId xmlns:a16="http://schemas.microsoft.com/office/drawing/2014/main" id="{5FB95186-CD2E-CFC8-FBBC-44FBDAE2576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2B3188-89ED-EC0D-1802-615FF34128E9}"/>
              </a:ext>
            </a:extLst>
          </p:cNvPr>
          <p:cNvSpPr/>
          <p:nvPr/>
        </p:nvSpPr>
        <p:spPr>
          <a:xfrm>
            <a:off x="680638" y="2099735"/>
            <a:ext cx="7800725" cy="10892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primo </a:t>
            </a: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4B3D318-13CD-D8D2-1A77-07695A92AE6B}"/>
              </a:ext>
            </a:extLst>
          </p:cNvPr>
          <p:cNvSpPr/>
          <p:nvPr/>
        </p:nvSpPr>
        <p:spPr>
          <a:xfrm>
            <a:off x="3411941" y="3232168"/>
            <a:ext cx="2397939" cy="302955"/>
          </a:xfrm>
          <a:prstGeom prst="roundRect">
            <a:avLst>
              <a:gd name="adj" fmla="val 50000"/>
            </a:avLst>
          </a:prstGeom>
          <a:solidFill>
            <a:schemeClr val="accent4">
              <a:alpha val="90000"/>
            </a:schemeClr>
          </a:solidFill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400" b="1" noProof="0" dirty="0" err="1">
                <a:solidFill>
                  <a:schemeClr val="bg1"/>
                </a:solidFill>
              </a:rPr>
              <a:t>Firstname</a:t>
            </a:r>
            <a:r>
              <a:rPr lang="en-US" sz="1400" b="1" noProof="0" dirty="0">
                <a:solidFill>
                  <a:schemeClr val="bg1"/>
                </a:solidFill>
              </a:rPr>
              <a:t> Lastname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8BDBDC-9FDA-8E34-D4F5-84147192FFC9}"/>
              </a:ext>
            </a:extLst>
          </p:cNvPr>
          <p:cNvSpPr/>
          <p:nvPr/>
        </p:nvSpPr>
        <p:spPr>
          <a:xfrm>
            <a:off x="6430297" y="251884"/>
            <a:ext cx="2635882" cy="6712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b="1" noProof="0" dirty="0"/>
              <a:t>Chapter inspirational: Photo can be changed </a:t>
            </a:r>
            <a:br>
              <a:rPr lang="en-US" sz="675" noProof="0" dirty="0"/>
            </a:br>
            <a:r>
              <a:rPr lang="en-US" sz="675" i="1" noProof="0" dirty="0"/>
              <a:t>(Delete &amp; Replace + right-click &gt; Send the images to the background).</a:t>
            </a:r>
          </a:p>
        </p:txBody>
      </p:sp>
    </p:spTree>
    <p:extLst>
      <p:ext uri="{BB962C8B-B14F-4D97-AF65-F5344CB8AC3E}">
        <p14:creationId xmlns:p14="http://schemas.microsoft.com/office/powerpoint/2010/main" val="363450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6" descr="Une image contenant bleu, Caractère coloré, léger, flou&#10;&#10;Le contenu généré par l’IA peut être incorrect.">
            <a:extLst>
              <a:ext uri="{FF2B5EF4-FFF2-40B4-BE49-F238E27FC236}">
                <a16:creationId xmlns:a16="http://schemas.microsoft.com/office/drawing/2014/main" id="{E40BE40C-3BA1-0A53-EA9E-0C3F7B6D3EF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770A6F7-5BC0-1236-4EC4-3EDE04F4556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2844" y="1637714"/>
            <a:ext cx="1340234" cy="1915384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CC48073C-B7CD-DF45-83B1-9D8EADA6CE6C}"/>
              </a:ext>
            </a:extLst>
          </p:cNvPr>
          <p:cNvGrpSpPr/>
          <p:nvPr/>
        </p:nvGrpSpPr>
        <p:grpSpPr>
          <a:xfrm>
            <a:off x="8176847" y="4867839"/>
            <a:ext cx="746834" cy="74756"/>
            <a:chOff x="455890" y="10077977"/>
            <a:chExt cx="714727" cy="71542"/>
          </a:xfrm>
          <a:solidFill>
            <a:schemeClr val="bg1"/>
          </a:solidFill>
        </p:grpSpPr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3087BC97-E411-3C4D-A1A8-AC52735D9408}"/>
                </a:ext>
              </a:extLst>
            </p:cNvPr>
            <p:cNvSpPr/>
            <p:nvPr/>
          </p:nvSpPr>
          <p:spPr>
            <a:xfrm flipV="1">
              <a:off x="455890" y="10078034"/>
              <a:ext cx="124874" cy="70152"/>
            </a:xfrm>
            <a:custGeom>
              <a:avLst/>
              <a:gdLst>
                <a:gd name="connsiteX0" fmla="*/ 314054 w 633711"/>
                <a:gd name="connsiteY0" fmla="*/ 256529 h 356008"/>
                <a:gd name="connsiteX1" fmla="*/ 312376 w 633711"/>
                <a:gd name="connsiteY1" fmla="*/ 256529 h 356008"/>
                <a:gd name="connsiteX2" fmla="*/ 236559 w 633711"/>
                <a:gd name="connsiteY2" fmla="*/ 130583 h 356008"/>
                <a:gd name="connsiteX3" fmla="*/ 399935 w 633711"/>
                <a:gd name="connsiteY3" fmla="*/ 130583 h 356008"/>
                <a:gd name="connsiteX4" fmla="*/ 314054 w 633711"/>
                <a:gd name="connsiteY4" fmla="*/ 256529 h 356008"/>
                <a:gd name="connsiteX5" fmla="*/ 198315 w 633711"/>
                <a:gd name="connsiteY5" fmla="*/ 75167 h 356008"/>
                <a:gd name="connsiteX6" fmla="*/ 141620 w 633711"/>
                <a:gd name="connsiteY6" fmla="*/ 1950 h 356008"/>
                <a:gd name="connsiteX7" fmla="*/ 50 w 633711"/>
                <a:gd name="connsiteY7" fmla="*/ 1950 h 356008"/>
                <a:gd name="connsiteX8" fmla="*/ 268429 w 633711"/>
                <a:gd name="connsiteY8" fmla="*/ 357958 h 356008"/>
                <a:gd name="connsiteX9" fmla="*/ 372426 w 633711"/>
                <a:gd name="connsiteY9" fmla="*/ 357958 h 356008"/>
                <a:gd name="connsiteX10" fmla="*/ 633761 w 633711"/>
                <a:gd name="connsiteY10" fmla="*/ 1950 h 356008"/>
                <a:gd name="connsiteX11" fmla="*/ 490513 w 633711"/>
                <a:gd name="connsiteY11" fmla="*/ 1950 h 356008"/>
                <a:gd name="connsiteX12" fmla="*/ 437508 w 633711"/>
                <a:gd name="connsiteY12" fmla="*/ 75167 h 356008"/>
                <a:gd name="connsiteX13" fmla="*/ 198315 w 633711"/>
                <a:gd name="connsiteY13" fmla="*/ 75167 h 356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1" h="356008">
                  <a:moveTo>
                    <a:pt x="314054" y="256529"/>
                  </a:moveTo>
                  <a:lnTo>
                    <a:pt x="312376" y="256529"/>
                  </a:lnTo>
                  <a:lnTo>
                    <a:pt x="236559" y="130583"/>
                  </a:lnTo>
                  <a:lnTo>
                    <a:pt x="399935" y="130583"/>
                  </a:lnTo>
                  <a:lnTo>
                    <a:pt x="314054" y="256529"/>
                  </a:lnTo>
                  <a:close/>
                  <a:moveTo>
                    <a:pt x="198315" y="75167"/>
                  </a:moveTo>
                  <a:lnTo>
                    <a:pt x="141620" y="1950"/>
                  </a:lnTo>
                  <a:lnTo>
                    <a:pt x="50" y="1950"/>
                  </a:lnTo>
                  <a:lnTo>
                    <a:pt x="268429" y="357958"/>
                  </a:lnTo>
                  <a:lnTo>
                    <a:pt x="372426" y="357958"/>
                  </a:lnTo>
                  <a:lnTo>
                    <a:pt x="633761" y="1950"/>
                  </a:lnTo>
                  <a:lnTo>
                    <a:pt x="490513" y="1950"/>
                  </a:lnTo>
                  <a:lnTo>
                    <a:pt x="437508" y="75167"/>
                  </a:lnTo>
                  <a:lnTo>
                    <a:pt x="198315" y="75167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6117DA5E-44E5-F744-A0B0-2E2AED33CD0F}"/>
                </a:ext>
              </a:extLst>
            </p:cNvPr>
            <p:cNvSpPr/>
            <p:nvPr/>
          </p:nvSpPr>
          <p:spPr>
            <a:xfrm flipV="1">
              <a:off x="644615" y="10079794"/>
              <a:ext cx="63924" cy="68365"/>
            </a:xfrm>
            <a:custGeom>
              <a:avLst/>
              <a:gdLst>
                <a:gd name="connsiteX0" fmla="*/ 134096 w 324403"/>
                <a:gd name="connsiteY0" fmla="*/ 60724 h 346940"/>
                <a:gd name="connsiteX1" fmla="*/ 324310 w 324403"/>
                <a:gd name="connsiteY1" fmla="*/ 60724 h 346940"/>
                <a:gd name="connsiteX2" fmla="*/ 324310 w 324403"/>
                <a:gd name="connsiteY2" fmla="*/ 1949 h 346940"/>
                <a:gd name="connsiteX3" fmla="*/ -94 w 324403"/>
                <a:gd name="connsiteY3" fmla="*/ 1949 h 346940"/>
                <a:gd name="connsiteX4" fmla="*/ -94 w 324403"/>
                <a:gd name="connsiteY4" fmla="*/ 348889 h 346940"/>
                <a:gd name="connsiteX5" fmla="*/ 134096 w 324403"/>
                <a:gd name="connsiteY5" fmla="*/ 348889 h 346940"/>
                <a:gd name="connsiteX6" fmla="*/ 134096 w 324403"/>
                <a:gd name="connsiteY6" fmla="*/ 60724 h 346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4403" h="346940">
                  <a:moveTo>
                    <a:pt x="134096" y="60724"/>
                  </a:moveTo>
                  <a:lnTo>
                    <a:pt x="324310" y="60724"/>
                  </a:lnTo>
                  <a:lnTo>
                    <a:pt x="324310" y="1949"/>
                  </a:lnTo>
                  <a:lnTo>
                    <a:pt x="-94" y="1949"/>
                  </a:lnTo>
                  <a:lnTo>
                    <a:pt x="-94" y="348889"/>
                  </a:lnTo>
                  <a:lnTo>
                    <a:pt x="134096" y="348889"/>
                  </a:lnTo>
                  <a:lnTo>
                    <a:pt x="134096" y="60724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4F430335-93F6-4249-87F8-0BF91F2CD370}"/>
                </a:ext>
              </a:extLst>
            </p:cNvPr>
            <p:cNvSpPr/>
            <p:nvPr/>
          </p:nvSpPr>
          <p:spPr>
            <a:xfrm flipV="1">
              <a:off x="763030" y="10079768"/>
              <a:ext cx="81178" cy="68365"/>
            </a:xfrm>
            <a:custGeom>
              <a:avLst/>
              <a:gdLst>
                <a:gd name="connsiteX0" fmla="*/ 272869 w 411962"/>
                <a:gd name="connsiteY0" fmla="*/ 1948 h 346939"/>
                <a:gd name="connsiteX1" fmla="*/ 138679 w 411962"/>
                <a:gd name="connsiteY1" fmla="*/ 1948 h 346939"/>
                <a:gd name="connsiteX2" fmla="*/ 138679 w 411962"/>
                <a:gd name="connsiteY2" fmla="*/ 289777 h 346939"/>
                <a:gd name="connsiteX3" fmla="*/ -207 w 411962"/>
                <a:gd name="connsiteY3" fmla="*/ 289777 h 346939"/>
                <a:gd name="connsiteX4" fmla="*/ -207 w 411962"/>
                <a:gd name="connsiteY4" fmla="*/ 348888 h 346939"/>
                <a:gd name="connsiteX5" fmla="*/ 411755 w 411962"/>
                <a:gd name="connsiteY5" fmla="*/ 348888 h 346939"/>
                <a:gd name="connsiteX6" fmla="*/ 411755 w 411962"/>
                <a:gd name="connsiteY6" fmla="*/ 289777 h 346939"/>
                <a:gd name="connsiteX7" fmla="*/ 272869 w 411962"/>
                <a:gd name="connsiteY7" fmla="*/ 289777 h 346939"/>
                <a:gd name="connsiteX8" fmla="*/ 272869 w 411962"/>
                <a:gd name="connsiteY8" fmla="*/ 1948 h 34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962" h="346939">
                  <a:moveTo>
                    <a:pt x="272869" y="1948"/>
                  </a:moveTo>
                  <a:lnTo>
                    <a:pt x="138679" y="1948"/>
                  </a:lnTo>
                  <a:lnTo>
                    <a:pt x="138679" y="289777"/>
                  </a:lnTo>
                  <a:lnTo>
                    <a:pt x="-207" y="289777"/>
                  </a:lnTo>
                  <a:lnTo>
                    <a:pt x="-207" y="348888"/>
                  </a:lnTo>
                  <a:lnTo>
                    <a:pt x="411755" y="348888"/>
                  </a:lnTo>
                  <a:lnTo>
                    <a:pt x="411755" y="289777"/>
                  </a:lnTo>
                  <a:lnTo>
                    <a:pt x="272869" y="289777"/>
                  </a:lnTo>
                  <a:lnTo>
                    <a:pt x="272869" y="1948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4" name="Forme libre 23">
              <a:extLst>
                <a:ext uri="{FF2B5EF4-FFF2-40B4-BE49-F238E27FC236}">
                  <a16:creationId xmlns:a16="http://schemas.microsoft.com/office/drawing/2014/main" id="{D78BCBBD-7106-5E45-803D-7781A29AC420}"/>
                </a:ext>
              </a:extLst>
            </p:cNvPr>
            <p:cNvSpPr/>
            <p:nvPr/>
          </p:nvSpPr>
          <p:spPr>
            <a:xfrm flipV="1">
              <a:off x="909695" y="10079695"/>
              <a:ext cx="70204" cy="68365"/>
            </a:xfrm>
            <a:custGeom>
              <a:avLst/>
              <a:gdLst>
                <a:gd name="connsiteX0" fmla="*/ 133853 w 356273"/>
                <a:gd name="connsiteY0" fmla="*/ 289445 h 346939"/>
                <a:gd name="connsiteX1" fmla="*/ 133853 w 356273"/>
                <a:gd name="connsiteY1" fmla="*/ 213205 h 346939"/>
                <a:gd name="connsiteX2" fmla="*/ 347550 w 356273"/>
                <a:gd name="connsiteY2" fmla="*/ 213205 h 346939"/>
                <a:gd name="connsiteX3" fmla="*/ 347550 w 356273"/>
                <a:gd name="connsiteY3" fmla="*/ 154430 h 346939"/>
                <a:gd name="connsiteX4" fmla="*/ 133853 w 356273"/>
                <a:gd name="connsiteY4" fmla="*/ 154430 h 346939"/>
                <a:gd name="connsiteX5" fmla="*/ 133853 w 356273"/>
                <a:gd name="connsiteY5" fmla="*/ 60727 h 346939"/>
                <a:gd name="connsiteX6" fmla="*/ 355937 w 356273"/>
                <a:gd name="connsiteY6" fmla="*/ 60727 h 346939"/>
                <a:gd name="connsiteX7" fmla="*/ 355937 w 356273"/>
                <a:gd name="connsiteY7" fmla="*/ 1952 h 346939"/>
                <a:gd name="connsiteX8" fmla="*/ -337 w 356273"/>
                <a:gd name="connsiteY8" fmla="*/ 1952 h 346939"/>
                <a:gd name="connsiteX9" fmla="*/ -337 w 356273"/>
                <a:gd name="connsiteY9" fmla="*/ 348892 h 346939"/>
                <a:gd name="connsiteX10" fmla="*/ 355937 w 356273"/>
                <a:gd name="connsiteY10" fmla="*/ 348892 h 346939"/>
                <a:gd name="connsiteX11" fmla="*/ 355937 w 356273"/>
                <a:gd name="connsiteY11" fmla="*/ 289781 h 346939"/>
                <a:gd name="connsiteX12" fmla="*/ 133853 w 356273"/>
                <a:gd name="connsiteY12" fmla="*/ 289781 h 346939"/>
                <a:gd name="connsiteX13" fmla="*/ 133853 w 356273"/>
                <a:gd name="connsiteY13" fmla="*/ 289445 h 34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6273" h="346939">
                  <a:moveTo>
                    <a:pt x="133853" y="289445"/>
                  </a:moveTo>
                  <a:lnTo>
                    <a:pt x="133853" y="213205"/>
                  </a:lnTo>
                  <a:lnTo>
                    <a:pt x="347550" y="213205"/>
                  </a:lnTo>
                  <a:lnTo>
                    <a:pt x="347550" y="154430"/>
                  </a:lnTo>
                  <a:lnTo>
                    <a:pt x="133853" y="154430"/>
                  </a:lnTo>
                  <a:lnTo>
                    <a:pt x="133853" y="60727"/>
                  </a:lnTo>
                  <a:lnTo>
                    <a:pt x="355937" y="60727"/>
                  </a:lnTo>
                  <a:lnTo>
                    <a:pt x="355937" y="1952"/>
                  </a:lnTo>
                  <a:lnTo>
                    <a:pt x="-337" y="1952"/>
                  </a:lnTo>
                  <a:lnTo>
                    <a:pt x="-337" y="348892"/>
                  </a:lnTo>
                  <a:lnTo>
                    <a:pt x="355937" y="348892"/>
                  </a:lnTo>
                  <a:lnTo>
                    <a:pt x="355937" y="289781"/>
                  </a:lnTo>
                  <a:lnTo>
                    <a:pt x="133853" y="289781"/>
                  </a:lnTo>
                  <a:lnTo>
                    <a:pt x="133853" y="289445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5" name="Forme libre 24">
              <a:extLst>
                <a:ext uri="{FF2B5EF4-FFF2-40B4-BE49-F238E27FC236}">
                  <a16:creationId xmlns:a16="http://schemas.microsoft.com/office/drawing/2014/main" id="{930215C0-217E-B044-A18F-3196F776F0F0}"/>
                </a:ext>
              </a:extLst>
            </p:cNvPr>
            <p:cNvSpPr/>
            <p:nvPr/>
          </p:nvSpPr>
          <p:spPr>
            <a:xfrm flipV="1">
              <a:off x="1053279" y="10077977"/>
              <a:ext cx="117338" cy="71542"/>
            </a:xfrm>
            <a:custGeom>
              <a:avLst/>
              <a:gdLst>
                <a:gd name="connsiteX0" fmla="*/ -492 w 595467"/>
                <a:gd name="connsiteY0" fmla="*/ 365014 h 363061"/>
                <a:gd name="connsiteX1" fmla="*/ 96460 w 595467"/>
                <a:gd name="connsiteY1" fmla="*/ 365014 h 363061"/>
                <a:gd name="connsiteX2" fmla="*/ 459108 w 595467"/>
                <a:gd name="connsiteY2" fmla="*/ 122525 h 363061"/>
                <a:gd name="connsiteX3" fmla="*/ 460786 w 595467"/>
                <a:gd name="connsiteY3" fmla="*/ 122525 h 363061"/>
                <a:gd name="connsiteX4" fmla="*/ 460786 w 595467"/>
                <a:gd name="connsiteY4" fmla="*/ 355946 h 363061"/>
                <a:gd name="connsiteX5" fmla="*/ 594975 w 595467"/>
                <a:gd name="connsiteY5" fmla="*/ 355946 h 363061"/>
                <a:gd name="connsiteX6" fmla="*/ 594975 w 595467"/>
                <a:gd name="connsiteY6" fmla="*/ 1952 h 363061"/>
                <a:gd name="connsiteX7" fmla="*/ 498023 w 595467"/>
                <a:gd name="connsiteY7" fmla="*/ 1952 h 363061"/>
                <a:gd name="connsiteX8" fmla="*/ 135375 w 595467"/>
                <a:gd name="connsiteY8" fmla="*/ 244441 h 363061"/>
                <a:gd name="connsiteX9" fmla="*/ 133698 w 595467"/>
                <a:gd name="connsiteY9" fmla="*/ 244441 h 363061"/>
                <a:gd name="connsiteX10" fmla="*/ 133698 w 595467"/>
                <a:gd name="connsiteY10" fmla="*/ 9005 h 363061"/>
                <a:gd name="connsiteX11" fmla="*/ -492 w 595467"/>
                <a:gd name="connsiteY11" fmla="*/ 9005 h 363061"/>
                <a:gd name="connsiteX12" fmla="*/ -492 w 595467"/>
                <a:gd name="connsiteY12" fmla="*/ 365014 h 3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95467" h="363061">
                  <a:moveTo>
                    <a:pt x="-492" y="365014"/>
                  </a:moveTo>
                  <a:lnTo>
                    <a:pt x="96460" y="365014"/>
                  </a:lnTo>
                  <a:lnTo>
                    <a:pt x="459108" y="122525"/>
                  </a:lnTo>
                  <a:lnTo>
                    <a:pt x="460786" y="122525"/>
                  </a:lnTo>
                  <a:lnTo>
                    <a:pt x="460786" y="355946"/>
                  </a:lnTo>
                  <a:lnTo>
                    <a:pt x="594975" y="355946"/>
                  </a:lnTo>
                  <a:lnTo>
                    <a:pt x="594975" y="1952"/>
                  </a:lnTo>
                  <a:lnTo>
                    <a:pt x="498023" y="1952"/>
                  </a:lnTo>
                  <a:lnTo>
                    <a:pt x="135375" y="244441"/>
                  </a:lnTo>
                  <a:lnTo>
                    <a:pt x="133698" y="244441"/>
                  </a:lnTo>
                  <a:lnTo>
                    <a:pt x="133698" y="9005"/>
                  </a:lnTo>
                  <a:lnTo>
                    <a:pt x="-492" y="9005"/>
                  </a:lnTo>
                  <a:lnTo>
                    <a:pt x="-492" y="365014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A26A2E8-CB6D-434F-2EFD-CB6D02F5F268}"/>
              </a:ext>
            </a:extLst>
          </p:cNvPr>
          <p:cNvSpPr/>
          <p:nvPr/>
        </p:nvSpPr>
        <p:spPr>
          <a:xfrm>
            <a:off x="3481055" y="1265760"/>
            <a:ext cx="1915192" cy="2908156"/>
          </a:xfrm>
          <a:prstGeom prst="rect">
            <a:avLst/>
          </a:prstGeom>
          <a:solidFill>
            <a:schemeClr val="bg1">
              <a:alpha val="85000"/>
            </a:schemeClr>
          </a:solidFill>
          <a:ln w="508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primo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br>
              <a:rPr lang="en-US" sz="16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noProof="0" dirty="0" err="1">
                <a:solidFill>
                  <a:schemeClr val="accent4"/>
                </a:solidFill>
              </a:rPr>
              <a:t>Firstname</a:t>
            </a:r>
            <a:r>
              <a:rPr lang="en-US" sz="1600" noProof="0" dirty="0">
                <a:solidFill>
                  <a:schemeClr val="accent4"/>
                </a:solidFill>
              </a:rPr>
              <a:t> Lastname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14C8F-26C9-879F-6F8C-753275780C16}"/>
              </a:ext>
            </a:extLst>
          </p:cNvPr>
          <p:cNvSpPr/>
          <p:nvPr/>
        </p:nvSpPr>
        <p:spPr>
          <a:xfrm>
            <a:off x="6430297" y="245534"/>
            <a:ext cx="2635882" cy="6712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b="1" noProof="0" dirty="0"/>
              <a:t>Chapter corporate: Photo can be changed</a:t>
            </a:r>
            <a:br>
              <a:rPr lang="en-US" sz="675" noProof="0" dirty="0"/>
            </a:br>
            <a:r>
              <a:rPr lang="en-US" sz="675" i="1" noProof="0" dirty="0"/>
              <a:t>(Delete &amp; Replace + right-click &gt; Send the images to the background).</a:t>
            </a:r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350298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Espace réservé pour une image  25">
            <a:extLst>
              <a:ext uri="{FF2B5EF4-FFF2-40B4-BE49-F238E27FC236}">
                <a16:creationId xmlns:a16="http://schemas.microsoft.com/office/drawing/2014/main" id="{8A2CB2E6-3528-6806-791B-1970779263F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21" y="0"/>
            <a:ext cx="9066179" cy="5143501"/>
          </a:xfr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770A6F7-5BC0-1236-4EC4-3EDE04F4556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2844" y="1637714"/>
            <a:ext cx="1340234" cy="1915384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CC48073C-B7CD-DF45-83B1-9D8EADA6CE6C}"/>
              </a:ext>
            </a:extLst>
          </p:cNvPr>
          <p:cNvGrpSpPr/>
          <p:nvPr/>
        </p:nvGrpSpPr>
        <p:grpSpPr>
          <a:xfrm>
            <a:off x="8176847" y="4867839"/>
            <a:ext cx="746834" cy="74756"/>
            <a:chOff x="455890" y="10077977"/>
            <a:chExt cx="714727" cy="71542"/>
          </a:xfrm>
          <a:solidFill>
            <a:schemeClr val="bg1"/>
          </a:solidFill>
        </p:grpSpPr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3087BC97-E411-3C4D-A1A8-AC52735D9408}"/>
                </a:ext>
              </a:extLst>
            </p:cNvPr>
            <p:cNvSpPr/>
            <p:nvPr/>
          </p:nvSpPr>
          <p:spPr>
            <a:xfrm flipV="1">
              <a:off x="455890" y="10078034"/>
              <a:ext cx="124874" cy="70152"/>
            </a:xfrm>
            <a:custGeom>
              <a:avLst/>
              <a:gdLst>
                <a:gd name="connsiteX0" fmla="*/ 314054 w 633711"/>
                <a:gd name="connsiteY0" fmla="*/ 256529 h 356008"/>
                <a:gd name="connsiteX1" fmla="*/ 312376 w 633711"/>
                <a:gd name="connsiteY1" fmla="*/ 256529 h 356008"/>
                <a:gd name="connsiteX2" fmla="*/ 236559 w 633711"/>
                <a:gd name="connsiteY2" fmla="*/ 130583 h 356008"/>
                <a:gd name="connsiteX3" fmla="*/ 399935 w 633711"/>
                <a:gd name="connsiteY3" fmla="*/ 130583 h 356008"/>
                <a:gd name="connsiteX4" fmla="*/ 314054 w 633711"/>
                <a:gd name="connsiteY4" fmla="*/ 256529 h 356008"/>
                <a:gd name="connsiteX5" fmla="*/ 198315 w 633711"/>
                <a:gd name="connsiteY5" fmla="*/ 75167 h 356008"/>
                <a:gd name="connsiteX6" fmla="*/ 141620 w 633711"/>
                <a:gd name="connsiteY6" fmla="*/ 1950 h 356008"/>
                <a:gd name="connsiteX7" fmla="*/ 50 w 633711"/>
                <a:gd name="connsiteY7" fmla="*/ 1950 h 356008"/>
                <a:gd name="connsiteX8" fmla="*/ 268429 w 633711"/>
                <a:gd name="connsiteY8" fmla="*/ 357958 h 356008"/>
                <a:gd name="connsiteX9" fmla="*/ 372426 w 633711"/>
                <a:gd name="connsiteY9" fmla="*/ 357958 h 356008"/>
                <a:gd name="connsiteX10" fmla="*/ 633761 w 633711"/>
                <a:gd name="connsiteY10" fmla="*/ 1950 h 356008"/>
                <a:gd name="connsiteX11" fmla="*/ 490513 w 633711"/>
                <a:gd name="connsiteY11" fmla="*/ 1950 h 356008"/>
                <a:gd name="connsiteX12" fmla="*/ 437508 w 633711"/>
                <a:gd name="connsiteY12" fmla="*/ 75167 h 356008"/>
                <a:gd name="connsiteX13" fmla="*/ 198315 w 633711"/>
                <a:gd name="connsiteY13" fmla="*/ 75167 h 356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1" h="356008">
                  <a:moveTo>
                    <a:pt x="314054" y="256529"/>
                  </a:moveTo>
                  <a:lnTo>
                    <a:pt x="312376" y="256529"/>
                  </a:lnTo>
                  <a:lnTo>
                    <a:pt x="236559" y="130583"/>
                  </a:lnTo>
                  <a:lnTo>
                    <a:pt x="399935" y="130583"/>
                  </a:lnTo>
                  <a:lnTo>
                    <a:pt x="314054" y="256529"/>
                  </a:lnTo>
                  <a:close/>
                  <a:moveTo>
                    <a:pt x="198315" y="75167"/>
                  </a:moveTo>
                  <a:lnTo>
                    <a:pt x="141620" y="1950"/>
                  </a:lnTo>
                  <a:lnTo>
                    <a:pt x="50" y="1950"/>
                  </a:lnTo>
                  <a:lnTo>
                    <a:pt x="268429" y="357958"/>
                  </a:lnTo>
                  <a:lnTo>
                    <a:pt x="372426" y="357958"/>
                  </a:lnTo>
                  <a:lnTo>
                    <a:pt x="633761" y="1950"/>
                  </a:lnTo>
                  <a:lnTo>
                    <a:pt x="490513" y="1950"/>
                  </a:lnTo>
                  <a:lnTo>
                    <a:pt x="437508" y="75167"/>
                  </a:lnTo>
                  <a:lnTo>
                    <a:pt x="198315" y="75167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6117DA5E-44E5-F744-A0B0-2E2AED33CD0F}"/>
                </a:ext>
              </a:extLst>
            </p:cNvPr>
            <p:cNvSpPr/>
            <p:nvPr/>
          </p:nvSpPr>
          <p:spPr>
            <a:xfrm flipV="1">
              <a:off x="644615" y="10079794"/>
              <a:ext cx="63924" cy="68365"/>
            </a:xfrm>
            <a:custGeom>
              <a:avLst/>
              <a:gdLst>
                <a:gd name="connsiteX0" fmla="*/ 134096 w 324403"/>
                <a:gd name="connsiteY0" fmla="*/ 60724 h 346940"/>
                <a:gd name="connsiteX1" fmla="*/ 324310 w 324403"/>
                <a:gd name="connsiteY1" fmla="*/ 60724 h 346940"/>
                <a:gd name="connsiteX2" fmla="*/ 324310 w 324403"/>
                <a:gd name="connsiteY2" fmla="*/ 1949 h 346940"/>
                <a:gd name="connsiteX3" fmla="*/ -94 w 324403"/>
                <a:gd name="connsiteY3" fmla="*/ 1949 h 346940"/>
                <a:gd name="connsiteX4" fmla="*/ -94 w 324403"/>
                <a:gd name="connsiteY4" fmla="*/ 348889 h 346940"/>
                <a:gd name="connsiteX5" fmla="*/ 134096 w 324403"/>
                <a:gd name="connsiteY5" fmla="*/ 348889 h 346940"/>
                <a:gd name="connsiteX6" fmla="*/ 134096 w 324403"/>
                <a:gd name="connsiteY6" fmla="*/ 60724 h 346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4403" h="346940">
                  <a:moveTo>
                    <a:pt x="134096" y="60724"/>
                  </a:moveTo>
                  <a:lnTo>
                    <a:pt x="324310" y="60724"/>
                  </a:lnTo>
                  <a:lnTo>
                    <a:pt x="324310" y="1949"/>
                  </a:lnTo>
                  <a:lnTo>
                    <a:pt x="-94" y="1949"/>
                  </a:lnTo>
                  <a:lnTo>
                    <a:pt x="-94" y="348889"/>
                  </a:lnTo>
                  <a:lnTo>
                    <a:pt x="134096" y="348889"/>
                  </a:lnTo>
                  <a:lnTo>
                    <a:pt x="134096" y="60724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4F430335-93F6-4249-87F8-0BF91F2CD370}"/>
                </a:ext>
              </a:extLst>
            </p:cNvPr>
            <p:cNvSpPr/>
            <p:nvPr/>
          </p:nvSpPr>
          <p:spPr>
            <a:xfrm flipV="1">
              <a:off x="763030" y="10079768"/>
              <a:ext cx="81178" cy="68365"/>
            </a:xfrm>
            <a:custGeom>
              <a:avLst/>
              <a:gdLst>
                <a:gd name="connsiteX0" fmla="*/ 272869 w 411962"/>
                <a:gd name="connsiteY0" fmla="*/ 1948 h 346939"/>
                <a:gd name="connsiteX1" fmla="*/ 138679 w 411962"/>
                <a:gd name="connsiteY1" fmla="*/ 1948 h 346939"/>
                <a:gd name="connsiteX2" fmla="*/ 138679 w 411962"/>
                <a:gd name="connsiteY2" fmla="*/ 289777 h 346939"/>
                <a:gd name="connsiteX3" fmla="*/ -207 w 411962"/>
                <a:gd name="connsiteY3" fmla="*/ 289777 h 346939"/>
                <a:gd name="connsiteX4" fmla="*/ -207 w 411962"/>
                <a:gd name="connsiteY4" fmla="*/ 348888 h 346939"/>
                <a:gd name="connsiteX5" fmla="*/ 411755 w 411962"/>
                <a:gd name="connsiteY5" fmla="*/ 348888 h 346939"/>
                <a:gd name="connsiteX6" fmla="*/ 411755 w 411962"/>
                <a:gd name="connsiteY6" fmla="*/ 289777 h 346939"/>
                <a:gd name="connsiteX7" fmla="*/ 272869 w 411962"/>
                <a:gd name="connsiteY7" fmla="*/ 289777 h 346939"/>
                <a:gd name="connsiteX8" fmla="*/ 272869 w 411962"/>
                <a:gd name="connsiteY8" fmla="*/ 1948 h 34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962" h="346939">
                  <a:moveTo>
                    <a:pt x="272869" y="1948"/>
                  </a:moveTo>
                  <a:lnTo>
                    <a:pt x="138679" y="1948"/>
                  </a:lnTo>
                  <a:lnTo>
                    <a:pt x="138679" y="289777"/>
                  </a:lnTo>
                  <a:lnTo>
                    <a:pt x="-207" y="289777"/>
                  </a:lnTo>
                  <a:lnTo>
                    <a:pt x="-207" y="348888"/>
                  </a:lnTo>
                  <a:lnTo>
                    <a:pt x="411755" y="348888"/>
                  </a:lnTo>
                  <a:lnTo>
                    <a:pt x="411755" y="289777"/>
                  </a:lnTo>
                  <a:lnTo>
                    <a:pt x="272869" y="289777"/>
                  </a:lnTo>
                  <a:lnTo>
                    <a:pt x="272869" y="1948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4" name="Forme libre 23">
              <a:extLst>
                <a:ext uri="{FF2B5EF4-FFF2-40B4-BE49-F238E27FC236}">
                  <a16:creationId xmlns:a16="http://schemas.microsoft.com/office/drawing/2014/main" id="{D78BCBBD-7106-5E45-803D-7781A29AC420}"/>
                </a:ext>
              </a:extLst>
            </p:cNvPr>
            <p:cNvSpPr/>
            <p:nvPr/>
          </p:nvSpPr>
          <p:spPr>
            <a:xfrm flipV="1">
              <a:off x="909695" y="10079695"/>
              <a:ext cx="70204" cy="68365"/>
            </a:xfrm>
            <a:custGeom>
              <a:avLst/>
              <a:gdLst>
                <a:gd name="connsiteX0" fmla="*/ 133853 w 356273"/>
                <a:gd name="connsiteY0" fmla="*/ 289445 h 346939"/>
                <a:gd name="connsiteX1" fmla="*/ 133853 w 356273"/>
                <a:gd name="connsiteY1" fmla="*/ 213205 h 346939"/>
                <a:gd name="connsiteX2" fmla="*/ 347550 w 356273"/>
                <a:gd name="connsiteY2" fmla="*/ 213205 h 346939"/>
                <a:gd name="connsiteX3" fmla="*/ 347550 w 356273"/>
                <a:gd name="connsiteY3" fmla="*/ 154430 h 346939"/>
                <a:gd name="connsiteX4" fmla="*/ 133853 w 356273"/>
                <a:gd name="connsiteY4" fmla="*/ 154430 h 346939"/>
                <a:gd name="connsiteX5" fmla="*/ 133853 w 356273"/>
                <a:gd name="connsiteY5" fmla="*/ 60727 h 346939"/>
                <a:gd name="connsiteX6" fmla="*/ 355937 w 356273"/>
                <a:gd name="connsiteY6" fmla="*/ 60727 h 346939"/>
                <a:gd name="connsiteX7" fmla="*/ 355937 w 356273"/>
                <a:gd name="connsiteY7" fmla="*/ 1952 h 346939"/>
                <a:gd name="connsiteX8" fmla="*/ -337 w 356273"/>
                <a:gd name="connsiteY8" fmla="*/ 1952 h 346939"/>
                <a:gd name="connsiteX9" fmla="*/ -337 w 356273"/>
                <a:gd name="connsiteY9" fmla="*/ 348892 h 346939"/>
                <a:gd name="connsiteX10" fmla="*/ 355937 w 356273"/>
                <a:gd name="connsiteY10" fmla="*/ 348892 h 346939"/>
                <a:gd name="connsiteX11" fmla="*/ 355937 w 356273"/>
                <a:gd name="connsiteY11" fmla="*/ 289781 h 346939"/>
                <a:gd name="connsiteX12" fmla="*/ 133853 w 356273"/>
                <a:gd name="connsiteY12" fmla="*/ 289781 h 346939"/>
                <a:gd name="connsiteX13" fmla="*/ 133853 w 356273"/>
                <a:gd name="connsiteY13" fmla="*/ 289445 h 34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6273" h="346939">
                  <a:moveTo>
                    <a:pt x="133853" y="289445"/>
                  </a:moveTo>
                  <a:lnTo>
                    <a:pt x="133853" y="213205"/>
                  </a:lnTo>
                  <a:lnTo>
                    <a:pt x="347550" y="213205"/>
                  </a:lnTo>
                  <a:lnTo>
                    <a:pt x="347550" y="154430"/>
                  </a:lnTo>
                  <a:lnTo>
                    <a:pt x="133853" y="154430"/>
                  </a:lnTo>
                  <a:lnTo>
                    <a:pt x="133853" y="60727"/>
                  </a:lnTo>
                  <a:lnTo>
                    <a:pt x="355937" y="60727"/>
                  </a:lnTo>
                  <a:lnTo>
                    <a:pt x="355937" y="1952"/>
                  </a:lnTo>
                  <a:lnTo>
                    <a:pt x="-337" y="1952"/>
                  </a:lnTo>
                  <a:lnTo>
                    <a:pt x="-337" y="348892"/>
                  </a:lnTo>
                  <a:lnTo>
                    <a:pt x="355937" y="348892"/>
                  </a:lnTo>
                  <a:lnTo>
                    <a:pt x="355937" y="289781"/>
                  </a:lnTo>
                  <a:lnTo>
                    <a:pt x="133853" y="289781"/>
                  </a:lnTo>
                  <a:lnTo>
                    <a:pt x="133853" y="289445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5" name="Forme libre 24">
              <a:extLst>
                <a:ext uri="{FF2B5EF4-FFF2-40B4-BE49-F238E27FC236}">
                  <a16:creationId xmlns:a16="http://schemas.microsoft.com/office/drawing/2014/main" id="{930215C0-217E-B044-A18F-3196F776F0F0}"/>
                </a:ext>
              </a:extLst>
            </p:cNvPr>
            <p:cNvSpPr/>
            <p:nvPr/>
          </p:nvSpPr>
          <p:spPr>
            <a:xfrm flipV="1">
              <a:off x="1053279" y="10077977"/>
              <a:ext cx="117338" cy="71542"/>
            </a:xfrm>
            <a:custGeom>
              <a:avLst/>
              <a:gdLst>
                <a:gd name="connsiteX0" fmla="*/ -492 w 595467"/>
                <a:gd name="connsiteY0" fmla="*/ 365014 h 363061"/>
                <a:gd name="connsiteX1" fmla="*/ 96460 w 595467"/>
                <a:gd name="connsiteY1" fmla="*/ 365014 h 363061"/>
                <a:gd name="connsiteX2" fmla="*/ 459108 w 595467"/>
                <a:gd name="connsiteY2" fmla="*/ 122525 h 363061"/>
                <a:gd name="connsiteX3" fmla="*/ 460786 w 595467"/>
                <a:gd name="connsiteY3" fmla="*/ 122525 h 363061"/>
                <a:gd name="connsiteX4" fmla="*/ 460786 w 595467"/>
                <a:gd name="connsiteY4" fmla="*/ 355946 h 363061"/>
                <a:gd name="connsiteX5" fmla="*/ 594975 w 595467"/>
                <a:gd name="connsiteY5" fmla="*/ 355946 h 363061"/>
                <a:gd name="connsiteX6" fmla="*/ 594975 w 595467"/>
                <a:gd name="connsiteY6" fmla="*/ 1952 h 363061"/>
                <a:gd name="connsiteX7" fmla="*/ 498023 w 595467"/>
                <a:gd name="connsiteY7" fmla="*/ 1952 h 363061"/>
                <a:gd name="connsiteX8" fmla="*/ 135375 w 595467"/>
                <a:gd name="connsiteY8" fmla="*/ 244441 h 363061"/>
                <a:gd name="connsiteX9" fmla="*/ 133698 w 595467"/>
                <a:gd name="connsiteY9" fmla="*/ 244441 h 363061"/>
                <a:gd name="connsiteX10" fmla="*/ 133698 w 595467"/>
                <a:gd name="connsiteY10" fmla="*/ 9005 h 363061"/>
                <a:gd name="connsiteX11" fmla="*/ -492 w 595467"/>
                <a:gd name="connsiteY11" fmla="*/ 9005 h 363061"/>
                <a:gd name="connsiteX12" fmla="*/ -492 w 595467"/>
                <a:gd name="connsiteY12" fmla="*/ 365014 h 3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95467" h="363061">
                  <a:moveTo>
                    <a:pt x="-492" y="365014"/>
                  </a:moveTo>
                  <a:lnTo>
                    <a:pt x="96460" y="365014"/>
                  </a:lnTo>
                  <a:lnTo>
                    <a:pt x="459108" y="122525"/>
                  </a:lnTo>
                  <a:lnTo>
                    <a:pt x="460786" y="122525"/>
                  </a:lnTo>
                  <a:lnTo>
                    <a:pt x="460786" y="355946"/>
                  </a:lnTo>
                  <a:lnTo>
                    <a:pt x="594975" y="355946"/>
                  </a:lnTo>
                  <a:lnTo>
                    <a:pt x="594975" y="1952"/>
                  </a:lnTo>
                  <a:lnTo>
                    <a:pt x="498023" y="1952"/>
                  </a:lnTo>
                  <a:lnTo>
                    <a:pt x="135375" y="244441"/>
                  </a:lnTo>
                  <a:lnTo>
                    <a:pt x="133698" y="244441"/>
                  </a:lnTo>
                  <a:lnTo>
                    <a:pt x="133698" y="9005"/>
                  </a:lnTo>
                  <a:lnTo>
                    <a:pt x="-492" y="9005"/>
                  </a:lnTo>
                  <a:lnTo>
                    <a:pt x="-492" y="365014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A26A2E8-CB6D-434F-2EFD-CB6D02F5F268}"/>
              </a:ext>
            </a:extLst>
          </p:cNvPr>
          <p:cNvSpPr/>
          <p:nvPr/>
        </p:nvSpPr>
        <p:spPr>
          <a:xfrm>
            <a:off x="3481055" y="1265760"/>
            <a:ext cx="1915192" cy="2908156"/>
          </a:xfrm>
          <a:prstGeom prst="rect">
            <a:avLst/>
          </a:prstGeom>
          <a:solidFill>
            <a:schemeClr val="bg1">
              <a:alpha val="85000"/>
            </a:schemeClr>
          </a:solidFill>
          <a:ln w="508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primo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14C8F-26C9-879F-6F8C-753275780C16}"/>
              </a:ext>
            </a:extLst>
          </p:cNvPr>
          <p:cNvSpPr/>
          <p:nvPr/>
        </p:nvSpPr>
        <p:spPr>
          <a:xfrm>
            <a:off x="6430297" y="245534"/>
            <a:ext cx="2635882" cy="6712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b="1" noProof="0" dirty="0"/>
              <a:t>Chapter sectorial: Photo can be changed </a:t>
            </a:r>
            <a:br>
              <a:rPr lang="en-US" sz="675" noProof="0" dirty="0"/>
            </a:br>
            <a:r>
              <a:rPr lang="en-US" sz="675" noProof="0" dirty="0"/>
              <a:t>(Delete &amp; Replace + right-click &gt; Send the images to the background).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D34D268-36C2-44C4-EDE1-1B67956C6583}"/>
              </a:ext>
            </a:extLst>
          </p:cNvPr>
          <p:cNvSpPr/>
          <p:nvPr/>
        </p:nvSpPr>
        <p:spPr>
          <a:xfrm>
            <a:off x="3792844" y="1637714"/>
            <a:ext cx="1340234" cy="302955"/>
          </a:xfrm>
          <a:prstGeom prst="roundRect">
            <a:avLst>
              <a:gd name="adj" fmla="val 50000"/>
            </a:avLst>
          </a:prstGeom>
          <a:solidFill>
            <a:schemeClr val="accent4">
              <a:alpha val="90000"/>
            </a:schemeClr>
          </a:solidFill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CHAPTER #1</a:t>
            </a:r>
          </a:p>
        </p:txBody>
      </p:sp>
    </p:spTree>
    <p:extLst>
      <p:ext uri="{BB962C8B-B14F-4D97-AF65-F5344CB8AC3E}">
        <p14:creationId xmlns:p14="http://schemas.microsoft.com/office/powerpoint/2010/main" val="174054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DA1E1171-E391-DCD7-2004-8AE5F4C2E597}"/>
              </a:ext>
            </a:extLst>
          </p:cNvPr>
          <p:cNvSpPr txBox="1"/>
          <p:nvPr/>
        </p:nvSpPr>
        <p:spPr>
          <a:xfrm>
            <a:off x="114300" y="1639765"/>
            <a:ext cx="1329489" cy="13906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>
              <a:lnSpc>
                <a:spcPct val="90000"/>
              </a:lnSpc>
            </a:pPr>
            <a:r>
              <a:rPr lang="en-US" sz="5750" b="1" noProof="0" dirty="0">
                <a:solidFill>
                  <a:schemeClr val="accent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1.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EE83BB00-0E08-0132-6482-053227981B79}"/>
              </a:ext>
            </a:extLst>
          </p:cNvPr>
          <p:cNvSpPr txBox="1"/>
          <p:nvPr/>
        </p:nvSpPr>
        <p:spPr>
          <a:xfrm>
            <a:off x="1943100" y="1881468"/>
            <a:ext cx="5676900" cy="13805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periti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endParaRPr lang="en-US" sz="3600" b="1" noProof="0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pic>
        <p:nvPicPr>
          <p:cNvPr id="14" name="Image 13" descr="Une image contenant capture d’écran, Rectangle, carré, texte&#10;&#10;Description générée automatiquement">
            <a:extLst>
              <a:ext uri="{FF2B5EF4-FFF2-40B4-BE49-F238E27FC236}">
                <a16:creationId xmlns:a16="http://schemas.microsoft.com/office/drawing/2014/main" id="{1699B1BF-9679-6498-3373-2B25B9F946F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6637" y="834346"/>
            <a:ext cx="1329489" cy="3520803"/>
          </a:xfrm>
          <a:prstGeom prst="rect">
            <a:avLst/>
          </a:prstGeom>
        </p:spPr>
      </p:pic>
      <p:sp>
        <p:nvSpPr>
          <p:cNvPr id="15" name="Triangle 14">
            <a:extLst>
              <a:ext uri="{FF2B5EF4-FFF2-40B4-BE49-F238E27FC236}">
                <a16:creationId xmlns:a16="http://schemas.microsoft.com/office/drawing/2014/main" id="{27DB5025-C078-5A01-8D93-CF2693EA63FD}"/>
              </a:ext>
            </a:extLst>
          </p:cNvPr>
          <p:cNvSpPr/>
          <p:nvPr/>
        </p:nvSpPr>
        <p:spPr>
          <a:xfrm rot="16200000">
            <a:off x="1115015" y="1144691"/>
            <a:ext cx="316892" cy="23676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E0DEAB78-9ABA-72C7-F411-47AAF3B29E9F}"/>
              </a:ext>
            </a:extLst>
          </p:cNvPr>
          <p:cNvSpPr/>
          <p:nvPr/>
        </p:nvSpPr>
        <p:spPr>
          <a:xfrm rot="5400000">
            <a:off x="3091531" y="3469748"/>
            <a:ext cx="238776" cy="178401"/>
          </a:xfrm>
          <a:prstGeom prst="triangle">
            <a:avLst/>
          </a:prstGeom>
          <a:solidFill>
            <a:schemeClr val="accent5">
              <a:alpha val="655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338657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>
            <a:extLst>
              <a:ext uri="{FF2B5EF4-FFF2-40B4-BE49-F238E27FC236}">
                <a16:creationId xmlns:a16="http://schemas.microsoft.com/office/drawing/2014/main" id="{EF258898-5D1A-F6B1-63D3-A114C53EA081}"/>
              </a:ext>
            </a:extLst>
          </p:cNvPr>
          <p:cNvSpPr txBox="1"/>
          <p:nvPr/>
        </p:nvSpPr>
        <p:spPr>
          <a:xfrm>
            <a:off x="114300" y="1639765"/>
            <a:ext cx="1329489" cy="13906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>
              <a:lnSpc>
                <a:spcPct val="90000"/>
              </a:lnSpc>
            </a:pPr>
            <a:r>
              <a:rPr lang="en-US" sz="5750" b="1" noProof="0" dirty="0">
                <a:solidFill>
                  <a:schemeClr val="accent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2.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FF6440A6-1340-B3D7-0683-3A83E98B753B}"/>
              </a:ext>
            </a:extLst>
          </p:cNvPr>
          <p:cNvSpPr txBox="1"/>
          <p:nvPr/>
        </p:nvSpPr>
        <p:spPr>
          <a:xfrm>
            <a:off x="1943100" y="1881468"/>
            <a:ext cx="5676900" cy="13805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endParaRPr lang="en-US" sz="3600" b="1" noProof="0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pic>
        <p:nvPicPr>
          <p:cNvPr id="15" name="Image 14" descr="Une image contenant capture d’écran, Rectangle, carré, texte&#10;&#10;Description générée automatiquement">
            <a:extLst>
              <a:ext uri="{FF2B5EF4-FFF2-40B4-BE49-F238E27FC236}">
                <a16:creationId xmlns:a16="http://schemas.microsoft.com/office/drawing/2014/main" id="{7DA0A58F-69CB-7959-2DA3-AD18B0D906E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6637" y="834346"/>
            <a:ext cx="1329489" cy="3520803"/>
          </a:xfrm>
          <a:prstGeom prst="rect">
            <a:avLst/>
          </a:prstGeom>
        </p:spPr>
      </p:pic>
      <p:sp>
        <p:nvSpPr>
          <p:cNvPr id="16" name="Triangle 15">
            <a:extLst>
              <a:ext uri="{FF2B5EF4-FFF2-40B4-BE49-F238E27FC236}">
                <a16:creationId xmlns:a16="http://schemas.microsoft.com/office/drawing/2014/main" id="{0C13521A-2637-3D10-41FE-FF7B8F287DE2}"/>
              </a:ext>
            </a:extLst>
          </p:cNvPr>
          <p:cNvSpPr/>
          <p:nvPr/>
        </p:nvSpPr>
        <p:spPr>
          <a:xfrm rot="16200000">
            <a:off x="1115015" y="1144691"/>
            <a:ext cx="316892" cy="23676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141220DF-34AB-A2AB-C820-CCF2AD3A3131}"/>
              </a:ext>
            </a:extLst>
          </p:cNvPr>
          <p:cNvSpPr/>
          <p:nvPr/>
        </p:nvSpPr>
        <p:spPr>
          <a:xfrm rot="5400000">
            <a:off x="3091531" y="3469748"/>
            <a:ext cx="238776" cy="178401"/>
          </a:xfrm>
          <a:prstGeom prst="triangle">
            <a:avLst/>
          </a:prstGeom>
          <a:solidFill>
            <a:schemeClr val="accent5">
              <a:alpha val="655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370852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E51E33-85FF-DD4A-88C1-F386194C24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Left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576286-0100-02C4-F322-025DEC037D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4B507C-CC83-494A-A64A-E578946E7DFF}"/>
              </a:ext>
            </a:extLst>
          </p:cNvPr>
          <p:cNvSpPr/>
          <p:nvPr/>
        </p:nvSpPr>
        <p:spPr>
          <a:xfrm>
            <a:off x="3009901" y="1962150"/>
            <a:ext cx="3657600" cy="2482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14CBE4-69D3-AA4C-9757-E9B67DE39E1F}"/>
              </a:ext>
            </a:extLst>
          </p:cNvPr>
          <p:cNvSpPr/>
          <p:nvPr/>
        </p:nvSpPr>
        <p:spPr>
          <a:xfrm>
            <a:off x="3009901" y="1442279"/>
            <a:ext cx="2857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03972">
              <a:buClr>
                <a:srgbClr val="0093D6"/>
              </a:buClr>
              <a:buSzPct val="130000"/>
              <a:defRPr/>
            </a:pPr>
            <a:r>
              <a:rPr lang="en-US" sz="2000" b="1" kern="0" cap="all" spc="150" noProof="0" dirty="0">
                <a:highlight>
                  <a:srgbClr val="B2DFF4"/>
                </a:highlight>
                <a:latin typeface="Arial Black" panose="020B0604020202020204" pitchFamily="34" charset="0"/>
                <a:ea typeface="MS PGothic" pitchFamily="34" charset="-128"/>
                <a:cs typeface="Arial Black" panose="020B0604020202020204" pitchFamily="34" charset="0"/>
              </a:rPr>
              <a:t>Added value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E4A8D04-87E5-151E-666F-8CF64F71E52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74" y="894235"/>
            <a:ext cx="2476500" cy="4264013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93D606F3-25CC-5CC5-3096-F64C8B8C0790}"/>
              </a:ext>
            </a:extLst>
          </p:cNvPr>
          <p:cNvGrpSpPr/>
          <p:nvPr/>
        </p:nvGrpSpPr>
        <p:grpSpPr>
          <a:xfrm>
            <a:off x="7124700" y="0"/>
            <a:ext cx="2020128" cy="5143501"/>
            <a:chOff x="14249400" y="0"/>
            <a:chExt cx="4040256" cy="1028700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54EB1F-10CA-92E2-828E-341845880F59}"/>
                </a:ext>
              </a:extLst>
            </p:cNvPr>
            <p:cNvSpPr/>
            <p:nvPr/>
          </p:nvSpPr>
          <p:spPr>
            <a:xfrm>
              <a:off x="14249400" y="0"/>
              <a:ext cx="4038600" cy="10287002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US" sz="800" b="1" spc="150" noProof="0" dirty="0">
                <a:solidFill>
                  <a:srgbClr val="F0755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8C8A425D-4C79-9583-515B-DEFB7DAE8D50}"/>
                </a:ext>
              </a:extLst>
            </p:cNvPr>
            <p:cNvSpPr/>
            <p:nvPr/>
          </p:nvSpPr>
          <p:spPr>
            <a:xfrm rot="16200000">
              <a:off x="16833197" y="8830541"/>
              <a:ext cx="1104900" cy="1808018"/>
            </a:xfrm>
            <a:prstGeom prst="triangle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4102D042-818D-49B5-C9CE-F8797D90E62A}"/>
                </a:ext>
              </a:extLst>
            </p:cNvPr>
            <p:cNvSpPr txBox="1"/>
            <p:nvPr/>
          </p:nvSpPr>
          <p:spPr>
            <a:xfrm>
              <a:off x="14706601" y="2628900"/>
              <a:ext cx="3276600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50%</a:t>
              </a:r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A476259F-C41A-E39F-0FAA-669949C1EE6D}"/>
                </a:ext>
              </a:extLst>
            </p:cNvPr>
            <p:cNvSpPr txBox="1"/>
            <p:nvPr/>
          </p:nvSpPr>
          <p:spPr>
            <a:xfrm>
              <a:off x="14706601" y="3831534"/>
              <a:ext cx="3048000" cy="101430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D5989D1F-CD9E-C1EF-EA4C-4314560B5EBC}"/>
                </a:ext>
              </a:extLst>
            </p:cNvPr>
            <p:cNvSpPr txBox="1"/>
            <p:nvPr/>
          </p:nvSpPr>
          <p:spPr>
            <a:xfrm>
              <a:off x="14706601" y="5596689"/>
              <a:ext cx="3276600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12%</a:t>
              </a:r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323791CC-4352-85BD-BB8A-B0EEA6290DC0}"/>
                </a:ext>
              </a:extLst>
            </p:cNvPr>
            <p:cNvSpPr txBox="1"/>
            <p:nvPr/>
          </p:nvSpPr>
          <p:spPr>
            <a:xfrm>
              <a:off x="14706601" y="6799323"/>
              <a:ext cx="3048000" cy="101430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consectetur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elit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adipiscing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368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Right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8949B8-10D3-5088-25F4-3CDC90C897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B064694-DEAD-DB4D-832C-41CEA805BEAB}"/>
              </a:ext>
            </a:extLst>
          </p:cNvPr>
          <p:cNvSpPr txBox="1">
            <a:spLocks/>
          </p:cNvSpPr>
          <p:nvPr/>
        </p:nvSpPr>
        <p:spPr>
          <a:xfrm>
            <a:off x="783987" y="3431560"/>
            <a:ext cx="3674419" cy="510756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0AD4402-7C77-E24E-A141-C715FB9A2EA2}"/>
              </a:ext>
            </a:extLst>
          </p:cNvPr>
          <p:cNvSpPr txBox="1">
            <a:spLocks/>
          </p:cNvSpPr>
          <p:nvPr/>
        </p:nvSpPr>
        <p:spPr>
          <a:xfrm>
            <a:off x="711127" y="3043656"/>
            <a:ext cx="2717874" cy="34980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Lorem ipsum dolor sit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sz="900" kern="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8657278B-F938-9844-AE1D-7BA063B13C7E}"/>
              </a:ext>
            </a:extLst>
          </p:cNvPr>
          <p:cNvSpPr txBox="1">
            <a:spLocks/>
          </p:cNvSpPr>
          <p:nvPr/>
        </p:nvSpPr>
        <p:spPr>
          <a:xfrm>
            <a:off x="711127" y="2815056"/>
            <a:ext cx="3099327" cy="23669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400" b="1" kern="0" cap="all" spc="150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EBB785AC-999F-2141-AD31-97595FA959E2}"/>
              </a:ext>
            </a:extLst>
          </p:cNvPr>
          <p:cNvGrpSpPr/>
          <p:nvPr/>
        </p:nvGrpSpPr>
        <p:grpSpPr>
          <a:xfrm>
            <a:off x="841394" y="4047077"/>
            <a:ext cx="3131001" cy="183731"/>
            <a:chOff x="1832687" y="5961946"/>
            <a:chExt cx="7975311" cy="468000"/>
          </a:xfrm>
        </p:grpSpPr>
        <p:sp>
          <p:nvSpPr>
            <p:cNvPr id="23" name="Titre 1">
              <a:extLst>
                <a:ext uri="{FF2B5EF4-FFF2-40B4-BE49-F238E27FC236}">
                  <a16:creationId xmlns:a16="http://schemas.microsoft.com/office/drawing/2014/main" id="{9EF9010E-1C8D-674B-BAAA-28ABDFE7E349}"/>
                </a:ext>
              </a:extLst>
            </p:cNvPr>
            <p:cNvSpPr txBox="1">
              <a:spLocks/>
            </p:cNvSpPr>
            <p:nvPr/>
          </p:nvSpPr>
          <p:spPr>
            <a:xfrm>
              <a:off x="1832687" y="5961946"/>
              <a:ext cx="1250345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  <p:sp>
          <p:nvSpPr>
            <p:cNvPr id="24" name="Titre 1">
              <a:extLst>
                <a:ext uri="{FF2B5EF4-FFF2-40B4-BE49-F238E27FC236}">
                  <a16:creationId xmlns:a16="http://schemas.microsoft.com/office/drawing/2014/main" id="{2125E959-5275-B84C-8262-E185CF9193D7}"/>
                </a:ext>
              </a:extLst>
            </p:cNvPr>
            <p:cNvSpPr txBox="1">
              <a:spLocks/>
            </p:cNvSpPr>
            <p:nvPr/>
          </p:nvSpPr>
          <p:spPr>
            <a:xfrm>
              <a:off x="3210493" y="5961946"/>
              <a:ext cx="1418414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en-US" sz="800" b="1" noProof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Titre 1">
              <a:extLst>
                <a:ext uri="{FF2B5EF4-FFF2-40B4-BE49-F238E27FC236}">
                  <a16:creationId xmlns:a16="http://schemas.microsoft.com/office/drawing/2014/main" id="{1CF084E1-FAB8-C749-81C6-18FE7A245DCD}"/>
                </a:ext>
              </a:extLst>
            </p:cNvPr>
            <p:cNvSpPr txBox="1">
              <a:spLocks/>
            </p:cNvSpPr>
            <p:nvPr/>
          </p:nvSpPr>
          <p:spPr>
            <a:xfrm>
              <a:off x="4756368" y="5961946"/>
              <a:ext cx="2370471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</a:t>
              </a:r>
            </a:p>
          </p:txBody>
        </p:sp>
        <p:sp>
          <p:nvSpPr>
            <p:cNvPr id="26" name="Titre 1">
              <a:extLst>
                <a:ext uri="{FF2B5EF4-FFF2-40B4-BE49-F238E27FC236}">
                  <a16:creationId xmlns:a16="http://schemas.microsoft.com/office/drawing/2014/main" id="{E273C740-72CB-144E-BC48-80B09658544F}"/>
                </a:ext>
              </a:extLst>
            </p:cNvPr>
            <p:cNvSpPr txBox="1">
              <a:spLocks/>
            </p:cNvSpPr>
            <p:nvPr/>
          </p:nvSpPr>
          <p:spPr>
            <a:xfrm>
              <a:off x="859219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en-US" sz="800" b="1" noProof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itre 1">
              <a:extLst>
                <a:ext uri="{FF2B5EF4-FFF2-40B4-BE49-F238E27FC236}">
                  <a16:creationId xmlns:a16="http://schemas.microsoft.com/office/drawing/2014/main" id="{00343EC7-39DA-504C-BA5F-51D78303ABC5}"/>
                </a:ext>
              </a:extLst>
            </p:cNvPr>
            <p:cNvSpPr txBox="1">
              <a:spLocks/>
            </p:cNvSpPr>
            <p:nvPr/>
          </p:nvSpPr>
          <p:spPr>
            <a:xfrm>
              <a:off x="724893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</p:grpSp>
      <p:sp>
        <p:nvSpPr>
          <p:cNvPr id="28" name="Titre 1">
            <a:extLst>
              <a:ext uri="{FF2B5EF4-FFF2-40B4-BE49-F238E27FC236}">
                <a16:creationId xmlns:a16="http://schemas.microsoft.com/office/drawing/2014/main" id="{03A4676F-1327-FF5C-25DF-78E8ED0A6708}"/>
              </a:ext>
            </a:extLst>
          </p:cNvPr>
          <p:cNvSpPr txBox="1">
            <a:spLocks/>
          </p:cNvSpPr>
          <p:nvPr/>
        </p:nvSpPr>
        <p:spPr>
          <a:xfrm>
            <a:off x="782670" y="1669328"/>
            <a:ext cx="4208430" cy="83939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</a:t>
            </a:r>
            <a:r>
              <a:rPr lang="en-US" sz="900" b="1" kern="0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kern="0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: 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itre 1">
            <a:extLst>
              <a:ext uri="{FF2B5EF4-FFF2-40B4-BE49-F238E27FC236}">
                <a16:creationId xmlns:a16="http://schemas.microsoft.com/office/drawing/2014/main" id="{5C7C74D6-7252-B31D-8D53-60FDEFB045D4}"/>
              </a:ext>
            </a:extLst>
          </p:cNvPr>
          <p:cNvSpPr txBox="1">
            <a:spLocks/>
          </p:cNvSpPr>
          <p:nvPr/>
        </p:nvSpPr>
        <p:spPr>
          <a:xfrm>
            <a:off x="711127" y="1288327"/>
            <a:ext cx="4279973" cy="326497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Lorem ipsum dolor sit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sz="900" kern="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itre 1">
            <a:extLst>
              <a:ext uri="{FF2B5EF4-FFF2-40B4-BE49-F238E27FC236}">
                <a16:creationId xmlns:a16="http://schemas.microsoft.com/office/drawing/2014/main" id="{660512DA-C063-EDC9-C0E6-49332B422D02}"/>
              </a:ext>
            </a:extLst>
          </p:cNvPr>
          <p:cNvSpPr txBox="1">
            <a:spLocks/>
          </p:cNvSpPr>
          <p:nvPr/>
        </p:nvSpPr>
        <p:spPr>
          <a:xfrm>
            <a:off x="711127" y="1059727"/>
            <a:ext cx="2914335" cy="24312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400" b="1" kern="0" cap="all" spc="150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pic>
        <p:nvPicPr>
          <p:cNvPr id="5" name="Image 4" descr="Une image contenant ordinateur portable, ordinateur, capture d’écran, léger&#10;&#10;Description générée automatiquement">
            <a:extLst>
              <a:ext uri="{FF2B5EF4-FFF2-40B4-BE49-F238E27FC236}">
                <a16:creationId xmlns:a16="http://schemas.microsoft.com/office/drawing/2014/main" id="{AEE9F7D6-A3C0-B151-5D35-C9960F96D8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3397" y="912694"/>
            <a:ext cx="6948256" cy="39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09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3D05BF6F-3F90-8E36-E8A3-5C9384997948}"/>
              </a:ext>
            </a:extLst>
          </p:cNvPr>
          <p:cNvSpPr txBox="1"/>
          <p:nvPr/>
        </p:nvSpPr>
        <p:spPr>
          <a:xfrm>
            <a:off x="767851" y="1390650"/>
            <a:ext cx="4375650" cy="103206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opponunt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et fortes.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4B164A41-2228-9B68-B710-4FC6EE5F668D}"/>
              </a:ext>
            </a:extLst>
          </p:cNvPr>
          <p:cNvSpPr txBox="1"/>
          <p:nvPr/>
        </p:nvSpPr>
        <p:spPr>
          <a:xfrm>
            <a:off x="772751" y="2571750"/>
            <a:ext cx="2000215" cy="132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785AC31-670A-FD8D-CB95-8E73B4FF8D34}"/>
              </a:ext>
            </a:extLst>
          </p:cNvPr>
          <p:cNvSpPr txBox="1"/>
          <p:nvPr/>
        </p:nvSpPr>
        <p:spPr>
          <a:xfrm>
            <a:off x="3066481" y="2571750"/>
            <a:ext cx="2000215" cy="132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079946-AA24-86AB-8380-089A4A4BDDE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902986" y="704851"/>
            <a:ext cx="4679553" cy="4698271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B45CE2F-1F36-AA20-E185-E24738F955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 </a:t>
            </a:r>
            <a:r>
              <a:rPr lang="en-US" noProof="0" dirty="0" err="1"/>
              <a:t>rectores</a:t>
            </a:r>
            <a:r>
              <a:rPr lang="en-US" noProof="0" dirty="0"/>
              <a:t> primo </a:t>
            </a:r>
            <a:r>
              <a:rPr lang="en-US" noProof="0" dirty="0" err="1"/>
              <a:t>catervas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F56DC6-691B-C037-EDEF-2FF084290D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 </a:t>
            </a:r>
            <a:r>
              <a:rPr lang="en-US" noProof="0" dirty="0" err="1"/>
              <a:t>rectores</a:t>
            </a:r>
            <a:r>
              <a:rPr lang="en-US" noProof="0" dirty="0"/>
              <a:t> primo </a:t>
            </a:r>
            <a:r>
              <a:rPr lang="en-US" noProof="0" dirty="0" err="1"/>
              <a:t>catervas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491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952529D-76BA-C818-6E39-718ABEC3EEA6}"/>
              </a:ext>
            </a:extLst>
          </p:cNvPr>
          <p:cNvSpPr/>
          <p:nvPr/>
        </p:nvSpPr>
        <p:spPr>
          <a:xfrm>
            <a:off x="265906" y="1089498"/>
            <a:ext cx="2629694" cy="4054003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5D57FDF1-EB8F-09B5-166B-6398B97AB9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C22163C4-7BD1-993D-6864-57AFF3FD55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 </a:t>
            </a:r>
            <a:r>
              <a:rPr lang="en-US" noProof="0" dirty="0" err="1"/>
              <a:t>rectores</a:t>
            </a:r>
            <a:r>
              <a:rPr lang="en-US" noProof="0" dirty="0"/>
              <a:t> primo </a:t>
            </a:r>
            <a:r>
              <a:rPr lang="en-US" noProof="0" dirty="0" err="1"/>
              <a:t>catervas</a:t>
            </a:r>
            <a:r>
              <a:rPr lang="en-US" noProof="0" dirty="0"/>
              <a:t> </a:t>
            </a:r>
            <a:r>
              <a:rPr lang="en-US" noProof="0" dirty="0" err="1"/>
              <a:t>densas</a:t>
            </a:r>
            <a:r>
              <a:rPr lang="en-US" noProof="0" dirty="0"/>
              <a:t> </a:t>
            </a:r>
            <a:r>
              <a:rPr lang="en-US" noProof="0" dirty="0" err="1"/>
              <a:t>opponunt</a:t>
            </a:r>
            <a:r>
              <a:rPr lang="en-US" noProof="0" dirty="0"/>
              <a:t> et fortes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49334D96-D465-237C-B7F7-911DA1CC731C}"/>
              </a:ext>
            </a:extLst>
          </p:cNvPr>
          <p:cNvSpPr txBox="1"/>
          <p:nvPr/>
        </p:nvSpPr>
        <p:spPr>
          <a:xfrm>
            <a:off x="3733800" y="1894026"/>
            <a:ext cx="2010621" cy="270056"/>
          </a:xfrm>
          <a:prstGeom prst="rect">
            <a:avLst/>
          </a:prstGeom>
          <a:gradFill>
            <a:gsLst>
              <a:gs pos="0">
                <a:schemeClr val="tx1"/>
              </a:gs>
              <a:gs pos="48000">
                <a:schemeClr val="accent4"/>
              </a:gs>
              <a:gs pos="100000">
                <a:schemeClr val="accent1"/>
              </a:gs>
            </a:gsLst>
            <a:lin ang="0" scaled="1"/>
          </a:gra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1077035-3D29-E89F-9184-0F318A15F741}"/>
              </a:ext>
            </a:extLst>
          </p:cNvPr>
          <p:cNvSpPr txBox="1"/>
          <p:nvPr/>
        </p:nvSpPr>
        <p:spPr>
          <a:xfrm>
            <a:off x="448558" y="895350"/>
            <a:ext cx="2278546" cy="403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periti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primo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densas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opponunt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Fortes,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deinde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armaturas</a:t>
            </a: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periti </a:t>
            </a: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primo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opponunt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Fortes,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deinde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armaturas</a:t>
            </a: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17DDD4-61C7-3016-E6B7-5A79899D2F29}"/>
              </a:ext>
            </a:extLst>
          </p:cNvPr>
          <p:cNvSpPr txBox="1"/>
          <p:nvPr/>
        </p:nvSpPr>
        <p:spPr>
          <a:xfrm>
            <a:off x="3744207" y="2336335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70BC78-EC29-99A8-B70C-5A7BD3025FCF}"/>
              </a:ext>
            </a:extLst>
          </p:cNvPr>
          <p:cNvSpPr txBox="1"/>
          <p:nvPr/>
        </p:nvSpPr>
        <p:spPr>
          <a:xfrm>
            <a:off x="3744207" y="3518106"/>
            <a:ext cx="2000215" cy="1163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10A93612-6EE6-C343-650A-FDDCFFEAF2A4}"/>
              </a:ext>
            </a:extLst>
          </p:cNvPr>
          <p:cNvSpPr txBox="1"/>
          <p:nvPr/>
        </p:nvSpPr>
        <p:spPr>
          <a:xfrm>
            <a:off x="6149009" y="1894026"/>
            <a:ext cx="2010621" cy="270056"/>
          </a:xfrm>
          <a:prstGeom prst="rect">
            <a:avLst/>
          </a:prstGeom>
          <a:gradFill>
            <a:gsLst>
              <a:gs pos="0">
                <a:schemeClr val="tx1"/>
              </a:gs>
              <a:gs pos="48000">
                <a:schemeClr val="accent4"/>
              </a:gs>
              <a:gs pos="100000">
                <a:schemeClr val="accent1"/>
              </a:gs>
            </a:gsLst>
            <a:lin ang="0" scaled="1"/>
          </a:gra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8556D47-66CD-B76B-0CCD-1FA71213EEE8}"/>
              </a:ext>
            </a:extLst>
          </p:cNvPr>
          <p:cNvSpPr txBox="1"/>
          <p:nvPr/>
        </p:nvSpPr>
        <p:spPr>
          <a:xfrm>
            <a:off x="6159416" y="2336335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EE721AAA-D4AB-2EE1-48D0-8CAF8A8C98E5}"/>
              </a:ext>
            </a:extLst>
          </p:cNvPr>
          <p:cNvSpPr txBox="1"/>
          <p:nvPr/>
        </p:nvSpPr>
        <p:spPr>
          <a:xfrm>
            <a:off x="6159416" y="3217600"/>
            <a:ext cx="2000215" cy="167825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huic.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5D828442-9CDB-9882-D340-D4660B8AFB7E}"/>
              </a:ext>
            </a:extLst>
          </p:cNvPr>
          <p:cNvSpPr txBox="1"/>
          <p:nvPr/>
        </p:nvSpPr>
        <p:spPr>
          <a:xfrm>
            <a:off x="3733800" y="1089498"/>
            <a:ext cx="4425830" cy="453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proelium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b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post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iaculatores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ultimasque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.  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339133D9-070F-C25C-4CB9-B80AC83C954B}"/>
              </a:ext>
            </a:extLst>
          </p:cNvPr>
          <p:cNvSpPr/>
          <p:nvPr/>
        </p:nvSpPr>
        <p:spPr>
          <a:xfrm rot="16200000">
            <a:off x="2168199" y="4415271"/>
            <a:ext cx="552450" cy="904009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1816241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49334D96-D465-237C-B7F7-911DA1CC731C}"/>
              </a:ext>
            </a:extLst>
          </p:cNvPr>
          <p:cNvSpPr txBox="1"/>
          <p:nvPr/>
        </p:nvSpPr>
        <p:spPr>
          <a:xfrm>
            <a:off x="3733800" y="1894026"/>
            <a:ext cx="4504480" cy="270056"/>
          </a:xfrm>
          <a:prstGeom prst="rect">
            <a:avLst/>
          </a:prstGeom>
          <a:gradFill>
            <a:gsLst>
              <a:gs pos="0">
                <a:schemeClr val="tx1"/>
              </a:gs>
              <a:gs pos="48000">
                <a:schemeClr val="accent4"/>
              </a:gs>
              <a:gs pos="100000">
                <a:schemeClr val="accent1"/>
              </a:gs>
            </a:gsLst>
            <a:lin ang="0" scaled="1"/>
          </a:gra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US" sz="1200" b="1" cap="all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cap="all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cap="all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cap="all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endParaRPr lang="en-US" sz="1200" b="1" cap="all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17DDD4-61C7-3016-E6B7-5A79899D2F29}"/>
              </a:ext>
            </a:extLst>
          </p:cNvPr>
          <p:cNvSpPr txBox="1"/>
          <p:nvPr/>
        </p:nvSpPr>
        <p:spPr>
          <a:xfrm>
            <a:off x="3744207" y="2332850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70BC78-EC29-99A8-B70C-5A7BD3025FCF}"/>
              </a:ext>
            </a:extLst>
          </p:cNvPr>
          <p:cNvSpPr txBox="1"/>
          <p:nvPr/>
        </p:nvSpPr>
        <p:spPr>
          <a:xfrm>
            <a:off x="6238066" y="2332850"/>
            <a:ext cx="2000215" cy="1163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 </a:t>
            </a:r>
            <a:r>
              <a:rPr lang="en-US" sz="900" noProof="0" dirty="0" err="1">
                <a:solidFill>
                  <a:srgbClr val="043962"/>
                </a:solidFill>
                <a:highlight>
                  <a:srgbClr val="B2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5D828442-9CDB-9882-D340-D4660B8AFB7E}"/>
              </a:ext>
            </a:extLst>
          </p:cNvPr>
          <p:cNvSpPr txBox="1"/>
          <p:nvPr/>
        </p:nvSpPr>
        <p:spPr>
          <a:xfrm>
            <a:off x="3733800" y="1089498"/>
            <a:ext cx="4504480" cy="453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Fors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adegerit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,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iuvaturas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,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ita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ume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praepositis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urbanae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.</a:t>
            </a:r>
          </a:p>
        </p:txBody>
      </p:sp>
      <p:sp>
        <p:nvSpPr>
          <p:cNvPr id="16" name="Espace réservé du texte 17">
            <a:extLst>
              <a:ext uri="{FF2B5EF4-FFF2-40B4-BE49-F238E27FC236}">
                <a16:creationId xmlns:a16="http://schemas.microsoft.com/office/drawing/2014/main" id="{71CB509F-F5B4-08FB-8ECA-6410C1E81B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92615D04-432A-9BC0-16F1-BF916EDC6B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 </a:t>
            </a:r>
            <a:r>
              <a:rPr lang="en-US" noProof="0" dirty="0" err="1"/>
              <a:t>rectores</a:t>
            </a:r>
            <a:r>
              <a:rPr lang="en-US" noProof="0" dirty="0"/>
              <a:t> primo </a:t>
            </a:r>
            <a:r>
              <a:rPr lang="en-US" noProof="0" dirty="0" err="1"/>
              <a:t>catervas</a:t>
            </a:r>
            <a:r>
              <a:rPr lang="en-US" noProof="0" dirty="0"/>
              <a:t> </a:t>
            </a:r>
            <a:r>
              <a:rPr lang="en-US" noProof="0" dirty="0" err="1"/>
              <a:t>densas</a:t>
            </a:r>
            <a:r>
              <a:rPr lang="en-US" noProof="0" dirty="0"/>
              <a:t> </a:t>
            </a:r>
            <a:r>
              <a:rPr lang="en-US" noProof="0" dirty="0" err="1"/>
              <a:t>opponunt</a:t>
            </a:r>
            <a:r>
              <a:rPr lang="en-US" noProof="0" dirty="0"/>
              <a:t> et fortes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811A05-6FF1-F9F6-4F5A-16DCD12AC67B}"/>
              </a:ext>
            </a:extLst>
          </p:cNvPr>
          <p:cNvSpPr/>
          <p:nvPr/>
        </p:nvSpPr>
        <p:spPr>
          <a:xfrm>
            <a:off x="265906" y="1089498"/>
            <a:ext cx="2629694" cy="4054003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155A903D-1EED-ECFC-1ABF-40885F92AD14}"/>
              </a:ext>
            </a:extLst>
          </p:cNvPr>
          <p:cNvSpPr txBox="1"/>
          <p:nvPr/>
        </p:nvSpPr>
        <p:spPr>
          <a:xfrm>
            <a:off x="448558" y="895350"/>
            <a:ext cx="2278546" cy="403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periti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primo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opponunt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b="1" noProof="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Fortes,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deinde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leves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armaturas</a:t>
            </a:r>
            <a:endParaRPr lang="en-US" sz="1400" b="1" noProof="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periti </a:t>
            </a: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primo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opponunt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Fortes,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deinde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armaturas</a:t>
            </a: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F9DF9A97-7B6D-B9D8-19F4-648DF445D4D1}"/>
              </a:ext>
            </a:extLst>
          </p:cNvPr>
          <p:cNvSpPr/>
          <p:nvPr/>
        </p:nvSpPr>
        <p:spPr>
          <a:xfrm rot="16200000">
            <a:off x="2168199" y="4415271"/>
            <a:ext cx="552450" cy="904009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398743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A7A093D1-D821-89E2-B0EE-921D9726AC66}"/>
              </a:ext>
            </a:extLst>
          </p:cNvPr>
          <p:cNvSpPr txBox="1"/>
          <p:nvPr/>
        </p:nvSpPr>
        <p:spPr>
          <a:xfrm>
            <a:off x="430111" y="1880716"/>
            <a:ext cx="2122589" cy="4985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proelium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B4BD38EC-B163-4062-631E-BE33397FF05D}"/>
              </a:ext>
            </a:extLst>
          </p:cNvPr>
          <p:cNvSpPr txBox="1"/>
          <p:nvPr/>
        </p:nvSpPr>
        <p:spPr>
          <a:xfrm>
            <a:off x="430111" y="1022845"/>
            <a:ext cx="6533153" cy="4616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6" name="Image 5" descr="Une image contenant ciel, plein air, eau, plusieurs&#10;&#10;Description générée automatiquement">
            <a:extLst>
              <a:ext uri="{FF2B5EF4-FFF2-40B4-BE49-F238E27FC236}">
                <a16:creationId xmlns:a16="http://schemas.microsoft.com/office/drawing/2014/main" id="{ED51C169-AB49-EA5B-5EDD-7531A415E7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24090" y="0"/>
            <a:ext cx="1719910" cy="51486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BC906C6-B26C-1D37-1C39-C2B69A324802}"/>
              </a:ext>
            </a:extLst>
          </p:cNvPr>
          <p:cNvSpPr txBox="1"/>
          <p:nvPr/>
        </p:nvSpPr>
        <p:spPr>
          <a:xfrm>
            <a:off x="435011" y="2584761"/>
            <a:ext cx="2000215" cy="20062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highlight>
                  <a:srgbClr val="B1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AF8DF-A3DB-FD74-FEC7-D18F929A52E3}"/>
              </a:ext>
            </a:extLst>
          </p:cNvPr>
          <p:cNvSpPr txBox="1"/>
          <p:nvPr/>
        </p:nvSpPr>
        <p:spPr>
          <a:xfrm>
            <a:off x="2699030" y="2584761"/>
            <a:ext cx="2000215" cy="20062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highlight>
                  <a:srgbClr val="B1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451838FA-B8E1-3204-F550-0789E966C6C0}"/>
              </a:ext>
            </a:extLst>
          </p:cNvPr>
          <p:cNvSpPr txBox="1"/>
          <p:nvPr/>
        </p:nvSpPr>
        <p:spPr>
          <a:xfrm>
            <a:off x="4963050" y="2584761"/>
            <a:ext cx="2000215" cy="20062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highlight>
                  <a:srgbClr val="B2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urbanae.Utque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fortes.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4" name="Espace réservé du texte 17">
            <a:extLst>
              <a:ext uri="{FF2B5EF4-FFF2-40B4-BE49-F238E27FC236}">
                <a16:creationId xmlns:a16="http://schemas.microsoft.com/office/drawing/2014/main" id="{BC3DB6FB-DB81-A0EE-062E-A0ACCAABDB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C455639F-B2CF-B667-640B-6959DE56C6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 </a:t>
            </a:r>
            <a:r>
              <a:rPr lang="en-US" noProof="0" dirty="0" err="1"/>
              <a:t>rectores</a:t>
            </a:r>
            <a:r>
              <a:rPr lang="en-US" noProof="0" dirty="0"/>
              <a:t> primo </a:t>
            </a:r>
            <a:r>
              <a:rPr lang="en-US" noProof="0" dirty="0" err="1"/>
              <a:t>catervas</a:t>
            </a:r>
            <a:r>
              <a:rPr lang="en-US" noProof="0" dirty="0"/>
              <a:t> </a:t>
            </a:r>
            <a:r>
              <a:rPr lang="en-US" noProof="0" dirty="0" err="1"/>
              <a:t>densas</a:t>
            </a:r>
            <a:r>
              <a:rPr lang="en-US" noProof="0" dirty="0"/>
              <a:t> </a:t>
            </a:r>
            <a:r>
              <a:rPr lang="en-US" noProof="0" dirty="0" err="1"/>
              <a:t>opponunt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284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EE25DE5-C5F5-6CA8-15A1-41107C2465F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5781" y="727200"/>
            <a:ext cx="2485688" cy="3976528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3D05BF6F-3F90-8E36-E8A3-5C9384997948}"/>
              </a:ext>
            </a:extLst>
          </p:cNvPr>
          <p:cNvSpPr txBox="1"/>
          <p:nvPr/>
        </p:nvSpPr>
        <p:spPr>
          <a:xfrm>
            <a:off x="767851" y="1390650"/>
            <a:ext cx="5170589" cy="103206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opponunt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et fortes.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4B164A41-2228-9B68-B710-4FC6EE5F668D}"/>
              </a:ext>
            </a:extLst>
          </p:cNvPr>
          <p:cNvSpPr txBox="1"/>
          <p:nvPr/>
        </p:nvSpPr>
        <p:spPr>
          <a:xfrm>
            <a:off x="772751" y="2571750"/>
            <a:ext cx="2000215" cy="132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785AC31-670A-FD8D-CB95-8E73B4FF8D34}"/>
              </a:ext>
            </a:extLst>
          </p:cNvPr>
          <p:cNvSpPr txBox="1"/>
          <p:nvPr/>
        </p:nvSpPr>
        <p:spPr>
          <a:xfrm>
            <a:off x="3502303" y="2571750"/>
            <a:ext cx="2000215" cy="132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700281B3-18DC-3619-C957-CEDAF3F98A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video playing on a loop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C1A77E79-5A6C-711F-B01C-763FF75CA6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Can be change by an image</a:t>
            </a:r>
          </a:p>
        </p:txBody>
      </p:sp>
    </p:spTree>
    <p:extLst>
      <p:ext uri="{BB962C8B-B14F-4D97-AF65-F5344CB8AC3E}">
        <p14:creationId xmlns:p14="http://schemas.microsoft.com/office/powerpoint/2010/main" val="937554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>
            <a:extLst>
              <a:ext uri="{FF2B5EF4-FFF2-40B4-BE49-F238E27FC236}">
                <a16:creationId xmlns:a16="http://schemas.microsoft.com/office/drawing/2014/main" id="{3430D7CC-8937-32EE-55BD-C2C3E557BC8B}"/>
              </a:ext>
            </a:extLst>
          </p:cNvPr>
          <p:cNvSpPr txBox="1"/>
          <p:nvPr/>
        </p:nvSpPr>
        <p:spPr>
          <a:xfrm>
            <a:off x="781298" y="1466850"/>
            <a:ext cx="5208689" cy="30861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“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27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opponunt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et fortes.</a:t>
            </a:r>
          </a:p>
          <a:p>
            <a:pPr>
              <a:lnSpc>
                <a:spcPct val="90000"/>
              </a:lnSpc>
            </a:pPr>
            <a:endParaRPr lang="en-US" sz="2700" b="1" noProof="0" dirty="0">
              <a:solidFill>
                <a:srgbClr val="043962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2700" b="1" noProof="0" dirty="0">
              <a:solidFill>
                <a:srgbClr val="043962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Timasque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subsidiales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acies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,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si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fors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highlight>
                  <a:srgbClr val="B2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adegerit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.”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EB14AF1-8221-08E6-966D-5B16005827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Quote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174C1DD-B9E6-4F57-9EFC-2FB24DCC3C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7" name="Image 6" descr="Une image contenant balle, sphère&#10;&#10;Le contenu généré par l’IA peut être incorrect.">
            <a:extLst>
              <a:ext uri="{FF2B5EF4-FFF2-40B4-BE49-F238E27FC236}">
                <a16:creationId xmlns:a16="http://schemas.microsoft.com/office/drawing/2014/main" id="{8AEC15C5-5AF3-63E1-31AD-787850D88EC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5781" y="727200"/>
            <a:ext cx="2485688" cy="39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29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>
            <a:extLst>
              <a:ext uri="{FF2B5EF4-FFF2-40B4-BE49-F238E27FC236}">
                <a16:creationId xmlns:a16="http://schemas.microsoft.com/office/drawing/2014/main" id="{7B9ED38F-2AD0-5B57-1D30-983105AA79DD}"/>
              </a:ext>
            </a:extLst>
          </p:cNvPr>
          <p:cNvSpPr txBox="1"/>
          <p:nvPr/>
        </p:nvSpPr>
        <p:spPr>
          <a:xfrm>
            <a:off x="2895600" y="1086936"/>
            <a:ext cx="5170097" cy="32316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</a:p>
        </p:txBody>
      </p:sp>
      <p:pic>
        <p:nvPicPr>
          <p:cNvPr id="15" name="Image 14" descr="Une image contenant ciel, plein air, montagne, coucher de soleil&#10;&#10;Description générée automatiquement">
            <a:extLst>
              <a:ext uri="{FF2B5EF4-FFF2-40B4-BE49-F238E27FC236}">
                <a16:creationId xmlns:a16="http://schemas.microsoft.com/office/drawing/2014/main" id="{2704C0C7-5500-1078-0F45-E578DFA69F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5599" y="1880716"/>
            <a:ext cx="1860177" cy="280650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D1BA27B-20D3-E5D1-CBE1-6099CDFF6AA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11"/>
                    </a14:imgEffect>
                    <a14:imgEffect>
                      <a14:saturation sat="104000"/>
                    </a14:imgEffect>
                    <a14:imgEffect>
                      <a14:brightnessContrast contrast="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8896" y="1880356"/>
            <a:ext cx="3718270" cy="2806500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6A7D9B7A-B2AA-A0B8-1EA2-B4F43FC0C444}"/>
              </a:ext>
            </a:extLst>
          </p:cNvPr>
          <p:cNvGrpSpPr/>
          <p:nvPr/>
        </p:nvGrpSpPr>
        <p:grpSpPr>
          <a:xfrm>
            <a:off x="424605" y="1119655"/>
            <a:ext cx="2128096" cy="3471396"/>
            <a:chOff x="849209" y="2239309"/>
            <a:chExt cx="4256191" cy="6942791"/>
          </a:xfrm>
        </p:grpSpPr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BFE995E9-CCBD-201E-14FB-71FE5401B06B}"/>
                </a:ext>
              </a:extLst>
            </p:cNvPr>
            <p:cNvSpPr txBox="1"/>
            <p:nvPr/>
          </p:nvSpPr>
          <p:spPr>
            <a:xfrm>
              <a:off x="860222" y="3761431"/>
              <a:ext cx="4245178" cy="99719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800" b="1" noProof="0" dirty="0" err="1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Utque</a:t>
              </a:r>
              <a:r>
                <a:rPr lang="en-US" sz="1800" b="1" noProof="0" dirty="0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 </a:t>
              </a:r>
              <a:r>
                <a:rPr lang="en-US" sz="1800" b="1" noProof="0" dirty="0" err="1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proelium</a:t>
              </a:r>
              <a:r>
                <a:rPr lang="en-US" sz="1800" b="1" noProof="0" dirty="0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 periti </a:t>
              </a:r>
              <a:r>
                <a:rPr lang="en-US" sz="1800" b="1" noProof="0" dirty="0" err="1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rectores</a:t>
              </a:r>
              <a:r>
                <a:rPr lang="en-US" sz="1800" b="1" noProof="0" dirty="0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 </a:t>
              </a:r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BC343E2A-8F03-BF0D-9A72-8FD3E59CFAD7}"/>
                </a:ext>
              </a:extLst>
            </p:cNvPr>
            <p:cNvSpPr txBox="1"/>
            <p:nvPr/>
          </p:nvSpPr>
          <p:spPr>
            <a:xfrm>
              <a:off x="870022" y="5169521"/>
              <a:ext cx="4000429" cy="401257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just">
                <a:lnSpc>
                  <a:spcPct val="90000"/>
                </a:lnSpc>
              </a:pPr>
              <a:r>
                <a:rPr lang="en-US" sz="1200" b="1" noProof="0" dirty="0">
                  <a:solidFill>
                    <a:schemeClr val="accent4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Lorem ipsum</a:t>
              </a:r>
            </a:p>
            <a:p>
              <a:pPr algn="just">
                <a:lnSpc>
                  <a:spcPct val="90000"/>
                </a:lnSpc>
              </a:pPr>
              <a:endPara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just">
                <a:lnSpc>
                  <a:spcPct val="90000"/>
                </a:lnSpc>
              </a:pP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densas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opponunt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et fortes,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deinde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leves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armaturas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post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iaculatores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ultimasque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subsidiales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acies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si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fors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adegerit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iuvaturas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ita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praepositis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urbanae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algn="just">
                <a:lnSpc>
                  <a:spcPct val="90000"/>
                </a:lnSpc>
              </a:pPr>
              <a:endPara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just">
                <a:lnSpc>
                  <a:spcPct val="90000"/>
                </a:lnSpc>
              </a:pP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highlight>
                    <a:srgbClr val="B1DFF4"/>
                  </a:highlight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densas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opponunt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et fortes,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deinde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leves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armaturas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post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iaculatores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ultimasque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subsidiales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acies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si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fors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adegerit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iuvaturas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ita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praepositis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urbanae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algn="just">
                <a:lnSpc>
                  <a:spcPct val="90000"/>
                </a:lnSpc>
              </a:pPr>
              <a:endPara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07BC2EE4-4DEA-CF7B-1697-67D1C8236B16}"/>
                </a:ext>
              </a:extLst>
            </p:cNvPr>
            <p:cNvSpPr txBox="1"/>
            <p:nvPr/>
          </p:nvSpPr>
          <p:spPr>
            <a:xfrm>
              <a:off x="849209" y="2239309"/>
              <a:ext cx="4021242" cy="54011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tIns="72000" bIns="720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b="1" cap="all" noProof="0" dirty="0">
                  <a:gradFill>
                    <a:gsLst>
                      <a:gs pos="50000">
                        <a:schemeClr val="accent5"/>
                      </a:gs>
                      <a:gs pos="0">
                        <a:schemeClr val="accent4"/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  <a:latin typeface="Calibri" panose="020F0502020204030204" pitchFamily="34" charset="0"/>
                  <a:cs typeface="Calibri" panose="020F0502020204030204" pitchFamily="34" charset="0"/>
                </a:rPr>
                <a:t>Lorem ipsum</a:t>
              </a:r>
            </a:p>
          </p:txBody>
        </p:sp>
      </p:grp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3719469-1D0D-C7EC-2BB9-2B12FD7CC5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IMAGES CAN BE CHANGE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F9C0387-DD6C-751E-AC5F-107DD241A2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873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180BE459-D91B-0881-D6BF-05151E1D4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Image can be change</a:t>
            </a:r>
          </a:p>
        </p:txBody>
      </p:sp>
      <p:sp>
        <p:nvSpPr>
          <p:cNvPr id="9" name="Espace réservé du texte 19">
            <a:extLst>
              <a:ext uri="{FF2B5EF4-FFF2-40B4-BE49-F238E27FC236}">
                <a16:creationId xmlns:a16="http://schemas.microsoft.com/office/drawing/2014/main" id="{30B2C05D-323A-805B-AB8B-3B5880D708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733" y="439773"/>
            <a:ext cx="7817953" cy="161162"/>
          </a:xfrm>
        </p:spPr>
        <p:txBody>
          <a:bodyPr/>
          <a:lstStyle/>
          <a:p>
            <a:endParaRPr lang="en-US" noProof="0" dirty="0"/>
          </a:p>
        </p:txBody>
      </p:sp>
      <p:pic>
        <p:nvPicPr>
          <p:cNvPr id="20" name="Espace réservé pour une image  19">
            <a:extLst>
              <a:ext uri="{FF2B5EF4-FFF2-40B4-BE49-F238E27FC236}">
                <a16:creationId xmlns:a16="http://schemas.microsoft.com/office/drawing/2014/main" id="{6E5929E2-2066-DBB9-F50F-EB1923BFF7F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0700" y="803275"/>
            <a:ext cx="3352800" cy="399256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BE5D66-EC07-173A-FACF-485F1307581D}"/>
              </a:ext>
            </a:extLst>
          </p:cNvPr>
          <p:cNvSpPr/>
          <p:nvPr/>
        </p:nvSpPr>
        <p:spPr>
          <a:xfrm>
            <a:off x="781299" y="1752950"/>
            <a:ext cx="3657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7239D7-94C6-01EA-78BE-C56B08DFBC40}"/>
              </a:ext>
            </a:extLst>
          </p:cNvPr>
          <p:cNvSpPr/>
          <p:nvPr/>
        </p:nvSpPr>
        <p:spPr>
          <a:xfrm>
            <a:off x="781299" y="1279245"/>
            <a:ext cx="1676400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 defTabSz="503972">
              <a:buClr>
                <a:srgbClr val="0093D6"/>
              </a:buClr>
              <a:buSzPct val="130000"/>
              <a:defRPr/>
            </a:pPr>
            <a:r>
              <a:rPr lang="en-US" sz="1400" b="1" kern="0" cap="all" spc="150" noProof="0" dirty="0">
                <a:gradFill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Calibri" panose="020F0502020204030204"/>
                <a:ea typeface="MS PGothic" pitchFamily="34" charset="-128"/>
                <a:cs typeface="Calibri" pitchFamily="34" charset="0"/>
              </a:rPr>
              <a:t>TITLE</a:t>
            </a: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1A290998-4B76-FD7C-36A9-46648395F4DC}"/>
              </a:ext>
            </a:extLst>
          </p:cNvPr>
          <p:cNvSpPr/>
          <p:nvPr/>
        </p:nvSpPr>
        <p:spPr>
          <a:xfrm>
            <a:off x="5593326" y="3850712"/>
            <a:ext cx="1104900" cy="952500"/>
          </a:xfrm>
          <a:prstGeom prst="triangle">
            <a:avLst>
              <a:gd name="adj" fmla="val 0"/>
            </a:avLst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1529655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pour une image  9" descr="Une image contenant habits, personne, intérieur, Apprentissage&#10;&#10;Description générée automatiquement">
            <a:extLst>
              <a:ext uri="{FF2B5EF4-FFF2-40B4-BE49-F238E27FC236}">
                <a16:creationId xmlns:a16="http://schemas.microsoft.com/office/drawing/2014/main" id="{C192BEB3-C8D7-3C31-CCC5-3B7E662C196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0" r="6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180BE459-D91B-0881-D6BF-05151E1D4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video playing on a loop</a:t>
            </a:r>
          </a:p>
        </p:txBody>
      </p:sp>
      <p:sp>
        <p:nvSpPr>
          <p:cNvPr id="9" name="Espace réservé du texte 19">
            <a:extLst>
              <a:ext uri="{FF2B5EF4-FFF2-40B4-BE49-F238E27FC236}">
                <a16:creationId xmlns:a16="http://schemas.microsoft.com/office/drawing/2014/main" id="{30B2C05D-323A-805B-AB8B-3B5880D708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733" y="439773"/>
            <a:ext cx="7817953" cy="161162"/>
          </a:xfrm>
        </p:spPr>
        <p:txBody>
          <a:bodyPr/>
          <a:lstStyle/>
          <a:p>
            <a:r>
              <a:rPr lang="en-US" noProof="0" dirty="0"/>
              <a:t>Can be change by an image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BE5D66-EC07-173A-FACF-485F1307581D}"/>
              </a:ext>
            </a:extLst>
          </p:cNvPr>
          <p:cNvSpPr/>
          <p:nvPr/>
        </p:nvSpPr>
        <p:spPr>
          <a:xfrm>
            <a:off x="781299" y="1752950"/>
            <a:ext cx="3657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7239D7-94C6-01EA-78BE-C56B08DFBC40}"/>
              </a:ext>
            </a:extLst>
          </p:cNvPr>
          <p:cNvSpPr/>
          <p:nvPr/>
        </p:nvSpPr>
        <p:spPr>
          <a:xfrm>
            <a:off x="781299" y="1279245"/>
            <a:ext cx="1676400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 defTabSz="503972">
              <a:buClr>
                <a:srgbClr val="0093D6"/>
              </a:buClr>
              <a:buSzPct val="130000"/>
              <a:defRPr/>
            </a:pPr>
            <a:r>
              <a:rPr lang="en-US" sz="1400" b="1" kern="0" cap="all" spc="150" noProof="0" dirty="0">
                <a:gradFill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Calibri" panose="020F0502020204030204"/>
                <a:ea typeface="MS PGothic" pitchFamily="34" charset="-128"/>
                <a:cs typeface="Calibri" pitchFamily="34" charset="0"/>
              </a:rPr>
              <a:t>TITLE</a:t>
            </a: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0DE5F72C-A8D3-C5F0-BAF6-EF35CD6A2429}"/>
              </a:ext>
            </a:extLst>
          </p:cNvPr>
          <p:cNvSpPr/>
          <p:nvPr/>
        </p:nvSpPr>
        <p:spPr>
          <a:xfrm>
            <a:off x="5593326" y="3850712"/>
            <a:ext cx="1104900" cy="952500"/>
          </a:xfrm>
          <a:prstGeom prst="triangle">
            <a:avLst>
              <a:gd name="adj" fmla="val 0"/>
            </a:avLst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C45B0-D581-CF1F-DB2E-FC0DAC4FB95A}"/>
              </a:ext>
            </a:extLst>
          </p:cNvPr>
          <p:cNvSpPr/>
          <p:nvPr/>
        </p:nvSpPr>
        <p:spPr>
          <a:xfrm>
            <a:off x="5600700" y="2247852"/>
            <a:ext cx="3352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Key </a:t>
            </a:r>
            <a:b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words</a:t>
            </a:r>
          </a:p>
        </p:txBody>
      </p:sp>
    </p:spTree>
    <p:extLst>
      <p:ext uri="{BB962C8B-B14F-4D97-AF65-F5344CB8AC3E}">
        <p14:creationId xmlns:p14="http://schemas.microsoft.com/office/powerpoint/2010/main" val="138325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310C0486-1A16-D212-EAB8-505DD7B8DFEC}"/>
              </a:ext>
            </a:extLst>
          </p:cNvPr>
          <p:cNvSpPr txBox="1"/>
          <p:nvPr/>
        </p:nvSpPr>
        <p:spPr>
          <a:xfrm>
            <a:off x="5901970" y="1241139"/>
            <a:ext cx="2674099" cy="4985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proelium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periti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7563FDE-3EE0-5160-9D35-C447EED1E90D}"/>
              </a:ext>
            </a:extLst>
          </p:cNvPr>
          <p:cNvSpPr txBox="1"/>
          <p:nvPr/>
        </p:nvSpPr>
        <p:spPr>
          <a:xfrm>
            <a:off x="5901970" y="1774539"/>
            <a:ext cx="2784831" cy="4616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cater vas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77E7FF9-84B2-442E-B7CA-9DEA7A324526}"/>
              </a:ext>
            </a:extLst>
          </p:cNvPr>
          <p:cNvSpPr txBox="1"/>
          <p:nvPr/>
        </p:nvSpPr>
        <p:spPr>
          <a:xfrm>
            <a:off x="6575854" y="2533364"/>
            <a:ext cx="2000215" cy="4616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fortes.</a:t>
            </a:r>
          </a:p>
        </p:txBody>
      </p:sp>
      <p:pic>
        <p:nvPicPr>
          <p:cNvPr id="8" name="Image 7" descr="Une image contenant ciel, plein air, route, autoroute&#10;&#10;Description générée automatiquement">
            <a:extLst>
              <a:ext uri="{FF2B5EF4-FFF2-40B4-BE49-F238E27FC236}">
                <a16:creationId xmlns:a16="http://schemas.microsoft.com/office/drawing/2014/main" id="{DDF6263C-0559-62EA-0314-3344C06050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" y="1241139"/>
            <a:ext cx="2441931" cy="3429000"/>
          </a:xfrm>
          <a:prstGeom prst="rect">
            <a:avLst/>
          </a:prstGeom>
        </p:spPr>
      </p:pic>
      <p:pic>
        <p:nvPicPr>
          <p:cNvPr id="12" name="Image 11" descr="Une image contenant avion, aéroport, train, bleu&#10;&#10;Description générée automatiquement">
            <a:extLst>
              <a:ext uri="{FF2B5EF4-FFF2-40B4-BE49-F238E27FC236}">
                <a16:creationId xmlns:a16="http://schemas.microsoft.com/office/drawing/2014/main" id="{3549286B-52DF-E8AE-15C9-4F757B49B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4200" y="1241139"/>
            <a:ext cx="2441931" cy="3429000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A5889C18-A9A3-2D8A-23D9-A4DB4165D0DB}"/>
              </a:ext>
            </a:extLst>
          </p:cNvPr>
          <p:cNvSpPr txBox="1"/>
          <p:nvPr/>
        </p:nvSpPr>
        <p:spPr>
          <a:xfrm>
            <a:off x="6575854" y="3184983"/>
            <a:ext cx="2000215" cy="4616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FA7714-25D2-095E-F8A2-890805099CC5}"/>
              </a:ext>
            </a:extLst>
          </p:cNvPr>
          <p:cNvSpPr/>
          <p:nvPr/>
        </p:nvSpPr>
        <p:spPr>
          <a:xfrm>
            <a:off x="5901970" y="2533364"/>
            <a:ext cx="498831" cy="498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9920817-960E-4A0B-8DD2-E5D4ED5BAB85}"/>
              </a:ext>
            </a:extLst>
          </p:cNvPr>
          <p:cNvSpPr/>
          <p:nvPr/>
        </p:nvSpPr>
        <p:spPr>
          <a:xfrm>
            <a:off x="5901970" y="3178633"/>
            <a:ext cx="498831" cy="498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1" name="Graphique 97">
            <a:extLst>
              <a:ext uri="{FF2B5EF4-FFF2-40B4-BE49-F238E27FC236}">
                <a16:creationId xmlns:a16="http://schemas.microsoft.com/office/drawing/2014/main" id="{7E61E2EB-BC5D-8CFC-AECF-F08A52482398}"/>
              </a:ext>
            </a:extLst>
          </p:cNvPr>
          <p:cNvGrpSpPr/>
          <p:nvPr/>
        </p:nvGrpSpPr>
        <p:grpSpPr>
          <a:xfrm>
            <a:off x="6057737" y="3286907"/>
            <a:ext cx="201773" cy="288000"/>
            <a:chOff x="1288797" y="7187575"/>
            <a:chExt cx="403546" cy="576000"/>
          </a:xfrm>
          <a:solidFill>
            <a:schemeClr val="bg1"/>
          </a:solidFill>
        </p:grpSpPr>
        <p:sp>
          <p:nvSpPr>
            <p:cNvPr id="52" name="Forme libre 51">
              <a:extLst>
                <a:ext uri="{FF2B5EF4-FFF2-40B4-BE49-F238E27FC236}">
                  <a16:creationId xmlns:a16="http://schemas.microsoft.com/office/drawing/2014/main" id="{6104B7F4-E6A6-D58E-AC29-8B5E3055BF7C}"/>
                </a:ext>
              </a:extLst>
            </p:cNvPr>
            <p:cNvSpPr/>
            <p:nvPr/>
          </p:nvSpPr>
          <p:spPr>
            <a:xfrm>
              <a:off x="1288797" y="7648201"/>
              <a:ext cx="96346" cy="115373"/>
            </a:xfrm>
            <a:custGeom>
              <a:avLst/>
              <a:gdLst>
                <a:gd name="connsiteX0" fmla="*/ 9773 w 96346"/>
                <a:gd name="connsiteY0" fmla="*/ 115373 h 115373"/>
                <a:gd name="connsiteX1" fmla="*/ 4013 w 96346"/>
                <a:gd name="connsiteY1" fmla="*/ 113453 h 115373"/>
                <a:gd name="connsiteX2" fmla="*/ 2093 w 96346"/>
                <a:gd name="connsiteY2" fmla="*/ 100013 h 115373"/>
                <a:gd name="connsiteX3" fmla="*/ 78893 w 96346"/>
                <a:gd name="connsiteY3" fmla="*/ 4013 h 115373"/>
                <a:gd name="connsiteX4" fmla="*/ 92333 w 96346"/>
                <a:gd name="connsiteY4" fmla="*/ 2093 h 115373"/>
                <a:gd name="connsiteX5" fmla="*/ 94253 w 96346"/>
                <a:gd name="connsiteY5" fmla="*/ 15533 h 115373"/>
                <a:gd name="connsiteX6" fmla="*/ 17453 w 96346"/>
                <a:gd name="connsiteY6" fmla="*/ 111533 h 115373"/>
                <a:gd name="connsiteX7" fmla="*/ 9773 w 96346"/>
                <a:gd name="connsiteY7" fmla="*/ 115373 h 11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346" h="115373">
                  <a:moveTo>
                    <a:pt x="9773" y="115373"/>
                  </a:moveTo>
                  <a:cubicBezTo>
                    <a:pt x="7853" y="115373"/>
                    <a:pt x="5933" y="115373"/>
                    <a:pt x="4013" y="113453"/>
                  </a:cubicBezTo>
                  <a:cubicBezTo>
                    <a:pt x="173" y="109613"/>
                    <a:pt x="-1747" y="103853"/>
                    <a:pt x="2093" y="100013"/>
                  </a:cubicBezTo>
                  <a:lnTo>
                    <a:pt x="78893" y="4013"/>
                  </a:lnTo>
                  <a:cubicBezTo>
                    <a:pt x="82733" y="173"/>
                    <a:pt x="88493" y="-1747"/>
                    <a:pt x="92333" y="2093"/>
                  </a:cubicBezTo>
                  <a:cubicBezTo>
                    <a:pt x="96173" y="5933"/>
                    <a:pt x="98093" y="11693"/>
                    <a:pt x="94253" y="15533"/>
                  </a:cubicBezTo>
                  <a:lnTo>
                    <a:pt x="17453" y="111533"/>
                  </a:lnTo>
                  <a:cubicBezTo>
                    <a:pt x="15533" y="113453"/>
                    <a:pt x="11693" y="115373"/>
                    <a:pt x="9773" y="11537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Forme libre 52">
              <a:extLst>
                <a:ext uri="{FF2B5EF4-FFF2-40B4-BE49-F238E27FC236}">
                  <a16:creationId xmlns:a16="http://schemas.microsoft.com/office/drawing/2014/main" id="{A09DE2E5-6259-8435-E7F8-50F5B6F11994}"/>
                </a:ext>
              </a:extLst>
            </p:cNvPr>
            <p:cNvSpPr/>
            <p:nvPr/>
          </p:nvSpPr>
          <p:spPr>
            <a:xfrm>
              <a:off x="1595997" y="7648201"/>
              <a:ext cx="96346" cy="115373"/>
            </a:xfrm>
            <a:custGeom>
              <a:avLst/>
              <a:gdLst>
                <a:gd name="connsiteX0" fmla="*/ 86573 w 96346"/>
                <a:gd name="connsiteY0" fmla="*/ 115373 h 115373"/>
                <a:gd name="connsiteX1" fmla="*/ 78893 w 96346"/>
                <a:gd name="connsiteY1" fmla="*/ 111533 h 115373"/>
                <a:gd name="connsiteX2" fmla="*/ 2093 w 96346"/>
                <a:gd name="connsiteY2" fmla="*/ 15533 h 115373"/>
                <a:gd name="connsiteX3" fmla="*/ 4013 w 96346"/>
                <a:gd name="connsiteY3" fmla="*/ 2093 h 115373"/>
                <a:gd name="connsiteX4" fmla="*/ 17453 w 96346"/>
                <a:gd name="connsiteY4" fmla="*/ 4013 h 115373"/>
                <a:gd name="connsiteX5" fmla="*/ 94253 w 96346"/>
                <a:gd name="connsiteY5" fmla="*/ 100013 h 115373"/>
                <a:gd name="connsiteX6" fmla="*/ 92333 w 96346"/>
                <a:gd name="connsiteY6" fmla="*/ 113453 h 115373"/>
                <a:gd name="connsiteX7" fmla="*/ 86573 w 96346"/>
                <a:gd name="connsiteY7" fmla="*/ 115373 h 11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346" h="115373">
                  <a:moveTo>
                    <a:pt x="86573" y="115373"/>
                  </a:moveTo>
                  <a:cubicBezTo>
                    <a:pt x="84653" y="115373"/>
                    <a:pt x="80813" y="113453"/>
                    <a:pt x="78893" y="111533"/>
                  </a:cubicBezTo>
                  <a:lnTo>
                    <a:pt x="2093" y="15533"/>
                  </a:lnTo>
                  <a:cubicBezTo>
                    <a:pt x="-1747" y="11693"/>
                    <a:pt x="173" y="5933"/>
                    <a:pt x="4013" y="2093"/>
                  </a:cubicBezTo>
                  <a:cubicBezTo>
                    <a:pt x="7853" y="-1747"/>
                    <a:pt x="13613" y="173"/>
                    <a:pt x="17453" y="4013"/>
                  </a:cubicBezTo>
                  <a:lnTo>
                    <a:pt x="94253" y="100013"/>
                  </a:lnTo>
                  <a:cubicBezTo>
                    <a:pt x="98093" y="103853"/>
                    <a:pt x="96173" y="109613"/>
                    <a:pt x="92333" y="113453"/>
                  </a:cubicBezTo>
                  <a:cubicBezTo>
                    <a:pt x="90413" y="115373"/>
                    <a:pt x="88493" y="115373"/>
                    <a:pt x="86573" y="11537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Forme libre 53">
              <a:extLst>
                <a:ext uri="{FF2B5EF4-FFF2-40B4-BE49-F238E27FC236}">
                  <a16:creationId xmlns:a16="http://schemas.microsoft.com/office/drawing/2014/main" id="{49861FFC-0EF3-75FA-48FD-8A6B859DD021}"/>
                </a:ext>
              </a:extLst>
            </p:cNvPr>
            <p:cNvSpPr/>
            <p:nvPr/>
          </p:nvSpPr>
          <p:spPr>
            <a:xfrm>
              <a:off x="1310090" y="7725175"/>
              <a:ext cx="362880" cy="19200"/>
            </a:xfrm>
            <a:custGeom>
              <a:avLst/>
              <a:gdLst>
                <a:gd name="connsiteX0" fmla="*/ 353280 w 362880"/>
                <a:gd name="connsiteY0" fmla="*/ 19200 h 19200"/>
                <a:gd name="connsiteX1" fmla="*/ 9600 w 362880"/>
                <a:gd name="connsiteY1" fmla="*/ 19200 h 19200"/>
                <a:gd name="connsiteX2" fmla="*/ 0 w 362880"/>
                <a:gd name="connsiteY2" fmla="*/ 9600 h 19200"/>
                <a:gd name="connsiteX3" fmla="*/ 9600 w 362880"/>
                <a:gd name="connsiteY3" fmla="*/ 0 h 19200"/>
                <a:gd name="connsiteX4" fmla="*/ 353280 w 362880"/>
                <a:gd name="connsiteY4" fmla="*/ 0 h 19200"/>
                <a:gd name="connsiteX5" fmla="*/ 362880 w 362880"/>
                <a:gd name="connsiteY5" fmla="*/ 9600 h 19200"/>
                <a:gd name="connsiteX6" fmla="*/ 353280 w 362880"/>
                <a:gd name="connsiteY6" fmla="*/ 19200 h 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2880" h="19200">
                  <a:moveTo>
                    <a:pt x="353280" y="19200"/>
                  </a:moveTo>
                  <a:lnTo>
                    <a:pt x="9600" y="19200"/>
                  </a:lnTo>
                  <a:cubicBezTo>
                    <a:pt x="3840" y="19200"/>
                    <a:pt x="0" y="15360"/>
                    <a:pt x="0" y="9600"/>
                  </a:cubicBezTo>
                  <a:cubicBezTo>
                    <a:pt x="0" y="3840"/>
                    <a:pt x="3840" y="0"/>
                    <a:pt x="9600" y="0"/>
                  </a:cubicBezTo>
                  <a:lnTo>
                    <a:pt x="353280" y="0"/>
                  </a:lnTo>
                  <a:cubicBezTo>
                    <a:pt x="359040" y="0"/>
                    <a:pt x="362880" y="3840"/>
                    <a:pt x="362880" y="9600"/>
                  </a:cubicBezTo>
                  <a:cubicBezTo>
                    <a:pt x="362880" y="15360"/>
                    <a:pt x="359040" y="19200"/>
                    <a:pt x="35328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Forme libre 54">
              <a:extLst>
                <a:ext uri="{FF2B5EF4-FFF2-40B4-BE49-F238E27FC236}">
                  <a16:creationId xmlns:a16="http://schemas.microsoft.com/office/drawing/2014/main" id="{1620C4B3-7A78-8E07-06BA-D2224DBCEDBB}"/>
                </a:ext>
              </a:extLst>
            </p:cNvPr>
            <p:cNvSpPr/>
            <p:nvPr/>
          </p:nvSpPr>
          <p:spPr>
            <a:xfrm>
              <a:off x="1311290" y="7551654"/>
              <a:ext cx="366030" cy="152399"/>
            </a:xfrm>
            <a:custGeom>
              <a:avLst/>
              <a:gdLst>
                <a:gd name="connsiteX0" fmla="*/ 181200 w 366030"/>
                <a:gd name="connsiteY0" fmla="*/ 152400 h 152399"/>
                <a:gd name="connsiteX1" fmla="*/ 179280 w 366030"/>
                <a:gd name="connsiteY1" fmla="*/ 152400 h 152399"/>
                <a:gd name="connsiteX2" fmla="*/ 6480 w 366030"/>
                <a:gd name="connsiteY2" fmla="*/ 98640 h 152399"/>
                <a:gd name="connsiteX3" fmla="*/ 720 w 366030"/>
                <a:gd name="connsiteY3" fmla="*/ 87120 h 152399"/>
                <a:gd name="connsiteX4" fmla="*/ 25680 w 366030"/>
                <a:gd name="connsiteY4" fmla="*/ 6480 h 152399"/>
                <a:gd name="connsiteX5" fmla="*/ 37200 w 366030"/>
                <a:gd name="connsiteY5" fmla="*/ 720 h 152399"/>
                <a:gd name="connsiteX6" fmla="*/ 183120 w 366030"/>
                <a:gd name="connsiteY6" fmla="*/ 41040 h 152399"/>
                <a:gd name="connsiteX7" fmla="*/ 329040 w 366030"/>
                <a:gd name="connsiteY7" fmla="*/ 720 h 152399"/>
                <a:gd name="connsiteX8" fmla="*/ 340560 w 366030"/>
                <a:gd name="connsiteY8" fmla="*/ 6480 h 152399"/>
                <a:gd name="connsiteX9" fmla="*/ 365520 w 366030"/>
                <a:gd name="connsiteY9" fmla="*/ 87120 h 152399"/>
                <a:gd name="connsiteX10" fmla="*/ 359760 w 366030"/>
                <a:gd name="connsiteY10" fmla="*/ 98640 h 152399"/>
                <a:gd name="connsiteX11" fmla="*/ 186960 w 366030"/>
                <a:gd name="connsiteY11" fmla="*/ 152400 h 152399"/>
                <a:gd name="connsiteX12" fmla="*/ 181200 w 366030"/>
                <a:gd name="connsiteY12" fmla="*/ 152400 h 152399"/>
                <a:gd name="connsiteX13" fmla="*/ 19920 w 366030"/>
                <a:gd name="connsiteY13" fmla="*/ 83280 h 152399"/>
                <a:gd name="connsiteX14" fmla="*/ 181200 w 366030"/>
                <a:gd name="connsiteY14" fmla="*/ 133200 h 152399"/>
                <a:gd name="connsiteX15" fmla="*/ 342480 w 366030"/>
                <a:gd name="connsiteY15" fmla="*/ 83280 h 152399"/>
                <a:gd name="connsiteX16" fmla="*/ 323280 w 366030"/>
                <a:gd name="connsiteY16" fmla="*/ 19920 h 152399"/>
                <a:gd name="connsiteX17" fmla="*/ 185040 w 366030"/>
                <a:gd name="connsiteY17" fmla="*/ 58320 h 152399"/>
                <a:gd name="connsiteX18" fmla="*/ 179280 w 366030"/>
                <a:gd name="connsiteY18" fmla="*/ 58320 h 152399"/>
                <a:gd name="connsiteX19" fmla="*/ 41040 w 366030"/>
                <a:gd name="connsiteY19" fmla="*/ 19920 h 152399"/>
                <a:gd name="connsiteX20" fmla="*/ 19920 w 366030"/>
                <a:gd name="connsiteY20" fmla="*/ 83280 h 152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030" h="152399">
                  <a:moveTo>
                    <a:pt x="181200" y="152400"/>
                  </a:moveTo>
                  <a:cubicBezTo>
                    <a:pt x="179280" y="152400"/>
                    <a:pt x="179280" y="152400"/>
                    <a:pt x="179280" y="152400"/>
                  </a:cubicBezTo>
                  <a:lnTo>
                    <a:pt x="6480" y="98640"/>
                  </a:lnTo>
                  <a:cubicBezTo>
                    <a:pt x="720" y="96720"/>
                    <a:pt x="-1200" y="90960"/>
                    <a:pt x="720" y="87120"/>
                  </a:cubicBezTo>
                  <a:lnTo>
                    <a:pt x="25680" y="6480"/>
                  </a:lnTo>
                  <a:cubicBezTo>
                    <a:pt x="27600" y="720"/>
                    <a:pt x="33360" y="-1200"/>
                    <a:pt x="37200" y="720"/>
                  </a:cubicBezTo>
                  <a:lnTo>
                    <a:pt x="183120" y="41040"/>
                  </a:lnTo>
                  <a:lnTo>
                    <a:pt x="329040" y="720"/>
                  </a:lnTo>
                  <a:cubicBezTo>
                    <a:pt x="334800" y="-1200"/>
                    <a:pt x="338640" y="2640"/>
                    <a:pt x="340560" y="6480"/>
                  </a:cubicBezTo>
                  <a:lnTo>
                    <a:pt x="365520" y="87120"/>
                  </a:lnTo>
                  <a:cubicBezTo>
                    <a:pt x="367440" y="92880"/>
                    <a:pt x="363600" y="96720"/>
                    <a:pt x="359760" y="98640"/>
                  </a:cubicBezTo>
                  <a:lnTo>
                    <a:pt x="186960" y="152400"/>
                  </a:lnTo>
                  <a:cubicBezTo>
                    <a:pt x="183120" y="152400"/>
                    <a:pt x="181200" y="152400"/>
                    <a:pt x="181200" y="152400"/>
                  </a:cubicBezTo>
                  <a:close/>
                  <a:moveTo>
                    <a:pt x="19920" y="83280"/>
                  </a:moveTo>
                  <a:lnTo>
                    <a:pt x="181200" y="133200"/>
                  </a:lnTo>
                  <a:lnTo>
                    <a:pt x="342480" y="83280"/>
                  </a:lnTo>
                  <a:lnTo>
                    <a:pt x="323280" y="19920"/>
                  </a:lnTo>
                  <a:lnTo>
                    <a:pt x="185040" y="58320"/>
                  </a:lnTo>
                  <a:cubicBezTo>
                    <a:pt x="183120" y="58320"/>
                    <a:pt x="181200" y="58320"/>
                    <a:pt x="179280" y="58320"/>
                  </a:cubicBezTo>
                  <a:lnTo>
                    <a:pt x="41040" y="19920"/>
                  </a:lnTo>
                  <a:lnTo>
                    <a:pt x="19920" y="8328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Forme libre 55">
              <a:extLst>
                <a:ext uri="{FF2B5EF4-FFF2-40B4-BE49-F238E27FC236}">
                  <a16:creationId xmlns:a16="http://schemas.microsoft.com/office/drawing/2014/main" id="{52735688-2F45-3D05-DBC8-B5B4CA6E86FA}"/>
                </a:ext>
              </a:extLst>
            </p:cNvPr>
            <p:cNvSpPr/>
            <p:nvPr/>
          </p:nvSpPr>
          <p:spPr>
            <a:xfrm>
              <a:off x="1308171" y="7331575"/>
              <a:ext cx="364800" cy="237119"/>
            </a:xfrm>
            <a:custGeom>
              <a:avLst/>
              <a:gdLst>
                <a:gd name="connsiteX0" fmla="*/ 330240 w 364800"/>
                <a:gd name="connsiteY0" fmla="*/ 236160 h 237119"/>
                <a:gd name="connsiteX1" fmla="*/ 322560 w 364800"/>
                <a:gd name="connsiteY1" fmla="*/ 232320 h 237119"/>
                <a:gd name="connsiteX2" fmla="*/ 322560 w 364800"/>
                <a:gd name="connsiteY2" fmla="*/ 218880 h 237119"/>
                <a:gd name="connsiteX3" fmla="*/ 339840 w 364800"/>
                <a:gd name="connsiteY3" fmla="*/ 201600 h 237119"/>
                <a:gd name="connsiteX4" fmla="*/ 343680 w 364800"/>
                <a:gd name="connsiteY4" fmla="*/ 192000 h 237119"/>
                <a:gd name="connsiteX5" fmla="*/ 343680 w 364800"/>
                <a:gd name="connsiteY5" fmla="*/ 63360 h 237119"/>
                <a:gd name="connsiteX6" fmla="*/ 332160 w 364800"/>
                <a:gd name="connsiteY6" fmla="*/ 49920 h 237119"/>
                <a:gd name="connsiteX7" fmla="*/ 182400 w 364800"/>
                <a:gd name="connsiteY7" fmla="*/ 19200 h 237119"/>
                <a:gd name="connsiteX8" fmla="*/ 30720 w 364800"/>
                <a:gd name="connsiteY8" fmla="*/ 51840 h 237119"/>
                <a:gd name="connsiteX9" fmla="*/ 19200 w 364800"/>
                <a:gd name="connsiteY9" fmla="*/ 65280 h 237119"/>
                <a:gd name="connsiteX10" fmla="*/ 19200 w 364800"/>
                <a:gd name="connsiteY10" fmla="*/ 193920 h 237119"/>
                <a:gd name="connsiteX11" fmla="*/ 23040 w 364800"/>
                <a:gd name="connsiteY11" fmla="*/ 203520 h 237119"/>
                <a:gd name="connsiteX12" fmla="*/ 40320 w 364800"/>
                <a:gd name="connsiteY12" fmla="*/ 220800 h 237119"/>
                <a:gd name="connsiteX13" fmla="*/ 40320 w 364800"/>
                <a:gd name="connsiteY13" fmla="*/ 234240 h 237119"/>
                <a:gd name="connsiteX14" fmla="*/ 26880 w 364800"/>
                <a:gd name="connsiteY14" fmla="*/ 234240 h 237119"/>
                <a:gd name="connsiteX15" fmla="*/ 9600 w 364800"/>
                <a:gd name="connsiteY15" fmla="*/ 216960 h 237119"/>
                <a:gd name="connsiteX16" fmla="*/ 0 w 364800"/>
                <a:gd name="connsiteY16" fmla="*/ 193920 h 237119"/>
                <a:gd name="connsiteX17" fmla="*/ 0 w 364800"/>
                <a:gd name="connsiteY17" fmla="*/ 65280 h 237119"/>
                <a:gd name="connsiteX18" fmla="*/ 26880 w 364800"/>
                <a:gd name="connsiteY18" fmla="*/ 32640 h 237119"/>
                <a:gd name="connsiteX19" fmla="*/ 180480 w 364800"/>
                <a:gd name="connsiteY19" fmla="*/ 0 h 237119"/>
                <a:gd name="connsiteX20" fmla="*/ 184320 w 364800"/>
                <a:gd name="connsiteY20" fmla="*/ 0 h 237119"/>
                <a:gd name="connsiteX21" fmla="*/ 337920 w 364800"/>
                <a:gd name="connsiteY21" fmla="*/ 32640 h 237119"/>
                <a:gd name="connsiteX22" fmla="*/ 364800 w 364800"/>
                <a:gd name="connsiteY22" fmla="*/ 65280 h 237119"/>
                <a:gd name="connsiteX23" fmla="*/ 364800 w 364800"/>
                <a:gd name="connsiteY23" fmla="*/ 193920 h 237119"/>
                <a:gd name="connsiteX24" fmla="*/ 355200 w 364800"/>
                <a:gd name="connsiteY24" fmla="*/ 216960 h 237119"/>
                <a:gd name="connsiteX25" fmla="*/ 337920 w 364800"/>
                <a:gd name="connsiteY25" fmla="*/ 234240 h 237119"/>
                <a:gd name="connsiteX26" fmla="*/ 330240 w 364800"/>
                <a:gd name="connsiteY26" fmla="*/ 236160 h 237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4800" h="237119">
                  <a:moveTo>
                    <a:pt x="330240" y="236160"/>
                  </a:moveTo>
                  <a:cubicBezTo>
                    <a:pt x="328320" y="236160"/>
                    <a:pt x="324480" y="234240"/>
                    <a:pt x="322560" y="232320"/>
                  </a:cubicBezTo>
                  <a:cubicBezTo>
                    <a:pt x="318720" y="228480"/>
                    <a:pt x="318720" y="222720"/>
                    <a:pt x="322560" y="218880"/>
                  </a:cubicBezTo>
                  <a:lnTo>
                    <a:pt x="339840" y="201600"/>
                  </a:lnTo>
                  <a:cubicBezTo>
                    <a:pt x="341760" y="199680"/>
                    <a:pt x="343680" y="195840"/>
                    <a:pt x="343680" y="192000"/>
                  </a:cubicBezTo>
                  <a:lnTo>
                    <a:pt x="343680" y="63360"/>
                  </a:lnTo>
                  <a:cubicBezTo>
                    <a:pt x="343680" y="55680"/>
                    <a:pt x="337920" y="49920"/>
                    <a:pt x="332160" y="49920"/>
                  </a:cubicBezTo>
                  <a:lnTo>
                    <a:pt x="182400" y="19200"/>
                  </a:lnTo>
                  <a:lnTo>
                    <a:pt x="30720" y="51840"/>
                  </a:lnTo>
                  <a:cubicBezTo>
                    <a:pt x="23040" y="53760"/>
                    <a:pt x="19200" y="59520"/>
                    <a:pt x="19200" y="65280"/>
                  </a:cubicBezTo>
                  <a:lnTo>
                    <a:pt x="19200" y="193920"/>
                  </a:lnTo>
                  <a:cubicBezTo>
                    <a:pt x="19200" y="197760"/>
                    <a:pt x="21120" y="201600"/>
                    <a:pt x="23040" y="203520"/>
                  </a:cubicBezTo>
                  <a:lnTo>
                    <a:pt x="40320" y="220800"/>
                  </a:lnTo>
                  <a:cubicBezTo>
                    <a:pt x="44160" y="224640"/>
                    <a:pt x="44160" y="230400"/>
                    <a:pt x="40320" y="234240"/>
                  </a:cubicBezTo>
                  <a:cubicBezTo>
                    <a:pt x="36480" y="238080"/>
                    <a:pt x="30720" y="238080"/>
                    <a:pt x="26880" y="234240"/>
                  </a:cubicBezTo>
                  <a:lnTo>
                    <a:pt x="9600" y="216960"/>
                  </a:lnTo>
                  <a:cubicBezTo>
                    <a:pt x="3840" y="211200"/>
                    <a:pt x="0" y="201600"/>
                    <a:pt x="0" y="193920"/>
                  </a:cubicBezTo>
                  <a:lnTo>
                    <a:pt x="0" y="65280"/>
                  </a:lnTo>
                  <a:cubicBezTo>
                    <a:pt x="0" y="49920"/>
                    <a:pt x="11520" y="34560"/>
                    <a:pt x="26880" y="32640"/>
                  </a:cubicBezTo>
                  <a:lnTo>
                    <a:pt x="180480" y="0"/>
                  </a:lnTo>
                  <a:cubicBezTo>
                    <a:pt x="182400" y="0"/>
                    <a:pt x="182400" y="0"/>
                    <a:pt x="184320" y="0"/>
                  </a:cubicBezTo>
                  <a:lnTo>
                    <a:pt x="337920" y="32640"/>
                  </a:lnTo>
                  <a:cubicBezTo>
                    <a:pt x="353280" y="36480"/>
                    <a:pt x="364800" y="49920"/>
                    <a:pt x="364800" y="65280"/>
                  </a:cubicBezTo>
                  <a:lnTo>
                    <a:pt x="364800" y="193920"/>
                  </a:lnTo>
                  <a:cubicBezTo>
                    <a:pt x="364800" y="203520"/>
                    <a:pt x="360960" y="211200"/>
                    <a:pt x="355200" y="216960"/>
                  </a:cubicBezTo>
                  <a:lnTo>
                    <a:pt x="337920" y="234240"/>
                  </a:lnTo>
                  <a:cubicBezTo>
                    <a:pt x="336000" y="236160"/>
                    <a:pt x="332160" y="236160"/>
                    <a:pt x="330240" y="23616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Forme libre 56">
              <a:extLst>
                <a:ext uri="{FF2B5EF4-FFF2-40B4-BE49-F238E27FC236}">
                  <a16:creationId xmlns:a16="http://schemas.microsoft.com/office/drawing/2014/main" id="{DAD20946-BAD4-8DDE-F0BC-4A877D520EA0}"/>
                </a:ext>
              </a:extLst>
            </p:cNvPr>
            <p:cNvSpPr/>
            <p:nvPr/>
          </p:nvSpPr>
          <p:spPr>
            <a:xfrm>
              <a:off x="1423371" y="7379575"/>
              <a:ext cx="134400" cy="134400"/>
            </a:xfrm>
            <a:custGeom>
              <a:avLst/>
              <a:gdLst>
                <a:gd name="connsiteX0" fmla="*/ 67200 w 134400"/>
                <a:gd name="connsiteY0" fmla="*/ 134400 h 134400"/>
                <a:gd name="connsiteX1" fmla="*/ 0 w 134400"/>
                <a:gd name="connsiteY1" fmla="*/ 67200 h 134400"/>
                <a:gd name="connsiteX2" fmla="*/ 67200 w 134400"/>
                <a:gd name="connsiteY2" fmla="*/ 0 h 134400"/>
                <a:gd name="connsiteX3" fmla="*/ 134400 w 134400"/>
                <a:gd name="connsiteY3" fmla="*/ 67200 h 134400"/>
                <a:gd name="connsiteX4" fmla="*/ 67200 w 134400"/>
                <a:gd name="connsiteY4" fmla="*/ 134400 h 134400"/>
                <a:gd name="connsiteX5" fmla="*/ 67200 w 134400"/>
                <a:gd name="connsiteY5" fmla="*/ 19200 h 134400"/>
                <a:gd name="connsiteX6" fmla="*/ 19200 w 134400"/>
                <a:gd name="connsiteY6" fmla="*/ 67200 h 134400"/>
                <a:gd name="connsiteX7" fmla="*/ 67200 w 134400"/>
                <a:gd name="connsiteY7" fmla="*/ 115200 h 134400"/>
                <a:gd name="connsiteX8" fmla="*/ 115200 w 134400"/>
                <a:gd name="connsiteY8" fmla="*/ 67200 h 134400"/>
                <a:gd name="connsiteX9" fmla="*/ 67200 w 134400"/>
                <a:gd name="connsiteY9" fmla="*/ 19200 h 13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400" h="134400">
                  <a:moveTo>
                    <a:pt x="67200" y="134400"/>
                  </a:moveTo>
                  <a:cubicBezTo>
                    <a:pt x="30720" y="134400"/>
                    <a:pt x="0" y="103680"/>
                    <a:pt x="0" y="67200"/>
                  </a:cubicBezTo>
                  <a:cubicBezTo>
                    <a:pt x="0" y="30720"/>
                    <a:pt x="30720" y="0"/>
                    <a:pt x="67200" y="0"/>
                  </a:cubicBezTo>
                  <a:cubicBezTo>
                    <a:pt x="103680" y="0"/>
                    <a:pt x="134400" y="30720"/>
                    <a:pt x="134400" y="67200"/>
                  </a:cubicBezTo>
                  <a:cubicBezTo>
                    <a:pt x="134400" y="103680"/>
                    <a:pt x="103680" y="134400"/>
                    <a:pt x="67200" y="134400"/>
                  </a:cubicBezTo>
                  <a:close/>
                  <a:moveTo>
                    <a:pt x="67200" y="19200"/>
                  </a:moveTo>
                  <a:cubicBezTo>
                    <a:pt x="40320" y="19200"/>
                    <a:pt x="19200" y="40320"/>
                    <a:pt x="19200" y="67200"/>
                  </a:cubicBezTo>
                  <a:cubicBezTo>
                    <a:pt x="19200" y="94080"/>
                    <a:pt x="40320" y="115200"/>
                    <a:pt x="67200" y="115200"/>
                  </a:cubicBezTo>
                  <a:cubicBezTo>
                    <a:pt x="94080" y="115200"/>
                    <a:pt x="115200" y="94080"/>
                    <a:pt x="115200" y="67200"/>
                  </a:cubicBezTo>
                  <a:cubicBezTo>
                    <a:pt x="115200" y="40320"/>
                    <a:pt x="94080" y="19200"/>
                    <a:pt x="672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orme libre 57">
              <a:extLst>
                <a:ext uri="{FF2B5EF4-FFF2-40B4-BE49-F238E27FC236}">
                  <a16:creationId xmlns:a16="http://schemas.microsoft.com/office/drawing/2014/main" id="{56BC9C48-8B6C-8156-2D75-A9BDA5761A79}"/>
                </a:ext>
              </a:extLst>
            </p:cNvPr>
            <p:cNvSpPr/>
            <p:nvPr/>
          </p:nvSpPr>
          <p:spPr>
            <a:xfrm>
              <a:off x="1327371" y="7225975"/>
              <a:ext cx="326400" cy="153600"/>
            </a:xfrm>
            <a:custGeom>
              <a:avLst/>
              <a:gdLst>
                <a:gd name="connsiteX0" fmla="*/ 316800 w 326400"/>
                <a:gd name="connsiteY0" fmla="*/ 151680 h 153600"/>
                <a:gd name="connsiteX1" fmla="*/ 307200 w 326400"/>
                <a:gd name="connsiteY1" fmla="*/ 142080 h 153600"/>
                <a:gd name="connsiteX2" fmla="*/ 307200 w 326400"/>
                <a:gd name="connsiteY2" fmla="*/ 65280 h 153600"/>
                <a:gd name="connsiteX3" fmla="*/ 295680 w 326400"/>
                <a:gd name="connsiteY3" fmla="*/ 51840 h 153600"/>
                <a:gd name="connsiteX4" fmla="*/ 163200 w 326400"/>
                <a:gd name="connsiteY4" fmla="*/ 19200 h 153600"/>
                <a:gd name="connsiteX5" fmla="*/ 30720 w 326400"/>
                <a:gd name="connsiteY5" fmla="*/ 49920 h 153600"/>
                <a:gd name="connsiteX6" fmla="*/ 19200 w 326400"/>
                <a:gd name="connsiteY6" fmla="*/ 65280 h 153600"/>
                <a:gd name="connsiteX7" fmla="*/ 19200 w 326400"/>
                <a:gd name="connsiteY7" fmla="*/ 144000 h 153600"/>
                <a:gd name="connsiteX8" fmla="*/ 9600 w 326400"/>
                <a:gd name="connsiteY8" fmla="*/ 153600 h 153600"/>
                <a:gd name="connsiteX9" fmla="*/ 0 w 326400"/>
                <a:gd name="connsiteY9" fmla="*/ 142080 h 153600"/>
                <a:gd name="connsiteX10" fmla="*/ 0 w 326400"/>
                <a:gd name="connsiteY10" fmla="*/ 65280 h 153600"/>
                <a:gd name="connsiteX11" fmla="*/ 26880 w 326400"/>
                <a:gd name="connsiteY11" fmla="*/ 32640 h 153600"/>
                <a:gd name="connsiteX12" fmla="*/ 161280 w 326400"/>
                <a:gd name="connsiteY12" fmla="*/ 0 h 153600"/>
                <a:gd name="connsiteX13" fmla="*/ 165120 w 326400"/>
                <a:gd name="connsiteY13" fmla="*/ 0 h 153600"/>
                <a:gd name="connsiteX14" fmla="*/ 299520 w 326400"/>
                <a:gd name="connsiteY14" fmla="*/ 32640 h 153600"/>
                <a:gd name="connsiteX15" fmla="*/ 326400 w 326400"/>
                <a:gd name="connsiteY15" fmla="*/ 65280 h 153600"/>
                <a:gd name="connsiteX16" fmla="*/ 326400 w 326400"/>
                <a:gd name="connsiteY16" fmla="*/ 144000 h 153600"/>
                <a:gd name="connsiteX17" fmla="*/ 316800 w 326400"/>
                <a:gd name="connsiteY17" fmla="*/ 151680 h 1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6400" h="153600">
                  <a:moveTo>
                    <a:pt x="316800" y="151680"/>
                  </a:moveTo>
                  <a:cubicBezTo>
                    <a:pt x="311040" y="151680"/>
                    <a:pt x="307200" y="147840"/>
                    <a:pt x="307200" y="142080"/>
                  </a:cubicBezTo>
                  <a:lnTo>
                    <a:pt x="307200" y="65280"/>
                  </a:lnTo>
                  <a:cubicBezTo>
                    <a:pt x="307200" y="59520"/>
                    <a:pt x="301440" y="51840"/>
                    <a:pt x="295680" y="51840"/>
                  </a:cubicBezTo>
                  <a:lnTo>
                    <a:pt x="163200" y="19200"/>
                  </a:lnTo>
                  <a:lnTo>
                    <a:pt x="30720" y="49920"/>
                  </a:lnTo>
                  <a:cubicBezTo>
                    <a:pt x="24960" y="51840"/>
                    <a:pt x="19200" y="57600"/>
                    <a:pt x="19200" y="65280"/>
                  </a:cubicBezTo>
                  <a:lnTo>
                    <a:pt x="19200" y="144000"/>
                  </a:lnTo>
                  <a:cubicBezTo>
                    <a:pt x="19200" y="149760"/>
                    <a:pt x="15360" y="153600"/>
                    <a:pt x="9600" y="153600"/>
                  </a:cubicBezTo>
                  <a:cubicBezTo>
                    <a:pt x="3840" y="153600"/>
                    <a:pt x="0" y="147840"/>
                    <a:pt x="0" y="142080"/>
                  </a:cubicBezTo>
                  <a:lnTo>
                    <a:pt x="0" y="65280"/>
                  </a:lnTo>
                  <a:cubicBezTo>
                    <a:pt x="0" y="49920"/>
                    <a:pt x="11520" y="36480"/>
                    <a:pt x="26880" y="32640"/>
                  </a:cubicBezTo>
                  <a:lnTo>
                    <a:pt x="161280" y="0"/>
                  </a:lnTo>
                  <a:cubicBezTo>
                    <a:pt x="163200" y="0"/>
                    <a:pt x="163200" y="0"/>
                    <a:pt x="165120" y="0"/>
                  </a:cubicBezTo>
                  <a:lnTo>
                    <a:pt x="299520" y="32640"/>
                  </a:lnTo>
                  <a:cubicBezTo>
                    <a:pt x="314880" y="36480"/>
                    <a:pt x="326400" y="49920"/>
                    <a:pt x="326400" y="65280"/>
                  </a:cubicBezTo>
                  <a:lnTo>
                    <a:pt x="326400" y="144000"/>
                  </a:lnTo>
                  <a:cubicBezTo>
                    <a:pt x="326400" y="147840"/>
                    <a:pt x="322560" y="151680"/>
                    <a:pt x="316800" y="15168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Forme libre 58">
              <a:extLst>
                <a:ext uri="{FF2B5EF4-FFF2-40B4-BE49-F238E27FC236}">
                  <a16:creationId xmlns:a16="http://schemas.microsoft.com/office/drawing/2014/main" id="{D992A1B8-3FDC-276A-CAFD-6491D589EA1A}"/>
                </a:ext>
              </a:extLst>
            </p:cNvPr>
            <p:cNvSpPr/>
            <p:nvPr/>
          </p:nvSpPr>
          <p:spPr>
            <a:xfrm>
              <a:off x="1480971" y="7231734"/>
              <a:ext cx="19200" cy="119040"/>
            </a:xfrm>
            <a:custGeom>
              <a:avLst/>
              <a:gdLst>
                <a:gd name="connsiteX0" fmla="*/ 9600 w 19200"/>
                <a:gd name="connsiteY0" fmla="*/ 119040 h 119040"/>
                <a:gd name="connsiteX1" fmla="*/ 0 w 19200"/>
                <a:gd name="connsiteY1" fmla="*/ 109440 h 119040"/>
                <a:gd name="connsiteX2" fmla="*/ 0 w 19200"/>
                <a:gd name="connsiteY2" fmla="*/ 9600 h 119040"/>
                <a:gd name="connsiteX3" fmla="*/ 9600 w 19200"/>
                <a:gd name="connsiteY3" fmla="*/ 0 h 119040"/>
                <a:gd name="connsiteX4" fmla="*/ 19200 w 19200"/>
                <a:gd name="connsiteY4" fmla="*/ 9600 h 119040"/>
                <a:gd name="connsiteX5" fmla="*/ 19200 w 19200"/>
                <a:gd name="connsiteY5" fmla="*/ 109440 h 119040"/>
                <a:gd name="connsiteX6" fmla="*/ 9600 w 19200"/>
                <a:gd name="connsiteY6" fmla="*/ 119040 h 119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0" h="119040">
                  <a:moveTo>
                    <a:pt x="9600" y="119040"/>
                  </a:moveTo>
                  <a:cubicBezTo>
                    <a:pt x="3840" y="119040"/>
                    <a:pt x="0" y="115200"/>
                    <a:pt x="0" y="109440"/>
                  </a:cubicBezTo>
                  <a:lnTo>
                    <a:pt x="0" y="9600"/>
                  </a:lnTo>
                  <a:cubicBezTo>
                    <a:pt x="0" y="3840"/>
                    <a:pt x="3840" y="0"/>
                    <a:pt x="9600" y="0"/>
                  </a:cubicBezTo>
                  <a:cubicBezTo>
                    <a:pt x="15360" y="0"/>
                    <a:pt x="19200" y="3840"/>
                    <a:pt x="19200" y="9600"/>
                  </a:cubicBezTo>
                  <a:lnTo>
                    <a:pt x="19200" y="109440"/>
                  </a:lnTo>
                  <a:cubicBezTo>
                    <a:pt x="19200" y="115200"/>
                    <a:pt x="15360" y="119040"/>
                    <a:pt x="9600" y="11904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Forme libre 59">
              <a:extLst>
                <a:ext uri="{FF2B5EF4-FFF2-40B4-BE49-F238E27FC236}">
                  <a16:creationId xmlns:a16="http://schemas.microsoft.com/office/drawing/2014/main" id="{9A5A3106-5BB4-850C-97C1-1BE0012B5475}"/>
                </a:ext>
              </a:extLst>
            </p:cNvPr>
            <p:cNvSpPr/>
            <p:nvPr/>
          </p:nvSpPr>
          <p:spPr>
            <a:xfrm>
              <a:off x="1335051" y="7686775"/>
              <a:ext cx="301440" cy="19200"/>
            </a:xfrm>
            <a:custGeom>
              <a:avLst/>
              <a:gdLst>
                <a:gd name="connsiteX0" fmla="*/ 291840 w 301440"/>
                <a:gd name="connsiteY0" fmla="*/ 19200 h 19200"/>
                <a:gd name="connsiteX1" fmla="*/ 9600 w 301440"/>
                <a:gd name="connsiteY1" fmla="*/ 19200 h 19200"/>
                <a:gd name="connsiteX2" fmla="*/ 0 w 301440"/>
                <a:gd name="connsiteY2" fmla="*/ 9600 h 19200"/>
                <a:gd name="connsiteX3" fmla="*/ 9600 w 301440"/>
                <a:gd name="connsiteY3" fmla="*/ 0 h 19200"/>
                <a:gd name="connsiteX4" fmla="*/ 291840 w 301440"/>
                <a:gd name="connsiteY4" fmla="*/ 0 h 19200"/>
                <a:gd name="connsiteX5" fmla="*/ 301440 w 301440"/>
                <a:gd name="connsiteY5" fmla="*/ 9600 h 19200"/>
                <a:gd name="connsiteX6" fmla="*/ 291840 w 301440"/>
                <a:gd name="connsiteY6" fmla="*/ 19200 h 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1440" h="19200">
                  <a:moveTo>
                    <a:pt x="291840" y="19200"/>
                  </a:moveTo>
                  <a:lnTo>
                    <a:pt x="9600" y="19200"/>
                  </a:lnTo>
                  <a:cubicBezTo>
                    <a:pt x="3840" y="19200"/>
                    <a:pt x="0" y="15360"/>
                    <a:pt x="0" y="9600"/>
                  </a:cubicBezTo>
                  <a:cubicBezTo>
                    <a:pt x="0" y="3840"/>
                    <a:pt x="5760" y="0"/>
                    <a:pt x="9600" y="0"/>
                  </a:cubicBezTo>
                  <a:lnTo>
                    <a:pt x="291840" y="0"/>
                  </a:lnTo>
                  <a:cubicBezTo>
                    <a:pt x="297600" y="0"/>
                    <a:pt x="301440" y="3840"/>
                    <a:pt x="301440" y="9600"/>
                  </a:cubicBezTo>
                  <a:cubicBezTo>
                    <a:pt x="301440" y="15360"/>
                    <a:pt x="297600" y="19200"/>
                    <a:pt x="29184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Forme libre 60">
              <a:extLst>
                <a:ext uri="{FF2B5EF4-FFF2-40B4-BE49-F238E27FC236}">
                  <a16:creationId xmlns:a16="http://schemas.microsoft.com/office/drawing/2014/main" id="{9DD85888-4925-5E55-0F5B-C7C5865F3469}"/>
                </a:ext>
              </a:extLst>
            </p:cNvPr>
            <p:cNvSpPr/>
            <p:nvPr/>
          </p:nvSpPr>
          <p:spPr>
            <a:xfrm>
              <a:off x="1423371" y="7187575"/>
              <a:ext cx="134400" cy="67200"/>
            </a:xfrm>
            <a:custGeom>
              <a:avLst/>
              <a:gdLst>
                <a:gd name="connsiteX0" fmla="*/ 124800 w 134400"/>
                <a:gd name="connsiteY0" fmla="*/ 67200 h 67200"/>
                <a:gd name="connsiteX1" fmla="*/ 115200 w 134400"/>
                <a:gd name="connsiteY1" fmla="*/ 57600 h 67200"/>
                <a:gd name="connsiteX2" fmla="*/ 115200 w 134400"/>
                <a:gd name="connsiteY2" fmla="*/ 48000 h 67200"/>
                <a:gd name="connsiteX3" fmla="*/ 86400 w 134400"/>
                <a:gd name="connsiteY3" fmla="*/ 19200 h 67200"/>
                <a:gd name="connsiteX4" fmla="*/ 48000 w 134400"/>
                <a:gd name="connsiteY4" fmla="*/ 19200 h 67200"/>
                <a:gd name="connsiteX5" fmla="*/ 19200 w 134400"/>
                <a:gd name="connsiteY5" fmla="*/ 48000 h 67200"/>
                <a:gd name="connsiteX6" fmla="*/ 19200 w 134400"/>
                <a:gd name="connsiteY6" fmla="*/ 57600 h 67200"/>
                <a:gd name="connsiteX7" fmla="*/ 9600 w 134400"/>
                <a:gd name="connsiteY7" fmla="*/ 67200 h 67200"/>
                <a:gd name="connsiteX8" fmla="*/ 0 w 134400"/>
                <a:gd name="connsiteY8" fmla="*/ 57600 h 67200"/>
                <a:gd name="connsiteX9" fmla="*/ 0 w 134400"/>
                <a:gd name="connsiteY9" fmla="*/ 48000 h 67200"/>
                <a:gd name="connsiteX10" fmla="*/ 48000 w 134400"/>
                <a:gd name="connsiteY10" fmla="*/ 0 h 67200"/>
                <a:gd name="connsiteX11" fmla="*/ 86400 w 134400"/>
                <a:gd name="connsiteY11" fmla="*/ 0 h 67200"/>
                <a:gd name="connsiteX12" fmla="*/ 134400 w 134400"/>
                <a:gd name="connsiteY12" fmla="*/ 48000 h 67200"/>
                <a:gd name="connsiteX13" fmla="*/ 134400 w 134400"/>
                <a:gd name="connsiteY13" fmla="*/ 57600 h 67200"/>
                <a:gd name="connsiteX14" fmla="*/ 124800 w 134400"/>
                <a:gd name="connsiteY14" fmla="*/ 67200 h 6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400" h="67200">
                  <a:moveTo>
                    <a:pt x="124800" y="67200"/>
                  </a:moveTo>
                  <a:cubicBezTo>
                    <a:pt x="119040" y="67200"/>
                    <a:pt x="115200" y="63360"/>
                    <a:pt x="115200" y="57600"/>
                  </a:cubicBezTo>
                  <a:lnTo>
                    <a:pt x="115200" y="48000"/>
                  </a:lnTo>
                  <a:cubicBezTo>
                    <a:pt x="115200" y="32640"/>
                    <a:pt x="101760" y="19200"/>
                    <a:pt x="86400" y="19200"/>
                  </a:cubicBezTo>
                  <a:lnTo>
                    <a:pt x="48000" y="19200"/>
                  </a:lnTo>
                  <a:cubicBezTo>
                    <a:pt x="32640" y="19200"/>
                    <a:pt x="19200" y="32640"/>
                    <a:pt x="19200" y="48000"/>
                  </a:cubicBezTo>
                  <a:lnTo>
                    <a:pt x="19200" y="57600"/>
                  </a:lnTo>
                  <a:cubicBezTo>
                    <a:pt x="19200" y="63360"/>
                    <a:pt x="15360" y="67200"/>
                    <a:pt x="9600" y="67200"/>
                  </a:cubicBezTo>
                  <a:cubicBezTo>
                    <a:pt x="3840" y="67200"/>
                    <a:pt x="0" y="63360"/>
                    <a:pt x="0" y="57600"/>
                  </a:cubicBezTo>
                  <a:lnTo>
                    <a:pt x="0" y="48000"/>
                  </a:lnTo>
                  <a:cubicBezTo>
                    <a:pt x="0" y="21120"/>
                    <a:pt x="21120" y="0"/>
                    <a:pt x="48000" y="0"/>
                  </a:cubicBezTo>
                  <a:lnTo>
                    <a:pt x="86400" y="0"/>
                  </a:lnTo>
                  <a:cubicBezTo>
                    <a:pt x="113280" y="0"/>
                    <a:pt x="134400" y="21120"/>
                    <a:pt x="134400" y="48000"/>
                  </a:cubicBezTo>
                  <a:lnTo>
                    <a:pt x="134400" y="57600"/>
                  </a:lnTo>
                  <a:cubicBezTo>
                    <a:pt x="134400" y="63360"/>
                    <a:pt x="130560" y="67200"/>
                    <a:pt x="124800" y="67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Forme libre 61">
              <a:extLst>
                <a:ext uri="{FF2B5EF4-FFF2-40B4-BE49-F238E27FC236}">
                  <a16:creationId xmlns:a16="http://schemas.microsoft.com/office/drawing/2014/main" id="{31DDCEF0-ED62-31CF-925D-95AE763F3EA3}"/>
                </a:ext>
              </a:extLst>
            </p:cNvPr>
            <p:cNvSpPr/>
            <p:nvPr/>
          </p:nvSpPr>
          <p:spPr>
            <a:xfrm>
              <a:off x="1346571" y="7456375"/>
              <a:ext cx="57600" cy="57600"/>
            </a:xfrm>
            <a:custGeom>
              <a:avLst/>
              <a:gdLst>
                <a:gd name="connsiteX0" fmla="*/ 28800 w 57600"/>
                <a:gd name="connsiteY0" fmla="*/ 57600 h 57600"/>
                <a:gd name="connsiteX1" fmla="*/ 0 w 57600"/>
                <a:gd name="connsiteY1" fmla="*/ 28800 h 57600"/>
                <a:gd name="connsiteX2" fmla="*/ 28800 w 57600"/>
                <a:gd name="connsiteY2" fmla="*/ 0 h 57600"/>
                <a:gd name="connsiteX3" fmla="*/ 57600 w 57600"/>
                <a:gd name="connsiteY3" fmla="*/ 28800 h 57600"/>
                <a:gd name="connsiteX4" fmla="*/ 28800 w 57600"/>
                <a:gd name="connsiteY4" fmla="*/ 57600 h 57600"/>
                <a:gd name="connsiteX5" fmla="*/ 28800 w 57600"/>
                <a:gd name="connsiteY5" fmla="*/ 19200 h 57600"/>
                <a:gd name="connsiteX6" fmla="*/ 19200 w 57600"/>
                <a:gd name="connsiteY6" fmla="*/ 28800 h 57600"/>
                <a:gd name="connsiteX7" fmla="*/ 28800 w 57600"/>
                <a:gd name="connsiteY7" fmla="*/ 38400 h 57600"/>
                <a:gd name="connsiteX8" fmla="*/ 38400 w 57600"/>
                <a:gd name="connsiteY8" fmla="*/ 28800 h 57600"/>
                <a:gd name="connsiteX9" fmla="*/ 28800 w 57600"/>
                <a:gd name="connsiteY9" fmla="*/ 19200 h 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" h="57600">
                  <a:moveTo>
                    <a:pt x="28800" y="57600"/>
                  </a:moveTo>
                  <a:cubicBezTo>
                    <a:pt x="13440" y="57600"/>
                    <a:pt x="0" y="44160"/>
                    <a:pt x="0" y="28800"/>
                  </a:cubicBezTo>
                  <a:cubicBezTo>
                    <a:pt x="0" y="13440"/>
                    <a:pt x="13440" y="0"/>
                    <a:pt x="28800" y="0"/>
                  </a:cubicBezTo>
                  <a:cubicBezTo>
                    <a:pt x="44160" y="0"/>
                    <a:pt x="57600" y="13440"/>
                    <a:pt x="57600" y="28800"/>
                  </a:cubicBezTo>
                  <a:cubicBezTo>
                    <a:pt x="57600" y="44160"/>
                    <a:pt x="44160" y="57600"/>
                    <a:pt x="28800" y="57600"/>
                  </a:cubicBezTo>
                  <a:close/>
                  <a:moveTo>
                    <a:pt x="28800" y="19200"/>
                  </a:moveTo>
                  <a:cubicBezTo>
                    <a:pt x="23040" y="19200"/>
                    <a:pt x="19200" y="23040"/>
                    <a:pt x="19200" y="28800"/>
                  </a:cubicBezTo>
                  <a:cubicBezTo>
                    <a:pt x="19200" y="34560"/>
                    <a:pt x="23040" y="38400"/>
                    <a:pt x="28800" y="38400"/>
                  </a:cubicBezTo>
                  <a:cubicBezTo>
                    <a:pt x="34560" y="38400"/>
                    <a:pt x="38400" y="34560"/>
                    <a:pt x="38400" y="28800"/>
                  </a:cubicBezTo>
                  <a:cubicBezTo>
                    <a:pt x="38400" y="23040"/>
                    <a:pt x="34560" y="19200"/>
                    <a:pt x="288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Forme libre 62">
              <a:extLst>
                <a:ext uri="{FF2B5EF4-FFF2-40B4-BE49-F238E27FC236}">
                  <a16:creationId xmlns:a16="http://schemas.microsoft.com/office/drawing/2014/main" id="{AE83A765-22F3-67B2-2006-138F1C33024B}"/>
                </a:ext>
              </a:extLst>
            </p:cNvPr>
            <p:cNvSpPr/>
            <p:nvPr/>
          </p:nvSpPr>
          <p:spPr>
            <a:xfrm>
              <a:off x="1576971" y="7456375"/>
              <a:ext cx="57600" cy="57600"/>
            </a:xfrm>
            <a:custGeom>
              <a:avLst/>
              <a:gdLst>
                <a:gd name="connsiteX0" fmla="*/ 28800 w 57600"/>
                <a:gd name="connsiteY0" fmla="*/ 57600 h 57600"/>
                <a:gd name="connsiteX1" fmla="*/ 0 w 57600"/>
                <a:gd name="connsiteY1" fmla="*/ 28800 h 57600"/>
                <a:gd name="connsiteX2" fmla="*/ 28800 w 57600"/>
                <a:gd name="connsiteY2" fmla="*/ 0 h 57600"/>
                <a:gd name="connsiteX3" fmla="*/ 57600 w 57600"/>
                <a:gd name="connsiteY3" fmla="*/ 28800 h 57600"/>
                <a:gd name="connsiteX4" fmla="*/ 28800 w 57600"/>
                <a:gd name="connsiteY4" fmla="*/ 57600 h 57600"/>
                <a:gd name="connsiteX5" fmla="*/ 28800 w 57600"/>
                <a:gd name="connsiteY5" fmla="*/ 19200 h 57600"/>
                <a:gd name="connsiteX6" fmla="*/ 19200 w 57600"/>
                <a:gd name="connsiteY6" fmla="*/ 28800 h 57600"/>
                <a:gd name="connsiteX7" fmla="*/ 28800 w 57600"/>
                <a:gd name="connsiteY7" fmla="*/ 38400 h 57600"/>
                <a:gd name="connsiteX8" fmla="*/ 38400 w 57600"/>
                <a:gd name="connsiteY8" fmla="*/ 28800 h 57600"/>
                <a:gd name="connsiteX9" fmla="*/ 28800 w 57600"/>
                <a:gd name="connsiteY9" fmla="*/ 19200 h 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" h="57600">
                  <a:moveTo>
                    <a:pt x="28800" y="57600"/>
                  </a:moveTo>
                  <a:cubicBezTo>
                    <a:pt x="13440" y="57600"/>
                    <a:pt x="0" y="44160"/>
                    <a:pt x="0" y="28800"/>
                  </a:cubicBezTo>
                  <a:cubicBezTo>
                    <a:pt x="0" y="13440"/>
                    <a:pt x="13440" y="0"/>
                    <a:pt x="28800" y="0"/>
                  </a:cubicBezTo>
                  <a:cubicBezTo>
                    <a:pt x="44160" y="0"/>
                    <a:pt x="57600" y="13440"/>
                    <a:pt x="57600" y="28800"/>
                  </a:cubicBezTo>
                  <a:cubicBezTo>
                    <a:pt x="57600" y="44160"/>
                    <a:pt x="44160" y="57600"/>
                    <a:pt x="28800" y="57600"/>
                  </a:cubicBezTo>
                  <a:close/>
                  <a:moveTo>
                    <a:pt x="28800" y="19200"/>
                  </a:moveTo>
                  <a:cubicBezTo>
                    <a:pt x="23040" y="19200"/>
                    <a:pt x="19200" y="23040"/>
                    <a:pt x="19200" y="28800"/>
                  </a:cubicBezTo>
                  <a:cubicBezTo>
                    <a:pt x="19200" y="34560"/>
                    <a:pt x="23040" y="38400"/>
                    <a:pt x="28800" y="38400"/>
                  </a:cubicBezTo>
                  <a:cubicBezTo>
                    <a:pt x="34560" y="38400"/>
                    <a:pt x="38400" y="34560"/>
                    <a:pt x="38400" y="28800"/>
                  </a:cubicBezTo>
                  <a:cubicBezTo>
                    <a:pt x="38400" y="23040"/>
                    <a:pt x="34560" y="19200"/>
                    <a:pt x="288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Graphique 146">
            <a:extLst>
              <a:ext uri="{FF2B5EF4-FFF2-40B4-BE49-F238E27FC236}">
                <a16:creationId xmlns:a16="http://schemas.microsoft.com/office/drawing/2014/main" id="{4C147BB2-C653-EA1C-B678-D9D526197E35}"/>
              </a:ext>
            </a:extLst>
          </p:cNvPr>
          <p:cNvGrpSpPr/>
          <p:nvPr/>
        </p:nvGrpSpPr>
        <p:grpSpPr>
          <a:xfrm>
            <a:off x="6012123" y="2710779"/>
            <a:ext cx="287040" cy="144000"/>
            <a:chOff x="3187602" y="2577186"/>
            <a:chExt cx="574079" cy="288000"/>
          </a:xfrm>
          <a:solidFill>
            <a:schemeClr val="bg1"/>
          </a:solidFill>
        </p:grpSpPr>
        <p:sp>
          <p:nvSpPr>
            <p:cNvPr id="65" name="Forme libre 64">
              <a:extLst>
                <a:ext uri="{FF2B5EF4-FFF2-40B4-BE49-F238E27FC236}">
                  <a16:creationId xmlns:a16="http://schemas.microsoft.com/office/drawing/2014/main" id="{F89AFFF6-6501-6DAD-5266-DBC071AED592}"/>
                </a:ext>
              </a:extLst>
            </p:cNvPr>
            <p:cNvSpPr/>
            <p:nvPr/>
          </p:nvSpPr>
          <p:spPr>
            <a:xfrm>
              <a:off x="3437202" y="2634786"/>
              <a:ext cx="134400" cy="57600"/>
            </a:xfrm>
            <a:custGeom>
              <a:avLst/>
              <a:gdLst>
                <a:gd name="connsiteX0" fmla="*/ 124800 w 134400"/>
                <a:gd name="connsiteY0" fmla="*/ 57600 h 57600"/>
                <a:gd name="connsiteX1" fmla="*/ 9600 w 134400"/>
                <a:gd name="connsiteY1" fmla="*/ 57600 h 57600"/>
                <a:gd name="connsiteX2" fmla="*/ 0 w 134400"/>
                <a:gd name="connsiteY2" fmla="*/ 48000 h 57600"/>
                <a:gd name="connsiteX3" fmla="*/ 0 w 134400"/>
                <a:gd name="connsiteY3" fmla="*/ 9600 h 57600"/>
                <a:gd name="connsiteX4" fmla="*/ 9600 w 134400"/>
                <a:gd name="connsiteY4" fmla="*/ 0 h 57600"/>
                <a:gd name="connsiteX5" fmla="*/ 19200 w 134400"/>
                <a:gd name="connsiteY5" fmla="*/ 9600 h 57600"/>
                <a:gd name="connsiteX6" fmla="*/ 19200 w 134400"/>
                <a:gd name="connsiteY6" fmla="*/ 38400 h 57600"/>
                <a:gd name="connsiteX7" fmla="*/ 124800 w 134400"/>
                <a:gd name="connsiteY7" fmla="*/ 38400 h 57600"/>
                <a:gd name="connsiteX8" fmla="*/ 134400 w 134400"/>
                <a:gd name="connsiteY8" fmla="*/ 48000 h 57600"/>
                <a:gd name="connsiteX9" fmla="*/ 124800 w 134400"/>
                <a:gd name="connsiteY9" fmla="*/ 57600 h 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400" h="57600">
                  <a:moveTo>
                    <a:pt x="124800" y="57600"/>
                  </a:moveTo>
                  <a:lnTo>
                    <a:pt x="9600" y="57600"/>
                  </a:lnTo>
                  <a:cubicBezTo>
                    <a:pt x="3840" y="57600"/>
                    <a:pt x="0" y="53760"/>
                    <a:pt x="0" y="48000"/>
                  </a:cubicBezTo>
                  <a:lnTo>
                    <a:pt x="0" y="9600"/>
                  </a:lnTo>
                  <a:cubicBezTo>
                    <a:pt x="0" y="3840"/>
                    <a:pt x="3840" y="0"/>
                    <a:pt x="9600" y="0"/>
                  </a:cubicBezTo>
                  <a:cubicBezTo>
                    <a:pt x="15360" y="0"/>
                    <a:pt x="19200" y="3840"/>
                    <a:pt x="19200" y="9600"/>
                  </a:cubicBezTo>
                  <a:lnTo>
                    <a:pt x="19200" y="38400"/>
                  </a:lnTo>
                  <a:lnTo>
                    <a:pt x="124800" y="38400"/>
                  </a:lnTo>
                  <a:cubicBezTo>
                    <a:pt x="130560" y="38400"/>
                    <a:pt x="134400" y="42240"/>
                    <a:pt x="134400" y="48000"/>
                  </a:cubicBezTo>
                  <a:cubicBezTo>
                    <a:pt x="134400" y="53760"/>
                    <a:pt x="130560" y="57600"/>
                    <a:pt x="124800" y="576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Forme libre 65">
              <a:extLst>
                <a:ext uri="{FF2B5EF4-FFF2-40B4-BE49-F238E27FC236}">
                  <a16:creationId xmlns:a16="http://schemas.microsoft.com/office/drawing/2014/main" id="{F283C828-8955-6308-AD38-5914EEBECC32}"/>
                </a:ext>
              </a:extLst>
            </p:cNvPr>
            <p:cNvSpPr/>
            <p:nvPr/>
          </p:nvSpPr>
          <p:spPr>
            <a:xfrm>
              <a:off x="3341202" y="2807586"/>
              <a:ext cx="249600" cy="19200"/>
            </a:xfrm>
            <a:custGeom>
              <a:avLst/>
              <a:gdLst>
                <a:gd name="connsiteX0" fmla="*/ 240000 w 249600"/>
                <a:gd name="connsiteY0" fmla="*/ 19200 h 19200"/>
                <a:gd name="connsiteX1" fmla="*/ 9600 w 249600"/>
                <a:gd name="connsiteY1" fmla="*/ 19200 h 19200"/>
                <a:gd name="connsiteX2" fmla="*/ 0 w 249600"/>
                <a:gd name="connsiteY2" fmla="*/ 9600 h 19200"/>
                <a:gd name="connsiteX3" fmla="*/ 9600 w 249600"/>
                <a:gd name="connsiteY3" fmla="*/ 0 h 19200"/>
                <a:gd name="connsiteX4" fmla="*/ 240000 w 249600"/>
                <a:gd name="connsiteY4" fmla="*/ 0 h 19200"/>
                <a:gd name="connsiteX5" fmla="*/ 249600 w 249600"/>
                <a:gd name="connsiteY5" fmla="*/ 9600 h 19200"/>
                <a:gd name="connsiteX6" fmla="*/ 240000 w 249600"/>
                <a:gd name="connsiteY6" fmla="*/ 19200 h 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9600" h="19200">
                  <a:moveTo>
                    <a:pt x="240000" y="19200"/>
                  </a:moveTo>
                  <a:lnTo>
                    <a:pt x="9600" y="19200"/>
                  </a:lnTo>
                  <a:cubicBezTo>
                    <a:pt x="3840" y="19200"/>
                    <a:pt x="0" y="15360"/>
                    <a:pt x="0" y="9600"/>
                  </a:cubicBezTo>
                  <a:cubicBezTo>
                    <a:pt x="0" y="3840"/>
                    <a:pt x="3840" y="0"/>
                    <a:pt x="9600" y="0"/>
                  </a:cubicBezTo>
                  <a:lnTo>
                    <a:pt x="240000" y="0"/>
                  </a:lnTo>
                  <a:cubicBezTo>
                    <a:pt x="245760" y="0"/>
                    <a:pt x="249600" y="3840"/>
                    <a:pt x="249600" y="9600"/>
                  </a:cubicBezTo>
                  <a:cubicBezTo>
                    <a:pt x="249600" y="15360"/>
                    <a:pt x="245760" y="19200"/>
                    <a:pt x="2400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Forme libre 66">
              <a:extLst>
                <a:ext uri="{FF2B5EF4-FFF2-40B4-BE49-F238E27FC236}">
                  <a16:creationId xmlns:a16="http://schemas.microsoft.com/office/drawing/2014/main" id="{BD252C85-DB05-16A8-C9C8-696591ED8C6F}"/>
                </a:ext>
              </a:extLst>
            </p:cNvPr>
            <p:cNvSpPr/>
            <p:nvPr/>
          </p:nvSpPr>
          <p:spPr>
            <a:xfrm>
              <a:off x="3187602" y="2577186"/>
              <a:ext cx="574079" cy="249600"/>
            </a:xfrm>
            <a:custGeom>
              <a:avLst/>
              <a:gdLst>
                <a:gd name="connsiteX0" fmla="*/ 48000 w 574079"/>
                <a:gd name="connsiteY0" fmla="*/ 249600 h 249600"/>
                <a:gd name="connsiteX1" fmla="*/ 26880 w 574079"/>
                <a:gd name="connsiteY1" fmla="*/ 240000 h 249600"/>
                <a:gd name="connsiteX2" fmla="*/ 0 w 574079"/>
                <a:gd name="connsiteY2" fmla="*/ 144000 h 249600"/>
                <a:gd name="connsiteX3" fmla="*/ 40320 w 574079"/>
                <a:gd name="connsiteY3" fmla="*/ 53760 h 249600"/>
                <a:gd name="connsiteX4" fmla="*/ 21120 w 574079"/>
                <a:gd name="connsiteY4" fmla="*/ 34560 h 249600"/>
                <a:gd name="connsiteX5" fmla="*/ 19200 w 574079"/>
                <a:gd name="connsiteY5" fmla="*/ 24960 h 249600"/>
                <a:gd name="connsiteX6" fmla="*/ 28800 w 574079"/>
                <a:gd name="connsiteY6" fmla="*/ 19200 h 249600"/>
                <a:gd name="connsiteX7" fmla="*/ 94080 w 574079"/>
                <a:gd name="connsiteY7" fmla="*/ 19200 h 249600"/>
                <a:gd name="connsiteX8" fmla="*/ 226560 w 574079"/>
                <a:gd name="connsiteY8" fmla="*/ 0 h 249600"/>
                <a:gd name="connsiteX9" fmla="*/ 453120 w 574079"/>
                <a:gd name="connsiteY9" fmla="*/ 76800 h 249600"/>
                <a:gd name="connsiteX10" fmla="*/ 574080 w 574079"/>
                <a:gd name="connsiteY10" fmla="*/ 155520 h 249600"/>
                <a:gd name="connsiteX11" fmla="*/ 574080 w 574079"/>
                <a:gd name="connsiteY11" fmla="*/ 215040 h 249600"/>
                <a:gd name="connsiteX12" fmla="*/ 539520 w 574079"/>
                <a:gd name="connsiteY12" fmla="*/ 249600 h 249600"/>
                <a:gd name="connsiteX13" fmla="*/ 506880 w 574079"/>
                <a:gd name="connsiteY13" fmla="*/ 249600 h 249600"/>
                <a:gd name="connsiteX14" fmla="*/ 497280 w 574079"/>
                <a:gd name="connsiteY14" fmla="*/ 240000 h 249600"/>
                <a:gd name="connsiteX15" fmla="*/ 506880 w 574079"/>
                <a:gd name="connsiteY15" fmla="*/ 230400 h 249600"/>
                <a:gd name="connsiteX16" fmla="*/ 539520 w 574079"/>
                <a:gd name="connsiteY16" fmla="*/ 230400 h 249600"/>
                <a:gd name="connsiteX17" fmla="*/ 554880 w 574079"/>
                <a:gd name="connsiteY17" fmla="*/ 215040 h 249600"/>
                <a:gd name="connsiteX18" fmla="*/ 554880 w 574079"/>
                <a:gd name="connsiteY18" fmla="*/ 155520 h 249600"/>
                <a:gd name="connsiteX19" fmla="*/ 449280 w 574079"/>
                <a:gd name="connsiteY19" fmla="*/ 96000 h 249600"/>
                <a:gd name="connsiteX20" fmla="*/ 443520 w 574079"/>
                <a:gd name="connsiteY20" fmla="*/ 94080 h 249600"/>
                <a:gd name="connsiteX21" fmla="*/ 226560 w 574079"/>
                <a:gd name="connsiteY21" fmla="*/ 19200 h 249600"/>
                <a:gd name="connsiteX22" fmla="*/ 97920 w 574079"/>
                <a:gd name="connsiteY22" fmla="*/ 38400 h 249600"/>
                <a:gd name="connsiteX23" fmla="*/ 94080 w 574079"/>
                <a:gd name="connsiteY23" fmla="*/ 38400 h 249600"/>
                <a:gd name="connsiteX24" fmla="*/ 51840 w 574079"/>
                <a:gd name="connsiteY24" fmla="*/ 38400 h 249600"/>
                <a:gd name="connsiteX25" fmla="*/ 61440 w 574079"/>
                <a:gd name="connsiteY25" fmla="*/ 48000 h 249600"/>
                <a:gd name="connsiteX26" fmla="*/ 63360 w 574079"/>
                <a:gd name="connsiteY26" fmla="*/ 55680 h 249600"/>
                <a:gd name="connsiteX27" fmla="*/ 59520 w 574079"/>
                <a:gd name="connsiteY27" fmla="*/ 63360 h 249600"/>
                <a:gd name="connsiteX28" fmla="*/ 19200 w 574079"/>
                <a:gd name="connsiteY28" fmla="*/ 144000 h 249600"/>
                <a:gd name="connsiteX29" fmla="*/ 40320 w 574079"/>
                <a:gd name="connsiteY29" fmla="*/ 226560 h 249600"/>
                <a:gd name="connsiteX30" fmla="*/ 48000 w 574079"/>
                <a:gd name="connsiteY30" fmla="*/ 230400 h 249600"/>
                <a:gd name="connsiteX31" fmla="*/ 57600 w 574079"/>
                <a:gd name="connsiteY31" fmla="*/ 240000 h 249600"/>
                <a:gd name="connsiteX32" fmla="*/ 48000 w 574079"/>
                <a:gd name="connsiteY32" fmla="*/ 249600 h 249600"/>
                <a:gd name="connsiteX33" fmla="*/ 48000 w 574079"/>
                <a:gd name="connsiteY33" fmla="*/ 249600 h 24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079" h="249600">
                  <a:moveTo>
                    <a:pt x="48000" y="249600"/>
                  </a:moveTo>
                  <a:cubicBezTo>
                    <a:pt x="40320" y="249600"/>
                    <a:pt x="34560" y="245760"/>
                    <a:pt x="26880" y="240000"/>
                  </a:cubicBezTo>
                  <a:cubicBezTo>
                    <a:pt x="5760" y="218880"/>
                    <a:pt x="0" y="157440"/>
                    <a:pt x="0" y="144000"/>
                  </a:cubicBezTo>
                  <a:cubicBezTo>
                    <a:pt x="0" y="107520"/>
                    <a:pt x="13440" y="78720"/>
                    <a:pt x="40320" y="53760"/>
                  </a:cubicBezTo>
                  <a:lnTo>
                    <a:pt x="21120" y="34560"/>
                  </a:lnTo>
                  <a:cubicBezTo>
                    <a:pt x="19200" y="32640"/>
                    <a:pt x="19200" y="28800"/>
                    <a:pt x="19200" y="24960"/>
                  </a:cubicBezTo>
                  <a:cubicBezTo>
                    <a:pt x="21120" y="21120"/>
                    <a:pt x="24960" y="19200"/>
                    <a:pt x="28800" y="19200"/>
                  </a:cubicBezTo>
                  <a:lnTo>
                    <a:pt x="94080" y="19200"/>
                  </a:lnTo>
                  <a:cubicBezTo>
                    <a:pt x="140160" y="0"/>
                    <a:pt x="192000" y="0"/>
                    <a:pt x="226560" y="0"/>
                  </a:cubicBezTo>
                  <a:cubicBezTo>
                    <a:pt x="351360" y="0"/>
                    <a:pt x="437760" y="63360"/>
                    <a:pt x="453120" y="76800"/>
                  </a:cubicBezTo>
                  <a:cubicBezTo>
                    <a:pt x="539520" y="78720"/>
                    <a:pt x="574080" y="132480"/>
                    <a:pt x="574080" y="155520"/>
                  </a:cubicBezTo>
                  <a:lnTo>
                    <a:pt x="574080" y="215040"/>
                  </a:lnTo>
                  <a:cubicBezTo>
                    <a:pt x="574080" y="236160"/>
                    <a:pt x="551040" y="249600"/>
                    <a:pt x="539520" y="249600"/>
                  </a:cubicBezTo>
                  <a:lnTo>
                    <a:pt x="506880" y="249600"/>
                  </a:lnTo>
                  <a:cubicBezTo>
                    <a:pt x="501120" y="249600"/>
                    <a:pt x="497280" y="245760"/>
                    <a:pt x="497280" y="240000"/>
                  </a:cubicBezTo>
                  <a:cubicBezTo>
                    <a:pt x="497280" y="234240"/>
                    <a:pt x="501120" y="230400"/>
                    <a:pt x="506880" y="230400"/>
                  </a:cubicBezTo>
                  <a:lnTo>
                    <a:pt x="539520" y="230400"/>
                  </a:lnTo>
                  <a:cubicBezTo>
                    <a:pt x="543360" y="230400"/>
                    <a:pt x="554880" y="224640"/>
                    <a:pt x="554880" y="215040"/>
                  </a:cubicBezTo>
                  <a:lnTo>
                    <a:pt x="554880" y="155520"/>
                  </a:lnTo>
                  <a:cubicBezTo>
                    <a:pt x="554880" y="144000"/>
                    <a:pt x="528000" y="96000"/>
                    <a:pt x="449280" y="96000"/>
                  </a:cubicBezTo>
                  <a:cubicBezTo>
                    <a:pt x="447360" y="96000"/>
                    <a:pt x="445440" y="96000"/>
                    <a:pt x="443520" y="94080"/>
                  </a:cubicBezTo>
                  <a:cubicBezTo>
                    <a:pt x="443520" y="94080"/>
                    <a:pt x="355200" y="19200"/>
                    <a:pt x="226560" y="19200"/>
                  </a:cubicBezTo>
                  <a:cubicBezTo>
                    <a:pt x="193920" y="19200"/>
                    <a:pt x="142080" y="19200"/>
                    <a:pt x="97920" y="38400"/>
                  </a:cubicBezTo>
                  <a:cubicBezTo>
                    <a:pt x="96000" y="38400"/>
                    <a:pt x="96000" y="38400"/>
                    <a:pt x="94080" y="38400"/>
                  </a:cubicBezTo>
                  <a:lnTo>
                    <a:pt x="51840" y="38400"/>
                  </a:lnTo>
                  <a:lnTo>
                    <a:pt x="61440" y="48000"/>
                  </a:lnTo>
                  <a:cubicBezTo>
                    <a:pt x="63360" y="49920"/>
                    <a:pt x="65280" y="51840"/>
                    <a:pt x="63360" y="55680"/>
                  </a:cubicBezTo>
                  <a:cubicBezTo>
                    <a:pt x="61440" y="59520"/>
                    <a:pt x="61440" y="61440"/>
                    <a:pt x="59520" y="63360"/>
                  </a:cubicBezTo>
                  <a:cubicBezTo>
                    <a:pt x="32640" y="84480"/>
                    <a:pt x="19200" y="111360"/>
                    <a:pt x="19200" y="144000"/>
                  </a:cubicBezTo>
                  <a:cubicBezTo>
                    <a:pt x="19200" y="161280"/>
                    <a:pt x="24960" y="211200"/>
                    <a:pt x="40320" y="226560"/>
                  </a:cubicBezTo>
                  <a:cubicBezTo>
                    <a:pt x="44160" y="230400"/>
                    <a:pt x="46080" y="230400"/>
                    <a:pt x="48000" y="230400"/>
                  </a:cubicBezTo>
                  <a:cubicBezTo>
                    <a:pt x="53760" y="230400"/>
                    <a:pt x="57600" y="234240"/>
                    <a:pt x="57600" y="240000"/>
                  </a:cubicBezTo>
                  <a:cubicBezTo>
                    <a:pt x="57600" y="245760"/>
                    <a:pt x="53760" y="249600"/>
                    <a:pt x="48000" y="249600"/>
                  </a:cubicBezTo>
                  <a:cubicBezTo>
                    <a:pt x="48000" y="249600"/>
                    <a:pt x="48000" y="249600"/>
                    <a:pt x="48000" y="2496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Forme libre 67">
              <a:extLst>
                <a:ext uri="{FF2B5EF4-FFF2-40B4-BE49-F238E27FC236}">
                  <a16:creationId xmlns:a16="http://schemas.microsoft.com/office/drawing/2014/main" id="{A1906AAA-A963-5E8F-64EA-3338546B1FC8}"/>
                </a:ext>
              </a:extLst>
            </p:cNvPr>
            <p:cNvSpPr/>
            <p:nvPr/>
          </p:nvSpPr>
          <p:spPr>
            <a:xfrm>
              <a:off x="3571602" y="2730786"/>
              <a:ext cx="134400" cy="134400"/>
            </a:xfrm>
            <a:custGeom>
              <a:avLst/>
              <a:gdLst>
                <a:gd name="connsiteX0" fmla="*/ 67200 w 134400"/>
                <a:gd name="connsiteY0" fmla="*/ 134400 h 134400"/>
                <a:gd name="connsiteX1" fmla="*/ 0 w 134400"/>
                <a:gd name="connsiteY1" fmla="*/ 67200 h 134400"/>
                <a:gd name="connsiteX2" fmla="*/ 67200 w 134400"/>
                <a:gd name="connsiteY2" fmla="*/ 0 h 134400"/>
                <a:gd name="connsiteX3" fmla="*/ 134400 w 134400"/>
                <a:gd name="connsiteY3" fmla="*/ 67200 h 134400"/>
                <a:gd name="connsiteX4" fmla="*/ 67200 w 134400"/>
                <a:gd name="connsiteY4" fmla="*/ 134400 h 134400"/>
                <a:gd name="connsiteX5" fmla="*/ 67200 w 134400"/>
                <a:gd name="connsiteY5" fmla="*/ 19200 h 134400"/>
                <a:gd name="connsiteX6" fmla="*/ 19200 w 134400"/>
                <a:gd name="connsiteY6" fmla="*/ 67200 h 134400"/>
                <a:gd name="connsiteX7" fmla="*/ 67200 w 134400"/>
                <a:gd name="connsiteY7" fmla="*/ 115200 h 134400"/>
                <a:gd name="connsiteX8" fmla="*/ 115200 w 134400"/>
                <a:gd name="connsiteY8" fmla="*/ 67200 h 134400"/>
                <a:gd name="connsiteX9" fmla="*/ 67200 w 134400"/>
                <a:gd name="connsiteY9" fmla="*/ 19200 h 13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400" h="134400">
                  <a:moveTo>
                    <a:pt x="67200" y="134400"/>
                  </a:moveTo>
                  <a:cubicBezTo>
                    <a:pt x="30720" y="134400"/>
                    <a:pt x="0" y="103680"/>
                    <a:pt x="0" y="67200"/>
                  </a:cubicBezTo>
                  <a:cubicBezTo>
                    <a:pt x="0" y="30720"/>
                    <a:pt x="30720" y="0"/>
                    <a:pt x="67200" y="0"/>
                  </a:cubicBezTo>
                  <a:cubicBezTo>
                    <a:pt x="103680" y="0"/>
                    <a:pt x="134400" y="30720"/>
                    <a:pt x="134400" y="67200"/>
                  </a:cubicBezTo>
                  <a:cubicBezTo>
                    <a:pt x="134400" y="103680"/>
                    <a:pt x="103680" y="134400"/>
                    <a:pt x="67200" y="134400"/>
                  </a:cubicBezTo>
                  <a:close/>
                  <a:moveTo>
                    <a:pt x="67200" y="19200"/>
                  </a:moveTo>
                  <a:cubicBezTo>
                    <a:pt x="40320" y="19200"/>
                    <a:pt x="19200" y="40320"/>
                    <a:pt x="19200" y="67200"/>
                  </a:cubicBezTo>
                  <a:cubicBezTo>
                    <a:pt x="19200" y="94080"/>
                    <a:pt x="40320" y="115200"/>
                    <a:pt x="67200" y="115200"/>
                  </a:cubicBezTo>
                  <a:cubicBezTo>
                    <a:pt x="94080" y="115200"/>
                    <a:pt x="115200" y="94080"/>
                    <a:pt x="115200" y="67200"/>
                  </a:cubicBezTo>
                  <a:cubicBezTo>
                    <a:pt x="115200" y="40320"/>
                    <a:pt x="94080" y="19200"/>
                    <a:pt x="672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Forme libre 68">
              <a:extLst>
                <a:ext uri="{FF2B5EF4-FFF2-40B4-BE49-F238E27FC236}">
                  <a16:creationId xmlns:a16="http://schemas.microsoft.com/office/drawing/2014/main" id="{78783A70-A44C-04AC-627D-6F940649670C}"/>
                </a:ext>
              </a:extLst>
            </p:cNvPr>
            <p:cNvSpPr/>
            <p:nvPr/>
          </p:nvSpPr>
          <p:spPr>
            <a:xfrm>
              <a:off x="3226002" y="2730786"/>
              <a:ext cx="134400" cy="134400"/>
            </a:xfrm>
            <a:custGeom>
              <a:avLst/>
              <a:gdLst>
                <a:gd name="connsiteX0" fmla="*/ 67200 w 134400"/>
                <a:gd name="connsiteY0" fmla="*/ 134400 h 134400"/>
                <a:gd name="connsiteX1" fmla="*/ 0 w 134400"/>
                <a:gd name="connsiteY1" fmla="*/ 67200 h 134400"/>
                <a:gd name="connsiteX2" fmla="*/ 67200 w 134400"/>
                <a:gd name="connsiteY2" fmla="*/ 0 h 134400"/>
                <a:gd name="connsiteX3" fmla="*/ 134400 w 134400"/>
                <a:gd name="connsiteY3" fmla="*/ 67200 h 134400"/>
                <a:gd name="connsiteX4" fmla="*/ 67200 w 134400"/>
                <a:gd name="connsiteY4" fmla="*/ 134400 h 134400"/>
                <a:gd name="connsiteX5" fmla="*/ 67200 w 134400"/>
                <a:gd name="connsiteY5" fmla="*/ 19200 h 134400"/>
                <a:gd name="connsiteX6" fmla="*/ 19200 w 134400"/>
                <a:gd name="connsiteY6" fmla="*/ 67200 h 134400"/>
                <a:gd name="connsiteX7" fmla="*/ 67200 w 134400"/>
                <a:gd name="connsiteY7" fmla="*/ 115200 h 134400"/>
                <a:gd name="connsiteX8" fmla="*/ 115200 w 134400"/>
                <a:gd name="connsiteY8" fmla="*/ 67200 h 134400"/>
                <a:gd name="connsiteX9" fmla="*/ 67200 w 134400"/>
                <a:gd name="connsiteY9" fmla="*/ 19200 h 13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400" h="134400">
                  <a:moveTo>
                    <a:pt x="67200" y="134400"/>
                  </a:moveTo>
                  <a:cubicBezTo>
                    <a:pt x="30720" y="134400"/>
                    <a:pt x="0" y="103680"/>
                    <a:pt x="0" y="67200"/>
                  </a:cubicBezTo>
                  <a:cubicBezTo>
                    <a:pt x="0" y="30720"/>
                    <a:pt x="30720" y="0"/>
                    <a:pt x="67200" y="0"/>
                  </a:cubicBezTo>
                  <a:cubicBezTo>
                    <a:pt x="103680" y="0"/>
                    <a:pt x="134400" y="30720"/>
                    <a:pt x="134400" y="67200"/>
                  </a:cubicBezTo>
                  <a:cubicBezTo>
                    <a:pt x="134400" y="103680"/>
                    <a:pt x="103680" y="134400"/>
                    <a:pt x="67200" y="134400"/>
                  </a:cubicBezTo>
                  <a:close/>
                  <a:moveTo>
                    <a:pt x="67200" y="19200"/>
                  </a:moveTo>
                  <a:cubicBezTo>
                    <a:pt x="40320" y="19200"/>
                    <a:pt x="19200" y="40320"/>
                    <a:pt x="19200" y="67200"/>
                  </a:cubicBezTo>
                  <a:cubicBezTo>
                    <a:pt x="19200" y="94080"/>
                    <a:pt x="40320" y="115200"/>
                    <a:pt x="67200" y="115200"/>
                  </a:cubicBezTo>
                  <a:cubicBezTo>
                    <a:pt x="94080" y="115200"/>
                    <a:pt x="115200" y="94080"/>
                    <a:pt x="115200" y="67200"/>
                  </a:cubicBezTo>
                  <a:cubicBezTo>
                    <a:pt x="115200" y="40320"/>
                    <a:pt x="94080" y="19200"/>
                    <a:pt x="672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0" name="TextBox 7">
            <a:extLst>
              <a:ext uri="{FF2B5EF4-FFF2-40B4-BE49-F238E27FC236}">
                <a16:creationId xmlns:a16="http://schemas.microsoft.com/office/drawing/2014/main" id="{3A96ACF4-5DB3-D254-A866-CBB298AF3362}"/>
              </a:ext>
            </a:extLst>
          </p:cNvPr>
          <p:cNvSpPr txBox="1"/>
          <p:nvPr/>
        </p:nvSpPr>
        <p:spPr>
          <a:xfrm>
            <a:off x="5901970" y="3998020"/>
            <a:ext cx="2675496" cy="7454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Planealis</a:t>
            </a: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iptu</a:t>
            </a: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canabos</a:t>
            </a:r>
            <a:endParaRPr lang="en-US" sz="1200" b="1" noProof="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EAFEC40-3244-51AC-D94F-6FCF7644D3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IMAGES CAN BE CHANGE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DE2E5A0-C095-0305-7CA2-673D191CC8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5850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31">
            <a:extLst>
              <a:ext uri="{FF2B5EF4-FFF2-40B4-BE49-F238E27FC236}">
                <a16:creationId xmlns:a16="http://schemas.microsoft.com/office/drawing/2014/main" id="{F2AB5AA2-201E-EFA4-2353-BEEE79186B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166" y="936172"/>
            <a:ext cx="7426587" cy="176193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240466-1661-EC25-B459-E1FA98085CA9}"/>
              </a:ext>
            </a:extLst>
          </p:cNvPr>
          <p:cNvSpPr/>
          <p:nvPr/>
        </p:nvSpPr>
        <p:spPr>
          <a:xfrm rot="10800000">
            <a:off x="237163" y="1747123"/>
            <a:ext cx="7426588" cy="950987"/>
          </a:xfrm>
          <a:prstGeom prst="rect">
            <a:avLst/>
          </a:prstGeom>
          <a:gradFill>
            <a:gsLst>
              <a:gs pos="100000">
                <a:schemeClr val="bg1">
                  <a:alpha val="0"/>
                  <a:lumMod val="0"/>
                </a:schemeClr>
              </a:gs>
              <a:gs pos="0">
                <a:schemeClr val="accent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694A429-090D-500B-6A6E-BBDC3EFD71F3}"/>
              </a:ext>
            </a:extLst>
          </p:cNvPr>
          <p:cNvGrpSpPr/>
          <p:nvPr/>
        </p:nvGrpSpPr>
        <p:grpSpPr>
          <a:xfrm>
            <a:off x="675609" y="2358878"/>
            <a:ext cx="2016338" cy="2496151"/>
            <a:chOff x="1336704" y="4238784"/>
            <a:chExt cx="4032675" cy="4992301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745439F-CDA0-3ACF-E274-A70A04D71077}"/>
                </a:ext>
              </a:extLst>
            </p:cNvPr>
            <p:cNvSpPr/>
            <p:nvPr/>
          </p:nvSpPr>
          <p:spPr>
            <a:xfrm>
              <a:off x="1343832" y="5330446"/>
              <a:ext cx="3924000" cy="39006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D7375018-E8EB-9A48-4B16-073EEC2C0C43}"/>
                </a:ext>
              </a:extLst>
            </p:cNvPr>
            <p:cNvSpPr txBox="1"/>
            <p:nvPr/>
          </p:nvSpPr>
          <p:spPr>
            <a:xfrm>
              <a:off x="1336704" y="4238784"/>
              <a:ext cx="4032675" cy="76230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72000" tIns="0" rIns="72000" bIns="0" rtlCol="0" anchor="b" anchorCtr="0">
              <a:noAutofit/>
            </a:bodyPr>
            <a:lstStyle/>
            <a:p>
              <a:pPr algn="ctr">
                <a:lnSpc>
                  <a:spcPts val="940"/>
                </a:lnSpc>
              </a:pPr>
              <a:r>
                <a:rPr lang="en-US" sz="1000" b="1" cap="all" noProof="0" dirty="0">
                  <a:solidFill>
                    <a:schemeClr val="accent3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IUXTA VEHICULI FRONTEM OMNE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DC030642-3521-547A-FE40-6076FB4CECD2}"/>
              </a:ext>
            </a:extLst>
          </p:cNvPr>
          <p:cNvGrpSpPr/>
          <p:nvPr/>
        </p:nvGrpSpPr>
        <p:grpSpPr>
          <a:xfrm>
            <a:off x="7850365" y="0"/>
            <a:ext cx="1299170" cy="5143501"/>
            <a:chOff x="15700730" y="0"/>
            <a:chExt cx="2598339" cy="1028700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A969118-0165-2BBD-841C-26FDA671EAA7}"/>
                </a:ext>
              </a:extLst>
            </p:cNvPr>
            <p:cNvSpPr/>
            <p:nvPr/>
          </p:nvSpPr>
          <p:spPr>
            <a:xfrm>
              <a:off x="15700730" y="0"/>
              <a:ext cx="2598339" cy="102870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B60F255-57BB-5621-72A0-7C9389504EC9}"/>
                </a:ext>
              </a:extLst>
            </p:cNvPr>
            <p:cNvSpPr/>
            <p:nvPr/>
          </p:nvSpPr>
          <p:spPr>
            <a:xfrm>
              <a:off x="15951980" y="1698136"/>
              <a:ext cx="2232975" cy="74974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noProof="0" dirty="0" err="1">
                  <a:solidFill>
                    <a:schemeClr val="bg1"/>
                  </a:solidFill>
                </a:rPr>
                <a:t>Utque</a:t>
              </a:r>
              <a:r>
                <a:rPr lang="en-US" sz="1200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proeliorum</a:t>
              </a:r>
              <a:r>
                <a:rPr lang="en-US" sz="1200" noProof="0" dirty="0">
                  <a:solidFill>
                    <a:schemeClr val="bg1"/>
                  </a:solidFill>
                </a:rPr>
                <a:t> periti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rectores</a:t>
              </a:r>
              <a:r>
                <a:rPr lang="en-US" sz="1200" noProof="0" dirty="0">
                  <a:solidFill>
                    <a:schemeClr val="bg1"/>
                  </a:solidFill>
                </a:rPr>
                <a:t> primo cater vas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densas</a:t>
              </a:r>
              <a:r>
                <a:rPr lang="en-US" sz="1200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opponunt</a:t>
              </a:r>
              <a:r>
                <a:rPr lang="en-US" sz="1200" noProof="0" dirty="0">
                  <a:solidFill>
                    <a:schemeClr val="bg1"/>
                  </a:solidFill>
                </a:rPr>
                <a:t> et fortes </a:t>
              </a:r>
              <a:r>
                <a:rPr lang="en-US" sz="1200" b="1" noProof="0" dirty="0">
                  <a:gradFill>
                    <a:gsLst>
                      <a:gs pos="100000">
                        <a:schemeClr val="accent1"/>
                      </a:gs>
                      <a:gs pos="0">
                        <a:schemeClr val="accent4"/>
                      </a:gs>
                    </a:gsLst>
                    <a:lin ang="0" scaled="1"/>
                  </a:gradFill>
                </a:rPr>
                <a:t>lorem ipsum</a:t>
              </a:r>
              <a:r>
                <a:rPr lang="en-US" sz="1200" noProof="0" dirty="0">
                  <a:solidFill>
                    <a:schemeClr val="bg1"/>
                  </a:solidFill>
                </a:rPr>
                <a:t>. </a:t>
              </a:r>
            </a:p>
            <a:p>
              <a:pPr>
                <a:lnSpc>
                  <a:spcPct val="90000"/>
                </a:lnSpc>
              </a:pPr>
              <a:endParaRPr lang="en-US" sz="1200" noProof="0" dirty="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endParaRPr lang="en-US" sz="1200" noProof="0" dirty="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en-US" sz="1200" noProof="0" dirty="0" err="1">
                  <a:solidFill>
                    <a:schemeClr val="bg1"/>
                  </a:solidFill>
                </a:rPr>
                <a:t>Utque</a:t>
              </a:r>
              <a:r>
                <a:rPr lang="en-US" sz="1200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proeliorum</a:t>
              </a:r>
              <a:r>
                <a:rPr lang="en-US" sz="1200" noProof="0" dirty="0">
                  <a:solidFill>
                    <a:schemeClr val="bg1"/>
                  </a:solidFill>
                </a:rPr>
                <a:t> periti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rectores</a:t>
              </a:r>
              <a:r>
                <a:rPr lang="en-US" sz="1200" noProof="0" dirty="0">
                  <a:solidFill>
                    <a:schemeClr val="bg1"/>
                  </a:solidFill>
                </a:rPr>
                <a:t> primo cater vas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densas</a:t>
              </a:r>
              <a:r>
                <a:rPr lang="en-US" sz="1200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opponunt</a:t>
              </a:r>
              <a:r>
                <a:rPr lang="en-US" sz="1200" noProof="0" dirty="0">
                  <a:solidFill>
                    <a:schemeClr val="bg1"/>
                  </a:solidFill>
                </a:rPr>
                <a:t> et </a:t>
              </a:r>
              <a:r>
                <a:rPr lang="en-US" sz="1200" b="1" noProof="0" dirty="0" err="1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4"/>
                      </a:gs>
                    </a:gsLst>
                    <a:lin ang="0" scaled="1"/>
                    <a:tileRect/>
                  </a:gradFill>
                </a:rPr>
                <a:t>opponunt</a:t>
              </a:r>
              <a:r>
                <a:rPr lang="en-US" sz="1200" b="1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>
                  <a:solidFill>
                    <a:schemeClr val="bg1"/>
                  </a:solidFill>
                </a:rPr>
                <a:t>que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proeliorum</a:t>
              </a:r>
              <a:r>
                <a:rPr lang="en-US" sz="1200" noProof="0" dirty="0">
                  <a:solidFill>
                    <a:schemeClr val="bg1"/>
                  </a:solidFill>
                </a:rPr>
                <a:t> periti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rectores</a:t>
              </a:r>
              <a:r>
                <a:rPr lang="en-US" sz="1200" noProof="0" dirty="0">
                  <a:solidFill>
                    <a:schemeClr val="bg1"/>
                  </a:solidFill>
                </a:rPr>
                <a:t> primo cater vas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densas</a:t>
              </a:r>
              <a:r>
                <a:rPr lang="en-US" sz="1200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opponunt</a:t>
              </a:r>
              <a:r>
                <a:rPr lang="en-US" sz="1200" noProof="0" dirty="0">
                  <a:solidFill>
                    <a:schemeClr val="bg1"/>
                  </a:solidFill>
                </a:rPr>
                <a:t>.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D56F34AB-659A-EFD3-FFCD-874125C1E5E3}"/>
              </a:ext>
            </a:extLst>
          </p:cNvPr>
          <p:cNvGrpSpPr/>
          <p:nvPr/>
        </p:nvGrpSpPr>
        <p:grpSpPr>
          <a:xfrm>
            <a:off x="2953403" y="2362025"/>
            <a:ext cx="2027629" cy="2362375"/>
            <a:chOff x="5654800" y="4245079"/>
            <a:chExt cx="4055257" cy="4724750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DD5FFDD6-3DBD-DEEB-14D0-99723CA1D12A}"/>
                </a:ext>
              </a:extLst>
            </p:cNvPr>
            <p:cNvSpPr txBox="1"/>
            <p:nvPr/>
          </p:nvSpPr>
          <p:spPr>
            <a:xfrm>
              <a:off x="5654800" y="4245079"/>
              <a:ext cx="4055257" cy="7554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72000" tIns="0" rIns="72000" bIns="0" rtlCol="0" anchor="b" anchorCtr="0">
              <a:noAutofit/>
            </a:bodyPr>
            <a:lstStyle/>
            <a:p>
              <a:pPr algn="ctr">
                <a:lnSpc>
                  <a:spcPts val="940"/>
                </a:lnSpc>
              </a:pPr>
              <a:r>
                <a:rPr lang="en-US" sz="1000" b="1" cap="all" noProof="0" dirty="0">
                  <a:solidFill>
                    <a:schemeClr val="accent3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IUXTA VEHICULI FRONTEM OMNE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C93889-786F-BC2C-12DF-90DD7275BF49}"/>
                </a:ext>
              </a:extLst>
            </p:cNvPr>
            <p:cNvSpPr/>
            <p:nvPr/>
          </p:nvSpPr>
          <p:spPr>
            <a:xfrm>
              <a:off x="5655575" y="5330447"/>
              <a:ext cx="3924000" cy="36393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endParaRPr lang="en-US" sz="1000" noProof="0" dirty="0">
                <a:solidFill>
                  <a:srgbClr val="063D67"/>
                </a:solidFill>
                <a:latin typeface="Calibri" pitchFamily="34" charset="0"/>
                <a:cs typeface="Calibri" pitchFamily="34" charset="0"/>
              </a:endParaRP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endParaRPr lang="en-US" sz="1000" noProof="0" dirty="0">
                <a:solidFill>
                  <a:srgbClr val="063D67"/>
                </a:solidFill>
                <a:latin typeface="Calibri" pitchFamily="34" charset="0"/>
                <a:cs typeface="Calibri" pitchFamily="34" charset="0"/>
              </a:endParaRP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endParaRPr lang="en-US" sz="1000" noProof="0" dirty="0">
                <a:solidFill>
                  <a:srgbClr val="063D67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6AC64A63-1702-E831-39E1-A946E335BAD2}"/>
              </a:ext>
            </a:extLst>
          </p:cNvPr>
          <p:cNvGrpSpPr/>
          <p:nvPr/>
        </p:nvGrpSpPr>
        <p:grpSpPr>
          <a:xfrm>
            <a:off x="5242488" y="2358572"/>
            <a:ext cx="2032106" cy="2365829"/>
            <a:chOff x="10470462" y="4238172"/>
            <a:chExt cx="4064211" cy="4731657"/>
          </a:xfrm>
        </p:grpSpPr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F9F95913-237D-F1BC-B6D2-C836A8AE0CC1}"/>
                </a:ext>
              </a:extLst>
            </p:cNvPr>
            <p:cNvSpPr txBox="1"/>
            <p:nvPr/>
          </p:nvSpPr>
          <p:spPr>
            <a:xfrm>
              <a:off x="10479416" y="4238172"/>
              <a:ext cx="4055257" cy="76230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72000" tIns="0" rIns="72000" bIns="0" rtlCol="0" anchor="b" anchorCtr="0">
              <a:noAutofit/>
            </a:bodyPr>
            <a:lstStyle/>
            <a:p>
              <a:pPr algn="ctr">
                <a:lnSpc>
                  <a:spcPts val="940"/>
                </a:lnSpc>
              </a:pPr>
              <a:r>
                <a:rPr lang="en-US" sz="1000" b="1" cap="all" noProof="0" dirty="0">
                  <a:solidFill>
                    <a:schemeClr val="accent3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IUXTA VEHICULI FRONTEM OMNE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493D71F-39FD-76DD-9B7A-9352415E84E4}"/>
                </a:ext>
              </a:extLst>
            </p:cNvPr>
            <p:cNvSpPr/>
            <p:nvPr/>
          </p:nvSpPr>
          <p:spPr>
            <a:xfrm>
              <a:off x="10470462" y="5330447"/>
              <a:ext cx="3924000" cy="36393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endParaRPr lang="en-US" sz="1000" noProof="0" dirty="0">
                <a:solidFill>
                  <a:srgbClr val="063D67"/>
                </a:solidFill>
                <a:latin typeface="Calibri" pitchFamily="34" charset="0"/>
                <a:cs typeface="Calibri" pitchFamily="34" charset="0"/>
              </a:endParaRP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</a:t>
              </a: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08447D6A-D0DE-6335-58BC-F9455397C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Title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435EDCB-7F7C-4136-3F0C-D0007A382C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382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A32103-5E92-D1EA-F6AF-67BA71A08E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IMAGES CAN BE CHANGE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759851C-C719-AA81-CCFB-11107C51E3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733" y="439773"/>
            <a:ext cx="7817953" cy="161162"/>
          </a:xfrm>
        </p:spPr>
        <p:txBody>
          <a:bodyPr/>
          <a:lstStyle/>
          <a:p>
            <a:endParaRPr lang="en-US" noProof="0" dirty="0"/>
          </a:p>
        </p:txBody>
      </p:sp>
      <p:pic>
        <p:nvPicPr>
          <p:cNvPr id="21" name="Espace réservé pour une image  20">
            <a:extLst>
              <a:ext uri="{FF2B5EF4-FFF2-40B4-BE49-F238E27FC236}">
                <a16:creationId xmlns:a16="http://schemas.microsoft.com/office/drawing/2014/main" id="{9ED1A29B-0A31-D1F6-6B61-1398A530693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22" y="979714"/>
            <a:ext cx="1296442" cy="2066484"/>
          </a:xfrm>
        </p:spPr>
      </p:pic>
      <p:pic>
        <p:nvPicPr>
          <p:cNvPr id="9" name="Picture Placeholder 8" descr="A group of glowing cubes&#10;&#10;AI-generated content may be incorrect.">
            <a:extLst>
              <a:ext uri="{FF2B5EF4-FFF2-40B4-BE49-F238E27FC236}">
                <a16:creationId xmlns:a16="http://schemas.microsoft.com/office/drawing/2014/main" id="{472B4FB0-EDB8-E685-A4BE-C1861B06D94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8003" y="979714"/>
            <a:ext cx="1305490" cy="2066484"/>
          </a:xfrm>
        </p:spPr>
      </p:pic>
      <p:pic>
        <p:nvPicPr>
          <p:cNvPr id="23" name="Espace réservé pour une image  22">
            <a:extLst>
              <a:ext uri="{FF2B5EF4-FFF2-40B4-BE49-F238E27FC236}">
                <a16:creationId xmlns:a16="http://schemas.microsoft.com/office/drawing/2014/main" id="{EE4A832B-475C-EFB9-98CE-5855460217B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64446" y="979714"/>
            <a:ext cx="1297646" cy="2066484"/>
          </a:xfrm>
        </p:spPr>
      </p:pic>
      <p:pic>
        <p:nvPicPr>
          <p:cNvPr id="25" name="Espace réservé pour une image  24">
            <a:extLst>
              <a:ext uri="{FF2B5EF4-FFF2-40B4-BE49-F238E27FC236}">
                <a16:creationId xmlns:a16="http://schemas.microsoft.com/office/drawing/2014/main" id="{B9476AA3-5FC1-0B55-51E3-3DE387D17099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60891" y="979714"/>
            <a:ext cx="1297644" cy="2066484"/>
          </a:xfrm>
        </p:spPr>
      </p:pic>
      <p:pic>
        <p:nvPicPr>
          <p:cNvPr id="26" name="Espace réservé pour une image  25">
            <a:extLst>
              <a:ext uri="{FF2B5EF4-FFF2-40B4-BE49-F238E27FC236}">
                <a16:creationId xmlns:a16="http://schemas.microsoft.com/office/drawing/2014/main" id="{BAF48587-0ADE-0AFB-DD2A-E4AF7EE2B96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57333" y="979714"/>
            <a:ext cx="1315235" cy="2066484"/>
          </a:xfrm>
        </p:spPr>
      </p:pic>
      <p:pic>
        <p:nvPicPr>
          <p:cNvPr id="28" name="Espace réservé pour une image  27">
            <a:extLst>
              <a:ext uri="{FF2B5EF4-FFF2-40B4-BE49-F238E27FC236}">
                <a16:creationId xmlns:a16="http://schemas.microsoft.com/office/drawing/2014/main" id="{07C24436-BA3F-5FAC-20CB-2BBDCE30217D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3777" y="979714"/>
            <a:ext cx="1314032" cy="2066484"/>
          </a:xfrm>
        </p:spPr>
      </p:pic>
      <p:pic>
        <p:nvPicPr>
          <p:cNvPr id="30" name="Espace réservé pour une image  29">
            <a:extLst>
              <a:ext uri="{FF2B5EF4-FFF2-40B4-BE49-F238E27FC236}">
                <a16:creationId xmlns:a16="http://schemas.microsoft.com/office/drawing/2014/main" id="{D9B28C12-3591-09B3-0679-7F7C2372B3A7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50222" y="979714"/>
            <a:ext cx="1285500" cy="2066484"/>
          </a:xfr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D9174D4E-C0FF-4FCA-9D74-09F01FC78135}"/>
              </a:ext>
            </a:extLst>
          </p:cNvPr>
          <p:cNvSpPr txBox="1"/>
          <p:nvPr/>
        </p:nvSpPr>
        <p:spPr>
          <a:xfrm>
            <a:off x="6368333" y="193958"/>
            <a:ext cx="2509935" cy="345287"/>
          </a:xfrm>
          <a:prstGeom prst="rect">
            <a:avLst/>
          </a:prstGeom>
          <a:noFill/>
        </p:spPr>
        <p:txBody>
          <a:bodyPr wrap="square" lIns="45720" tIns="22860" rIns="45720" bIns="22860" rtlCol="0" anchor="t">
            <a:spAutoFit/>
          </a:bodyPr>
          <a:lstStyle/>
          <a:p>
            <a:pPr algn="r">
              <a:lnSpc>
                <a:spcPct val="80000"/>
              </a:lnSpc>
              <a:defRPr/>
            </a:pPr>
            <a:r>
              <a:rPr lang="en-US" sz="1200" b="1" noProof="0" dirty="0" err="1">
                <a:solidFill>
                  <a:schemeClr val="accent6"/>
                </a:solidFill>
                <a:ea typeface="+mn-lt"/>
                <a:cs typeface="+mn-lt"/>
              </a:rPr>
              <a:t>Utque</a:t>
            </a:r>
            <a:r>
              <a:rPr lang="en-US" sz="1200" b="1" noProof="0" dirty="0">
                <a:solidFill>
                  <a:schemeClr val="accent6"/>
                </a:solidFill>
                <a:ea typeface="+mn-lt"/>
                <a:cs typeface="+mn-lt"/>
              </a:rPr>
              <a:t> </a:t>
            </a:r>
            <a:r>
              <a:rPr lang="en-US" sz="1200" b="1" noProof="0" dirty="0" err="1">
                <a:solidFill>
                  <a:schemeClr val="accent6"/>
                </a:solidFill>
                <a:ea typeface="+mn-lt"/>
                <a:cs typeface="+mn-lt"/>
              </a:rPr>
              <a:t>proeliorum</a:t>
            </a:r>
            <a:r>
              <a:rPr lang="en-US" sz="1200" b="1" noProof="0" dirty="0">
                <a:solidFill>
                  <a:schemeClr val="accent6"/>
                </a:solidFill>
                <a:ea typeface="+mn-lt"/>
                <a:cs typeface="+mn-lt"/>
              </a:rPr>
              <a:t> periti </a:t>
            </a:r>
            <a:r>
              <a:rPr lang="en-US" sz="1200" b="1" noProof="0" dirty="0" err="1">
                <a:solidFill>
                  <a:schemeClr val="accent6"/>
                </a:solidFill>
                <a:ea typeface="+mn-lt"/>
                <a:cs typeface="+mn-lt"/>
              </a:rPr>
              <a:t>rectores</a:t>
            </a:r>
            <a:r>
              <a:rPr lang="en-US" sz="1200" b="1" noProof="0" dirty="0">
                <a:solidFill>
                  <a:schemeClr val="accent6"/>
                </a:solidFill>
                <a:ea typeface="+mn-lt"/>
                <a:cs typeface="+mn-lt"/>
              </a:rPr>
              <a:t> primo cater vas </a:t>
            </a:r>
            <a:r>
              <a:rPr lang="en-US" sz="1200" b="1" noProof="0" dirty="0" err="1">
                <a:solidFill>
                  <a:schemeClr val="accent6"/>
                </a:solidFill>
                <a:ea typeface="+mn-lt"/>
                <a:cs typeface="+mn-lt"/>
              </a:rPr>
              <a:t>densas</a:t>
            </a:r>
            <a:r>
              <a:rPr lang="en-US" sz="1200" b="1" noProof="0" dirty="0">
                <a:solidFill>
                  <a:schemeClr val="accent6"/>
                </a:solidFill>
                <a:ea typeface="+mn-lt"/>
                <a:cs typeface="+mn-lt"/>
              </a:rPr>
              <a:t> </a:t>
            </a:r>
            <a:r>
              <a:rPr lang="en-US" sz="1200" b="1" noProof="0" dirty="0" err="1">
                <a:solidFill>
                  <a:schemeClr val="accent6"/>
                </a:solidFill>
                <a:ea typeface="+mn-lt"/>
                <a:cs typeface="+mn-lt"/>
              </a:rPr>
              <a:t>opponunt</a:t>
            </a:r>
            <a:r>
              <a:rPr lang="en-US" sz="1200" b="1" noProof="0" dirty="0">
                <a:solidFill>
                  <a:schemeClr val="accent6"/>
                </a:solidFill>
                <a:ea typeface="+mn-lt"/>
                <a:cs typeface="+mn-lt"/>
              </a:rPr>
              <a:t>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D555D9F-5468-55EE-6E85-F99F2901058A}"/>
              </a:ext>
            </a:extLst>
          </p:cNvPr>
          <p:cNvSpPr txBox="1"/>
          <p:nvPr/>
        </p:nvSpPr>
        <p:spPr>
          <a:xfrm>
            <a:off x="7846213" y="3231772"/>
            <a:ext cx="1278000" cy="166447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/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B90AB0C-974F-B363-A7AE-C0D0CEB7C1D5}"/>
              </a:ext>
            </a:extLst>
          </p:cNvPr>
          <p:cNvSpPr txBox="1"/>
          <p:nvPr/>
        </p:nvSpPr>
        <p:spPr>
          <a:xfrm>
            <a:off x="1375347" y="3234159"/>
            <a:ext cx="1278000" cy="1685869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/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C24FAA0-4758-69AB-24C1-0572569E3F6C}"/>
              </a:ext>
            </a:extLst>
          </p:cNvPr>
          <p:cNvSpPr txBox="1"/>
          <p:nvPr/>
        </p:nvSpPr>
        <p:spPr>
          <a:xfrm>
            <a:off x="77328" y="3046342"/>
            <a:ext cx="1235427" cy="1454058"/>
          </a:xfrm>
          <a:prstGeom prst="rect">
            <a:avLst/>
          </a:prstGeom>
          <a:solidFill>
            <a:schemeClr val="bg1"/>
          </a:solidFill>
        </p:spPr>
        <p:txBody>
          <a:bodyPr wrap="square" lIns="18000" tIns="270000" rIns="18000" bIns="90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endParaRPr lang="en-US" sz="1300" b="1" noProof="0" dirty="0">
              <a:cs typeface="Arial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08CE7FF3-8E96-F1C9-2229-9AD958545A31}"/>
              </a:ext>
            </a:extLst>
          </p:cNvPr>
          <p:cNvSpPr txBox="1"/>
          <p:nvPr/>
        </p:nvSpPr>
        <p:spPr>
          <a:xfrm>
            <a:off x="77308" y="3236307"/>
            <a:ext cx="1278000" cy="1679631"/>
          </a:xfrm>
          <a:prstGeom prst="rect">
            <a:avLst/>
          </a:prstGeom>
          <a:noFill/>
        </p:spPr>
        <p:txBody>
          <a:bodyPr wrap="square" lIns="36000" tIns="0" rIns="36000" bIns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B1B7422-8A69-D977-4FD4-5CD198340689}"/>
              </a:ext>
            </a:extLst>
          </p:cNvPr>
          <p:cNvSpPr txBox="1"/>
          <p:nvPr/>
        </p:nvSpPr>
        <p:spPr>
          <a:xfrm>
            <a:off x="2685139" y="3237272"/>
            <a:ext cx="1278000" cy="1685869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11A9C19E-02A8-D6EE-D530-B425DAC4E367}"/>
              </a:ext>
            </a:extLst>
          </p:cNvPr>
          <p:cNvSpPr txBox="1"/>
          <p:nvPr/>
        </p:nvSpPr>
        <p:spPr>
          <a:xfrm>
            <a:off x="3982864" y="3226740"/>
            <a:ext cx="1278000" cy="169237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57DC4B64-F808-9DED-CB87-26A05D77FD62}"/>
              </a:ext>
            </a:extLst>
          </p:cNvPr>
          <p:cNvSpPr txBox="1"/>
          <p:nvPr/>
        </p:nvSpPr>
        <p:spPr>
          <a:xfrm>
            <a:off x="5280063" y="3238982"/>
            <a:ext cx="1278000" cy="1676070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/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8393B0EE-44AC-026F-F2AD-0AE148D1E7DF}"/>
              </a:ext>
            </a:extLst>
          </p:cNvPr>
          <p:cNvSpPr txBox="1"/>
          <p:nvPr/>
        </p:nvSpPr>
        <p:spPr>
          <a:xfrm>
            <a:off x="6555810" y="3244511"/>
            <a:ext cx="1278000" cy="1654975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/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77" name="Titre 1">
            <a:extLst>
              <a:ext uri="{FF2B5EF4-FFF2-40B4-BE49-F238E27FC236}">
                <a16:creationId xmlns:a16="http://schemas.microsoft.com/office/drawing/2014/main" id="{5DBDF7B1-320A-3475-5F4C-ED7EF8E9FA01}"/>
              </a:ext>
            </a:extLst>
          </p:cNvPr>
          <p:cNvSpPr txBox="1">
            <a:spLocks/>
          </p:cNvSpPr>
          <p:nvPr/>
        </p:nvSpPr>
        <p:spPr>
          <a:xfrm>
            <a:off x="7935945" y="2829759"/>
            <a:ext cx="1116000" cy="397264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latin typeface="Calibri" panose="020F0502020204030204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latin typeface="Calibri" panose="020F0502020204030204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latin typeface="Calibri" panose="020F0502020204030204"/>
                <a:cs typeface="Calibri"/>
              </a:rPr>
              <a:t> primo </a:t>
            </a:r>
          </a:p>
        </p:txBody>
      </p:sp>
      <p:sp>
        <p:nvSpPr>
          <p:cNvPr id="78" name="Titre 1">
            <a:extLst>
              <a:ext uri="{FF2B5EF4-FFF2-40B4-BE49-F238E27FC236}">
                <a16:creationId xmlns:a16="http://schemas.microsoft.com/office/drawing/2014/main" id="{9364B3CF-2C67-A1AE-E706-7AE3943805B0}"/>
              </a:ext>
            </a:extLst>
          </p:cNvPr>
          <p:cNvSpPr txBox="1">
            <a:spLocks/>
          </p:cNvSpPr>
          <p:nvPr/>
        </p:nvSpPr>
        <p:spPr>
          <a:xfrm>
            <a:off x="164377" y="2826225"/>
            <a:ext cx="1116000" cy="402492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 primo</a:t>
            </a:r>
            <a:endParaRPr lang="en-US" sz="1000" b="1" i="1" kern="0" cap="all" noProof="0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itre 1">
            <a:extLst>
              <a:ext uri="{FF2B5EF4-FFF2-40B4-BE49-F238E27FC236}">
                <a16:creationId xmlns:a16="http://schemas.microsoft.com/office/drawing/2014/main" id="{88B648C5-AECA-8482-1693-549F1748D83C}"/>
              </a:ext>
            </a:extLst>
          </p:cNvPr>
          <p:cNvSpPr txBox="1">
            <a:spLocks/>
          </p:cNvSpPr>
          <p:nvPr/>
        </p:nvSpPr>
        <p:spPr>
          <a:xfrm>
            <a:off x="6642299" y="2826225"/>
            <a:ext cx="1116000" cy="402493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 primo </a:t>
            </a:r>
            <a:endParaRPr lang="en-US" sz="1000" b="1" i="1" kern="0" cap="all" noProof="0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Titre 1">
            <a:extLst>
              <a:ext uri="{FF2B5EF4-FFF2-40B4-BE49-F238E27FC236}">
                <a16:creationId xmlns:a16="http://schemas.microsoft.com/office/drawing/2014/main" id="{06D0A8F4-4FBF-5E4D-23E1-DF170396BACA}"/>
              </a:ext>
            </a:extLst>
          </p:cNvPr>
          <p:cNvSpPr txBox="1">
            <a:spLocks/>
          </p:cNvSpPr>
          <p:nvPr/>
        </p:nvSpPr>
        <p:spPr>
          <a:xfrm>
            <a:off x="2772425" y="2826225"/>
            <a:ext cx="1116000" cy="402493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latin typeface="Calibri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 primo </a:t>
            </a:r>
          </a:p>
        </p:txBody>
      </p:sp>
      <p:sp>
        <p:nvSpPr>
          <p:cNvPr id="84" name="Titre 1">
            <a:extLst>
              <a:ext uri="{FF2B5EF4-FFF2-40B4-BE49-F238E27FC236}">
                <a16:creationId xmlns:a16="http://schemas.microsoft.com/office/drawing/2014/main" id="{8375E55D-FE82-C04B-29A9-992AD36CEF53}"/>
              </a:ext>
            </a:extLst>
          </p:cNvPr>
          <p:cNvSpPr txBox="1">
            <a:spLocks/>
          </p:cNvSpPr>
          <p:nvPr/>
        </p:nvSpPr>
        <p:spPr>
          <a:xfrm>
            <a:off x="4045166" y="2826225"/>
            <a:ext cx="1116000" cy="402493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9694"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latin typeface="Calibri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 primo </a:t>
            </a:r>
          </a:p>
        </p:txBody>
      </p:sp>
      <p:sp>
        <p:nvSpPr>
          <p:cNvPr id="85" name="Titre 1">
            <a:extLst>
              <a:ext uri="{FF2B5EF4-FFF2-40B4-BE49-F238E27FC236}">
                <a16:creationId xmlns:a16="http://schemas.microsoft.com/office/drawing/2014/main" id="{1043CE4D-6D20-7496-6D38-C816D0683698}"/>
              </a:ext>
            </a:extLst>
          </p:cNvPr>
          <p:cNvSpPr txBox="1">
            <a:spLocks/>
          </p:cNvSpPr>
          <p:nvPr/>
        </p:nvSpPr>
        <p:spPr>
          <a:xfrm>
            <a:off x="5351816" y="2829280"/>
            <a:ext cx="1116000" cy="402493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 primo </a:t>
            </a:r>
            <a:endParaRPr lang="en-US" sz="1000" b="1" i="1" kern="0" cap="all" noProof="0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Titre 1">
            <a:extLst>
              <a:ext uri="{FF2B5EF4-FFF2-40B4-BE49-F238E27FC236}">
                <a16:creationId xmlns:a16="http://schemas.microsoft.com/office/drawing/2014/main" id="{CE65C7A3-F203-A265-9393-ECC85D734B19}"/>
              </a:ext>
            </a:extLst>
          </p:cNvPr>
          <p:cNvSpPr txBox="1">
            <a:spLocks/>
          </p:cNvSpPr>
          <p:nvPr/>
        </p:nvSpPr>
        <p:spPr>
          <a:xfrm>
            <a:off x="1465079" y="2826225"/>
            <a:ext cx="1116000" cy="402493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latin typeface="Calibri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 primo</a:t>
            </a:r>
          </a:p>
        </p:txBody>
      </p:sp>
    </p:spTree>
    <p:extLst>
      <p:ext uri="{BB962C8B-B14F-4D97-AF65-F5344CB8AC3E}">
        <p14:creationId xmlns:p14="http://schemas.microsoft.com/office/powerpoint/2010/main" val="710103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t 14" hidden="1">
            <a:extLst>
              <a:ext uri="{FF2B5EF4-FFF2-40B4-BE49-F238E27FC236}">
                <a16:creationId xmlns:a16="http://schemas.microsoft.com/office/drawing/2014/main" id="{4C4209C2-9AFF-9D42-C47F-8DEFE2DBD4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592" imgH="591" progId="TCLayout.ActiveDocument.1">
                  <p:embed/>
                </p:oleObj>
              </mc:Choice>
              <mc:Fallback>
                <p:oleObj name="Diapositive think-cell" r:id="rId4" imgW="592" imgH="591" progId="TCLayout.ActiveDocument.1">
                  <p:embed/>
                  <p:pic>
                    <p:nvPicPr>
                      <p:cNvPr id="15" name="Objet 14" hidden="1">
                        <a:extLst>
                          <a:ext uri="{FF2B5EF4-FFF2-40B4-BE49-F238E27FC236}">
                            <a16:creationId xmlns:a16="http://schemas.microsoft.com/office/drawing/2014/main" id="{4C4209C2-9AFF-9D42-C47F-8DEFE2DBD4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36CCE72-1460-2A45-3E80-C8277E421F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video playing on a loop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F6A1B07E-FAA9-9201-7696-9F80E03181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733" y="439773"/>
            <a:ext cx="7817953" cy="161162"/>
          </a:xfrm>
        </p:spPr>
        <p:txBody>
          <a:bodyPr/>
          <a:lstStyle/>
          <a:p>
            <a:endParaRPr lang="en-US" noProof="0" dirty="0"/>
          </a:p>
        </p:txBody>
      </p:sp>
      <p:pic>
        <p:nvPicPr>
          <p:cNvPr id="48" name="Espace réservé pour une image  47" descr="Une image contenant plein air, mur&#10;&#10;Le contenu généré par l’IA peut être incorrect.">
            <a:extLst>
              <a:ext uri="{FF2B5EF4-FFF2-40B4-BE49-F238E27FC236}">
                <a16:creationId xmlns:a16="http://schemas.microsoft.com/office/drawing/2014/main" id="{2BE42BB3-AC21-1AE2-56E1-3507E14D8FE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22" y="716441"/>
            <a:ext cx="2204772" cy="1838370"/>
          </a:xfrm>
        </p:spPr>
      </p:pic>
      <p:pic>
        <p:nvPicPr>
          <p:cNvPr id="50" name="Espace réservé pour une image  49" descr="Une image contenant dessin humoristique, jouet&#10;&#10;Le contenu généré par l’IA peut être incorrect.">
            <a:extLst>
              <a:ext uri="{FF2B5EF4-FFF2-40B4-BE49-F238E27FC236}">
                <a16:creationId xmlns:a16="http://schemas.microsoft.com/office/drawing/2014/main" id="{594CB0D3-8D9E-7623-6222-2DB6A3822C8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75490" y="716441"/>
            <a:ext cx="2285833" cy="1838370"/>
          </a:xfrm>
        </p:spPr>
      </p:pic>
      <p:pic>
        <p:nvPicPr>
          <p:cNvPr id="52" name="Espace réservé pour une image  51" descr="Une image contenant plein air, route, Zone métropolitaine, Métropole&#10;&#10;Le contenu généré par l’IA peut être incorrect.">
            <a:extLst>
              <a:ext uri="{FF2B5EF4-FFF2-40B4-BE49-F238E27FC236}">
                <a16:creationId xmlns:a16="http://schemas.microsoft.com/office/drawing/2014/main" id="{11748379-40DC-CE41-B06E-FF1544FB4E4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6235" y="716441"/>
            <a:ext cx="2285833" cy="1838370"/>
          </a:xfrm>
        </p:spPr>
      </p:pic>
      <p:pic>
        <p:nvPicPr>
          <p:cNvPr id="54" name="Espace réservé pour une image  53" descr="Une image contenant jouet, robot, automate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EF4139F5-4831-6855-47DB-A32CD6EC4059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2235" y="716441"/>
            <a:ext cx="2301765" cy="1838370"/>
          </a:xfr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F3103E5C-BDF0-E019-C2EA-3ABBE2CC9F62}"/>
              </a:ext>
            </a:extLst>
          </p:cNvPr>
          <p:cNvSpPr txBox="1"/>
          <p:nvPr/>
        </p:nvSpPr>
        <p:spPr>
          <a:xfrm>
            <a:off x="181725" y="2815269"/>
            <a:ext cx="1949708" cy="155888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  <a:r>
              <a:rPr lang="en-US" sz="1400" noProof="0" dirty="0" err="1"/>
              <a:t>consectetur</a:t>
            </a:r>
            <a:r>
              <a:rPr lang="en-US" sz="1400" noProof="0" dirty="0"/>
              <a:t> </a:t>
            </a:r>
            <a:r>
              <a:rPr lang="en-US" sz="1400" noProof="0" dirty="0" err="1"/>
              <a:t>adipiscing</a:t>
            </a:r>
            <a:r>
              <a:rPr lang="en-US" sz="1400" noProof="0" dirty="0"/>
              <a:t> </a:t>
            </a:r>
            <a:r>
              <a:rPr lang="en-US" sz="1400" noProof="0" dirty="0" err="1">
                <a:solidFill>
                  <a:schemeClr val="accent4"/>
                </a:solidFill>
              </a:rPr>
              <a:t>elit</a:t>
            </a:r>
            <a:r>
              <a:rPr lang="en-US" sz="1400" noProof="0" dirty="0"/>
              <a:t>, sed do </a:t>
            </a:r>
            <a:r>
              <a:rPr lang="en-US" sz="1400" noProof="0" dirty="0" err="1"/>
              <a:t>eiusmod</a:t>
            </a:r>
            <a:endParaRPr lang="en-US" sz="1400" noProof="0" dirty="0"/>
          </a:p>
          <a:p>
            <a:pPr algn="ctr">
              <a:lnSpc>
                <a:spcPct val="85000"/>
              </a:lnSpc>
            </a:pPr>
            <a:endParaRPr lang="en-US" sz="1400" b="1" noProof="0" dirty="0"/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</a:p>
          <a:p>
            <a:pPr algn="ctr">
              <a:lnSpc>
                <a:spcPct val="85000"/>
              </a:lnSpc>
            </a:pPr>
            <a:r>
              <a:rPr lang="en-US" sz="1400" noProof="0" dirty="0"/>
              <a:t>sed do </a:t>
            </a:r>
            <a:r>
              <a:rPr lang="en-US" sz="1400" noProof="0" dirty="0" err="1">
                <a:solidFill>
                  <a:schemeClr val="accent4"/>
                </a:solidFill>
              </a:rPr>
              <a:t>eiusmod</a:t>
            </a:r>
            <a:endParaRPr lang="en-US" sz="1400" noProof="0" dirty="0">
              <a:solidFill>
                <a:schemeClr val="accent4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8D032C9-0AE9-0D5D-6042-C0527FFB8798}"/>
              </a:ext>
            </a:extLst>
          </p:cNvPr>
          <p:cNvSpPr txBox="1"/>
          <p:nvPr/>
        </p:nvSpPr>
        <p:spPr>
          <a:xfrm>
            <a:off x="2380680" y="2833209"/>
            <a:ext cx="2104553" cy="137576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  <a:r>
              <a:rPr lang="en-US" sz="1400" noProof="0" dirty="0" err="1"/>
              <a:t>consectetur</a:t>
            </a:r>
            <a:r>
              <a:rPr lang="en-US" sz="1400" noProof="0" dirty="0"/>
              <a:t> </a:t>
            </a:r>
            <a:r>
              <a:rPr lang="en-US" sz="1400" noProof="0" dirty="0" err="1"/>
              <a:t>adipiscing</a:t>
            </a:r>
            <a:r>
              <a:rPr lang="en-US" sz="1400" noProof="0" dirty="0"/>
              <a:t> </a:t>
            </a:r>
            <a:r>
              <a:rPr lang="en-US" sz="1400" noProof="0" dirty="0" err="1">
                <a:solidFill>
                  <a:schemeClr val="accent4"/>
                </a:solidFill>
              </a:rPr>
              <a:t>elit</a:t>
            </a:r>
            <a:r>
              <a:rPr lang="en-US" sz="1400" noProof="0" dirty="0"/>
              <a:t>, sed do </a:t>
            </a:r>
            <a:r>
              <a:rPr lang="en-US" sz="1400" noProof="0" dirty="0" err="1"/>
              <a:t>eiusmod</a:t>
            </a:r>
            <a:endParaRPr lang="en-US" sz="1400" noProof="0" dirty="0"/>
          </a:p>
          <a:p>
            <a:pPr algn="ctr">
              <a:lnSpc>
                <a:spcPct val="85000"/>
              </a:lnSpc>
            </a:pPr>
            <a:endParaRPr lang="en-US" sz="1400" b="1" noProof="0" dirty="0"/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</a:p>
          <a:p>
            <a:pPr algn="ctr">
              <a:lnSpc>
                <a:spcPct val="85000"/>
              </a:lnSpc>
            </a:pPr>
            <a:r>
              <a:rPr lang="en-US" sz="1400" noProof="0" dirty="0"/>
              <a:t>sed do </a:t>
            </a:r>
            <a:r>
              <a:rPr lang="en-US" sz="1400" noProof="0" dirty="0" err="1">
                <a:solidFill>
                  <a:schemeClr val="accent4"/>
                </a:solidFill>
              </a:rPr>
              <a:t>eiusmod</a:t>
            </a:r>
            <a:endParaRPr lang="en-US" sz="1200" noProof="0" dirty="0">
              <a:solidFill>
                <a:schemeClr val="accent4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F1486AC-45D2-B4C8-7669-76BA695C3596}"/>
              </a:ext>
            </a:extLst>
          </p:cNvPr>
          <p:cNvSpPr txBox="1"/>
          <p:nvPr/>
        </p:nvSpPr>
        <p:spPr>
          <a:xfrm>
            <a:off x="4680885" y="2809854"/>
            <a:ext cx="2026927" cy="155888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  <a:r>
              <a:rPr lang="en-US" sz="1400" noProof="0" dirty="0" err="1"/>
              <a:t>consectetur</a:t>
            </a:r>
            <a:r>
              <a:rPr lang="en-US" sz="1400" noProof="0" dirty="0"/>
              <a:t> </a:t>
            </a:r>
            <a:r>
              <a:rPr lang="en-US" sz="1400" noProof="0" dirty="0" err="1"/>
              <a:t>adipiscing</a:t>
            </a:r>
            <a:r>
              <a:rPr lang="en-US" sz="1400" noProof="0" dirty="0"/>
              <a:t> </a:t>
            </a:r>
            <a:r>
              <a:rPr lang="en-US" sz="1400" noProof="0" dirty="0" err="1">
                <a:solidFill>
                  <a:schemeClr val="accent4"/>
                </a:solidFill>
              </a:rPr>
              <a:t>elit</a:t>
            </a:r>
            <a:r>
              <a:rPr lang="en-US" sz="1400" noProof="0" dirty="0"/>
              <a:t>, sed do </a:t>
            </a:r>
            <a:r>
              <a:rPr lang="en-US" sz="1400" noProof="0" dirty="0" err="1"/>
              <a:t>eiusmod</a:t>
            </a:r>
            <a:endParaRPr lang="en-US" sz="1400" noProof="0" dirty="0"/>
          </a:p>
          <a:p>
            <a:pPr algn="ctr">
              <a:lnSpc>
                <a:spcPct val="85000"/>
              </a:lnSpc>
            </a:pPr>
            <a:endParaRPr lang="en-US" sz="1400" b="1" noProof="0" dirty="0"/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</a:p>
          <a:p>
            <a:pPr algn="ctr">
              <a:lnSpc>
                <a:spcPct val="85000"/>
              </a:lnSpc>
            </a:pPr>
            <a:r>
              <a:rPr lang="en-US" sz="1400" noProof="0" dirty="0"/>
              <a:t>sed do </a:t>
            </a:r>
            <a:r>
              <a:rPr lang="en-US" sz="1400" noProof="0" dirty="0" err="1">
                <a:solidFill>
                  <a:schemeClr val="accent4"/>
                </a:solidFill>
              </a:rPr>
              <a:t>eiusmod</a:t>
            </a:r>
            <a:endParaRPr lang="en-US" sz="1400" noProof="0" dirty="0">
              <a:solidFill>
                <a:schemeClr val="accent4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2ECA171-8ABF-AF8B-852E-D01D12EBCDA5}"/>
              </a:ext>
            </a:extLst>
          </p:cNvPr>
          <p:cNvSpPr txBox="1"/>
          <p:nvPr/>
        </p:nvSpPr>
        <p:spPr>
          <a:xfrm>
            <a:off x="7070205" y="2809854"/>
            <a:ext cx="1949708" cy="155888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  <a:r>
              <a:rPr lang="en-US" sz="1400" noProof="0" dirty="0" err="1"/>
              <a:t>consectetur</a:t>
            </a:r>
            <a:r>
              <a:rPr lang="en-US" sz="1400" noProof="0" dirty="0"/>
              <a:t> </a:t>
            </a:r>
            <a:r>
              <a:rPr lang="en-US" sz="1400" noProof="0" dirty="0" err="1"/>
              <a:t>adipiscing</a:t>
            </a:r>
            <a:r>
              <a:rPr lang="en-US" sz="1400" noProof="0" dirty="0"/>
              <a:t> </a:t>
            </a:r>
            <a:r>
              <a:rPr lang="en-US" sz="1400" noProof="0" dirty="0" err="1">
                <a:solidFill>
                  <a:schemeClr val="accent4"/>
                </a:solidFill>
              </a:rPr>
              <a:t>elit</a:t>
            </a:r>
            <a:r>
              <a:rPr lang="en-US" sz="1400" noProof="0" dirty="0"/>
              <a:t>, sed do </a:t>
            </a:r>
            <a:r>
              <a:rPr lang="en-US" sz="1400" noProof="0" dirty="0" err="1"/>
              <a:t>eiusmod</a:t>
            </a:r>
            <a:endParaRPr lang="en-US" sz="1400" noProof="0" dirty="0"/>
          </a:p>
          <a:p>
            <a:pPr algn="ctr">
              <a:lnSpc>
                <a:spcPct val="85000"/>
              </a:lnSpc>
            </a:pPr>
            <a:endParaRPr lang="en-US" sz="1400" b="1" noProof="0" dirty="0"/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</a:p>
          <a:p>
            <a:pPr algn="ctr">
              <a:lnSpc>
                <a:spcPct val="85000"/>
              </a:lnSpc>
            </a:pPr>
            <a:r>
              <a:rPr lang="en-US" sz="1400" noProof="0" dirty="0"/>
              <a:t>sed do </a:t>
            </a:r>
            <a:r>
              <a:rPr lang="en-US" sz="1400" noProof="0" dirty="0" err="1">
                <a:solidFill>
                  <a:schemeClr val="accent4"/>
                </a:solidFill>
              </a:rPr>
              <a:t>eiusmod</a:t>
            </a:r>
            <a:endParaRPr lang="en-US" sz="1400" noProof="0" dirty="0">
              <a:solidFill>
                <a:schemeClr val="accent4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91A854-8D4E-22FF-D026-73262EFBE6B8}"/>
              </a:ext>
            </a:extLst>
          </p:cNvPr>
          <p:cNvSpPr/>
          <p:nvPr/>
        </p:nvSpPr>
        <p:spPr>
          <a:xfrm>
            <a:off x="-30036" y="1089608"/>
            <a:ext cx="230615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Challenge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3946BB-E021-5693-4C97-1F0322738652}"/>
              </a:ext>
            </a:extLst>
          </p:cNvPr>
          <p:cNvSpPr/>
          <p:nvPr/>
        </p:nvSpPr>
        <p:spPr>
          <a:xfrm>
            <a:off x="2266125" y="1089608"/>
            <a:ext cx="230615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Project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918C6F-06A7-3A6C-38A8-498A2A859426}"/>
              </a:ext>
            </a:extLst>
          </p:cNvPr>
          <p:cNvSpPr/>
          <p:nvPr/>
        </p:nvSpPr>
        <p:spPr>
          <a:xfrm>
            <a:off x="4552125" y="1151532"/>
            <a:ext cx="230615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Opportunity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1BB382-8C99-0200-747D-8DC237BC9D29}"/>
              </a:ext>
            </a:extLst>
          </p:cNvPr>
          <p:cNvSpPr/>
          <p:nvPr/>
        </p:nvSpPr>
        <p:spPr>
          <a:xfrm>
            <a:off x="6848285" y="1089608"/>
            <a:ext cx="230615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Leadership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128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C7D85D7E-8423-193C-25E7-4BCED4EEF3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592" imgH="591" progId="TCLayout.ActiveDocument.1">
                  <p:embed/>
                </p:oleObj>
              </mc:Choice>
              <mc:Fallback>
                <p:oleObj name="Diapositive think-cell" r:id="rId4" imgW="592" imgH="591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D85D7E-8423-193C-25E7-4BCED4EEF3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59F28FD-D84D-6A58-ECA7-EB7F432C69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PHOTOS CAN BE CHANGE</a:t>
            </a:r>
          </a:p>
        </p:txBody>
      </p:sp>
      <p:sp>
        <p:nvSpPr>
          <p:cNvPr id="47" name="Espace réservé du texte 46">
            <a:extLst>
              <a:ext uri="{FF2B5EF4-FFF2-40B4-BE49-F238E27FC236}">
                <a16:creationId xmlns:a16="http://schemas.microsoft.com/office/drawing/2014/main" id="{FD41B45A-29D9-F940-F7DC-C455AB1C8A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48" name="Espace réservé pour une image  47" descr="Une image contenant meubles, habits, fenêtre, personne&#10;&#10;Le contenu généré par l’IA peut être incorrect.">
            <a:extLst>
              <a:ext uri="{FF2B5EF4-FFF2-40B4-BE49-F238E27FC236}">
                <a16:creationId xmlns:a16="http://schemas.microsoft.com/office/drawing/2014/main" id="{166516C4-F176-4B2B-DE5D-0A0689E80B3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88" y="715963"/>
            <a:ext cx="2230437" cy="2570162"/>
          </a:xfrm>
        </p:spPr>
      </p:pic>
      <p:pic>
        <p:nvPicPr>
          <p:cNvPr id="50" name="Espace réservé pour une image  49" descr="Une image contenant personne, habits, poignet, homme&#10;&#10;Le contenu généré par l’IA peut être incorrect.">
            <a:extLst>
              <a:ext uri="{FF2B5EF4-FFF2-40B4-BE49-F238E27FC236}">
                <a16:creationId xmlns:a16="http://schemas.microsoft.com/office/drawing/2014/main" id="{5BA6B582-FBB5-2347-7CB2-526D6C84DCB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645" y="716441"/>
            <a:ext cx="2253678" cy="2570378"/>
          </a:xfrm>
        </p:spPr>
      </p:pic>
      <p:pic>
        <p:nvPicPr>
          <p:cNvPr id="52" name="Espace réservé pour une image  51" descr="Une image contenant personne, habits, intérieur, homme&#10;&#10;Le contenu généré par l’IA peut être incorrect.">
            <a:extLst>
              <a:ext uri="{FF2B5EF4-FFF2-40B4-BE49-F238E27FC236}">
                <a16:creationId xmlns:a16="http://schemas.microsoft.com/office/drawing/2014/main" id="{FAAE35F8-0593-0677-C737-FEE0207F37E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6235" y="716441"/>
            <a:ext cx="2305796" cy="2570378"/>
          </a:xfrm>
        </p:spPr>
      </p:pic>
      <p:pic>
        <p:nvPicPr>
          <p:cNvPr id="54" name="Espace réservé pour une image  53" descr="Une image contenant habits, personne, mur, tableau blanc&#10;&#10;Le contenu généré par l’IA peut être incorrect.">
            <a:extLst>
              <a:ext uri="{FF2B5EF4-FFF2-40B4-BE49-F238E27FC236}">
                <a16:creationId xmlns:a16="http://schemas.microsoft.com/office/drawing/2014/main" id="{4497D356-5A74-33E6-0FE3-4D789F90D9F8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2235" y="716441"/>
            <a:ext cx="2301765" cy="2570378"/>
          </a:xfr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4F454BD-C33D-77A7-7B2F-DD20846BCA13}"/>
              </a:ext>
            </a:extLst>
          </p:cNvPr>
          <p:cNvSpPr txBox="1"/>
          <p:nvPr/>
        </p:nvSpPr>
        <p:spPr>
          <a:xfrm>
            <a:off x="2414832" y="3517500"/>
            <a:ext cx="2180825" cy="1404885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defTabSz="685904">
              <a:lnSpc>
                <a:spcPct val="85000"/>
              </a:lnSpc>
              <a:spcAft>
                <a:spcPts val="1000"/>
              </a:spcAft>
              <a:defRPr/>
            </a:pP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46C714-8BC1-88B8-5564-AE0DD81D6D72}"/>
              </a:ext>
            </a:extLst>
          </p:cNvPr>
          <p:cNvSpPr/>
          <p:nvPr/>
        </p:nvSpPr>
        <p:spPr>
          <a:xfrm>
            <a:off x="2293566" y="2174179"/>
            <a:ext cx="2286850" cy="989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lnSpc>
                <a:spcPct val="85000"/>
              </a:lnSpc>
              <a:defRPr/>
            </a:pP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dolor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situse</a:t>
            </a: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endParaRPr lang="en-US" sz="1800" b="1" noProof="0" dirty="0">
              <a:solidFill>
                <a:srgbClr val="FFFFFF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5284C10-9995-B79F-7046-663E3B248249}"/>
              </a:ext>
            </a:extLst>
          </p:cNvPr>
          <p:cNvSpPr txBox="1"/>
          <p:nvPr/>
        </p:nvSpPr>
        <p:spPr>
          <a:xfrm>
            <a:off x="4694703" y="3517500"/>
            <a:ext cx="2123916" cy="1234991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7DB334-5C7C-E926-4943-63247D206641}"/>
              </a:ext>
            </a:extLst>
          </p:cNvPr>
          <p:cNvSpPr/>
          <p:nvPr/>
        </p:nvSpPr>
        <p:spPr>
          <a:xfrm>
            <a:off x="4571767" y="2174180"/>
            <a:ext cx="2286850" cy="989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lnSpc>
                <a:spcPct val="85000"/>
              </a:lnSpc>
              <a:defRPr/>
            </a:pP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dolor sit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endParaRPr lang="en-US" sz="1800" b="1" noProof="0" dirty="0">
              <a:solidFill>
                <a:srgbClr val="FFFFFF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algn="ctr">
              <a:lnSpc>
                <a:spcPct val="85000"/>
              </a:lnSpc>
              <a:defRPr/>
            </a:pP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consectetur</a:t>
            </a: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adipiscing</a:t>
            </a: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elit</a:t>
            </a:r>
            <a:endParaRPr lang="en-US" sz="1800" b="1" noProof="0" dirty="0">
              <a:solidFill>
                <a:srgbClr val="FFFFFF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9951AD0-800E-5BC9-BD21-FC613384575E}"/>
              </a:ext>
            </a:extLst>
          </p:cNvPr>
          <p:cNvSpPr txBox="1"/>
          <p:nvPr/>
        </p:nvSpPr>
        <p:spPr>
          <a:xfrm>
            <a:off x="6913855" y="3517500"/>
            <a:ext cx="2147234" cy="1452992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C85576-79D7-1074-D221-3ED1F51BF198}"/>
              </a:ext>
            </a:extLst>
          </p:cNvPr>
          <p:cNvSpPr/>
          <p:nvPr/>
        </p:nvSpPr>
        <p:spPr>
          <a:xfrm>
            <a:off x="6849967" y="2174179"/>
            <a:ext cx="2286850" cy="989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lnSpc>
                <a:spcPct val="85000"/>
              </a:lnSpc>
              <a:defRPr/>
            </a:pP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dolor sit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endParaRPr lang="en-US" sz="1800" b="1" noProof="0" dirty="0">
              <a:solidFill>
                <a:srgbClr val="FFFFFF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4EEA5AF-E1E9-FCE1-3E24-1B4AC185D8A3}"/>
              </a:ext>
            </a:extLst>
          </p:cNvPr>
          <p:cNvSpPr txBox="1"/>
          <p:nvPr/>
        </p:nvSpPr>
        <p:spPr>
          <a:xfrm>
            <a:off x="169904" y="3517500"/>
            <a:ext cx="2179606" cy="781618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defTabSz="685904">
              <a:lnSpc>
                <a:spcPct val="85000"/>
              </a:lnSpc>
              <a:spcAft>
                <a:spcPts val="1000"/>
              </a:spcAft>
              <a:defRPr/>
            </a:pP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B72ADA-0579-85F1-97B9-74BC307D0213}"/>
              </a:ext>
            </a:extLst>
          </p:cNvPr>
          <p:cNvSpPr/>
          <p:nvPr/>
        </p:nvSpPr>
        <p:spPr>
          <a:xfrm>
            <a:off x="48638" y="2174179"/>
            <a:ext cx="2286850" cy="989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lnSpc>
                <a:spcPct val="85000"/>
              </a:lnSpc>
              <a:defRPr/>
            </a:pP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dolor sit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endParaRPr lang="en-US" sz="1800" b="1" noProof="0" dirty="0">
              <a:solidFill>
                <a:srgbClr val="FFFFFF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758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Title | </a:t>
            </a:r>
            <a:r>
              <a:rPr lang="en-US" noProof="0" dirty="0" err="1"/>
              <a:t>xxxxxx</a:t>
            </a:r>
            <a:endParaRPr lang="en-US" noProof="0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13" name="Espace réservé pour une image  12" descr="Une image contenant capture d’écran, Caractère coloré, Bleu électrique, flou&#10;&#10;Le contenu généré par l’IA peut être incorrect.">
            <a:extLst>
              <a:ext uri="{FF2B5EF4-FFF2-40B4-BE49-F238E27FC236}">
                <a16:creationId xmlns:a16="http://schemas.microsoft.com/office/drawing/2014/main" id="{E7935880-744D-F5F6-C308-E491E0A85B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5" name="Espace réservé pour une image  14" descr="Une image contenant capture d’écran, ordinateur, personne, technologie&#10;&#10;Le contenu généré par l’IA peut être incorrect.">
            <a:extLst>
              <a:ext uri="{FF2B5EF4-FFF2-40B4-BE49-F238E27FC236}">
                <a16:creationId xmlns:a16="http://schemas.microsoft.com/office/drawing/2014/main" id="{40D9A9C0-AA4B-53E1-F3DE-B006DA0454B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9" name="Espace réservé pour une image  18" descr="Une image contenant capture d’écran, Caractère coloré, léger&#10;&#10;Le contenu généré par l’IA peut être incorrect.">
            <a:extLst>
              <a:ext uri="{FF2B5EF4-FFF2-40B4-BE49-F238E27FC236}">
                <a16:creationId xmlns:a16="http://schemas.microsoft.com/office/drawing/2014/main" id="{6B48EADE-6A73-986E-52C4-C6D0813FDA0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D735CA2E-148D-D079-43BE-ED560E90C95C}"/>
              </a:ext>
            </a:extLst>
          </p:cNvPr>
          <p:cNvSpPr txBox="1"/>
          <p:nvPr/>
        </p:nvSpPr>
        <p:spPr>
          <a:xfrm>
            <a:off x="308959" y="2795428"/>
            <a:ext cx="2539675" cy="204806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lorem ipsum dolor sit </a:t>
            </a: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dolor, lorem ipsum dolor sit </a:t>
            </a:r>
            <a:r>
              <a:rPr lang="en-US" sz="1200" noProof="0" dirty="0" err="1"/>
              <a:t>amet</a:t>
            </a:r>
            <a:endParaRPr lang="en-US" sz="1200" noProof="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C80C9EF-F34C-45FF-29AB-5D28D5F792F3}"/>
              </a:ext>
            </a:extLst>
          </p:cNvPr>
          <p:cNvSpPr txBox="1"/>
          <p:nvPr/>
        </p:nvSpPr>
        <p:spPr>
          <a:xfrm>
            <a:off x="3343988" y="2795428"/>
            <a:ext cx="2539675" cy="204806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lorem ipsum dolor sit </a:t>
            </a: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dolor, lorem ipsum dolor sit </a:t>
            </a:r>
            <a:r>
              <a:rPr lang="en-US" sz="1200" noProof="0" dirty="0" err="1"/>
              <a:t>amet</a:t>
            </a:r>
            <a:endParaRPr lang="en-US" sz="1200" noProof="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11BCAA2-3F98-E863-8B59-D6E2DBB7EECB}"/>
              </a:ext>
            </a:extLst>
          </p:cNvPr>
          <p:cNvSpPr txBox="1"/>
          <p:nvPr/>
        </p:nvSpPr>
        <p:spPr>
          <a:xfrm>
            <a:off x="6369291" y="2795428"/>
            <a:ext cx="2539675" cy="204806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lorem ipsum dolor sit </a:t>
            </a: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dolor, lorem ipsum dolor sit </a:t>
            </a:r>
            <a:r>
              <a:rPr lang="en-US" sz="1200" noProof="0" dirty="0" err="1"/>
              <a:t>amet</a:t>
            </a:r>
            <a:endParaRPr lang="en-US" sz="12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126B21-29CE-626A-CD74-413F881CCA19}"/>
              </a:ext>
            </a:extLst>
          </p:cNvPr>
          <p:cNvSpPr/>
          <p:nvPr/>
        </p:nvSpPr>
        <p:spPr>
          <a:xfrm>
            <a:off x="-30036" y="1089608"/>
            <a:ext cx="3079750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</a:t>
            </a:r>
            <a:b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ipsum dolor 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EF096F-C44E-D067-BD2F-5AC8DA74365A}"/>
              </a:ext>
            </a:extLst>
          </p:cNvPr>
          <p:cNvSpPr/>
          <p:nvPr/>
        </p:nvSpPr>
        <p:spPr>
          <a:xfrm>
            <a:off x="3078924" y="1089608"/>
            <a:ext cx="302700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</a:t>
            </a:r>
            <a:b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ipsum dolor 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BEC9A6-1057-5AE3-015C-B2047387BC79}"/>
              </a:ext>
            </a:extLst>
          </p:cNvPr>
          <p:cNvSpPr/>
          <p:nvPr/>
        </p:nvSpPr>
        <p:spPr>
          <a:xfrm>
            <a:off x="6121382" y="1089608"/>
            <a:ext cx="302700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</a:t>
            </a:r>
            <a:b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ipsum dolor 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054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e 40">
            <a:extLst>
              <a:ext uri="{FF2B5EF4-FFF2-40B4-BE49-F238E27FC236}">
                <a16:creationId xmlns:a16="http://schemas.microsoft.com/office/drawing/2014/main" id="{CC807FDE-BAE1-87B7-6035-596EB93E709A}"/>
              </a:ext>
            </a:extLst>
          </p:cNvPr>
          <p:cNvGrpSpPr/>
          <p:nvPr/>
        </p:nvGrpSpPr>
        <p:grpSpPr>
          <a:xfrm>
            <a:off x="6220513" y="1291551"/>
            <a:ext cx="2772000" cy="3852290"/>
            <a:chOff x="12352537" y="2583101"/>
            <a:chExt cx="5544000" cy="770457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78C7AAF-432B-4194-27CF-D8A4D499A8FF}"/>
                </a:ext>
              </a:extLst>
            </p:cNvPr>
            <p:cNvSpPr/>
            <p:nvPr/>
          </p:nvSpPr>
          <p:spPr>
            <a:xfrm>
              <a:off x="12352537" y="4480880"/>
              <a:ext cx="5544000" cy="5806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D6245EA8-AA30-3623-1C79-820AC944CE2F}"/>
                </a:ext>
              </a:extLst>
            </p:cNvPr>
            <p:cNvSpPr txBox="1"/>
            <p:nvPr/>
          </p:nvSpPr>
          <p:spPr>
            <a:xfrm>
              <a:off x="12568537" y="5143499"/>
              <a:ext cx="5112000" cy="4643948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lstStyle/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, </a:t>
              </a: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endParaRPr lang="en-US" sz="1200" noProof="0" dirty="0"/>
            </a:p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, </a:t>
              </a: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endParaRPr lang="en-US" sz="1200" noProof="0" dirty="0"/>
            </a:p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 : Lorem ipsum dolor sit </a:t>
              </a:r>
              <a:r>
                <a:rPr lang="en-US" sz="1200" noProof="0" dirty="0" err="1"/>
                <a:t>amet</a:t>
              </a:r>
              <a:endParaRPr lang="en-US" sz="1200" noProof="0" dirty="0"/>
            </a:p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r>
                <a:rPr lang="en-US" sz="1200" noProof="0" dirty="0"/>
                <a:t>, sed do </a:t>
              </a:r>
              <a:r>
                <a:rPr lang="en-US" sz="1200" noProof="0" dirty="0" err="1"/>
                <a:t>eiusmod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tempor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incididunt</a:t>
              </a:r>
              <a:endParaRPr lang="en-US" sz="1200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7D9C9F-F1D5-8FFF-2048-23B5247DD68B}"/>
                </a:ext>
              </a:extLst>
            </p:cNvPr>
            <p:cNvSpPr/>
            <p:nvPr/>
          </p:nvSpPr>
          <p:spPr>
            <a:xfrm>
              <a:off x="13057597" y="2583101"/>
              <a:ext cx="4133880" cy="1900927"/>
            </a:xfrm>
            <a:prstGeom prst="rect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4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Lorem ipsum 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b="1" noProof="0" dirty="0" err="1">
                  <a:solidFill>
                    <a:schemeClr val="accent5">
                      <a:lumMod val="7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xxxx</a:t>
              </a:r>
              <a:endParaRPr lang="en-US" sz="1400" b="1" noProof="0" dirty="0">
                <a:solidFill>
                  <a:schemeClr val="accent5">
                    <a:lumMod val="7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2F93646C-14F5-0CDC-B52F-F23115CC1FE9}"/>
                </a:ext>
              </a:extLst>
            </p:cNvPr>
            <p:cNvSpPr/>
            <p:nvPr/>
          </p:nvSpPr>
          <p:spPr>
            <a:xfrm rot="10800000">
              <a:off x="14713316" y="4480880"/>
              <a:ext cx="822442" cy="277677"/>
            </a:xfrm>
            <a:prstGeom prst="triangle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E32668B5-D6ED-1CD1-15B2-15E361E917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3 COLUMN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05462985-ACFA-8C4A-2495-E77712F87E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2E4B3012-85A8-A312-CFF5-DD67E068B085}"/>
              </a:ext>
            </a:extLst>
          </p:cNvPr>
          <p:cNvGrpSpPr/>
          <p:nvPr/>
        </p:nvGrpSpPr>
        <p:grpSpPr>
          <a:xfrm>
            <a:off x="235541" y="1294699"/>
            <a:ext cx="2772000" cy="3849142"/>
            <a:chOff x="162232" y="2589397"/>
            <a:chExt cx="5544000" cy="769828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E4CC72E-F627-8C91-DD8E-FBA1C8C084E2}"/>
                </a:ext>
              </a:extLst>
            </p:cNvPr>
            <p:cNvSpPr/>
            <p:nvPr/>
          </p:nvSpPr>
          <p:spPr>
            <a:xfrm>
              <a:off x="162232" y="4480880"/>
              <a:ext cx="5544000" cy="5806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7B6E72FF-313F-5E0E-1EFC-A4133964B330}"/>
                </a:ext>
              </a:extLst>
            </p:cNvPr>
            <p:cNvSpPr txBox="1"/>
            <p:nvPr/>
          </p:nvSpPr>
          <p:spPr>
            <a:xfrm>
              <a:off x="378232" y="5143499"/>
              <a:ext cx="5112000" cy="4163993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lstStyle/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, </a:t>
              </a: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endParaRPr lang="en-US" sz="1200" noProof="0" dirty="0"/>
            </a:p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, </a:t>
              </a: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endParaRPr lang="en-US" sz="1200" noProof="0" dirty="0"/>
            </a:p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 : 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, </a:t>
              </a: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r>
                <a:rPr lang="en-US" sz="1200" noProof="0" dirty="0"/>
                <a:t>, sed do </a:t>
              </a:r>
              <a:r>
                <a:rPr lang="en-US" sz="1200" noProof="0" dirty="0" err="1"/>
                <a:t>eiusmod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tempor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incididunt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ut</a:t>
              </a:r>
              <a:r>
                <a:rPr lang="en-US" sz="1200" noProof="0" dirty="0"/>
                <a:t> labore et dolore magna </a:t>
              </a:r>
              <a:r>
                <a:rPr lang="en-US" sz="1200" noProof="0" dirty="0" err="1"/>
                <a:t>aliqua</a:t>
              </a:r>
              <a:r>
                <a:rPr lang="en-US" sz="1200" noProof="0" dirty="0"/>
                <a:t>. Ut </a:t>
              </a:r>
              <a:r>
                <a:rPr lang="en-US" sz="1200" noProof="0" dirty="0" err="1"/>
                <a:t>enim</a:t>
              </a:r>
              <a:r>
                <a:rPr lang="en-US" sz="1200" noProof="0" dirty="0"/>
                <a:t> ad minim </a:t>
              </a:r>
              <a:r>
                <a:rPr lang="en-US" sz="1200" noProof="0" dirty="0" err="1"/>
                <a:t>veniam</a:t>
              </a:r>
              <a:endParaRPr lang="en-US" sz="1200" noProof="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3D0018-85CE-6002-F988-9C0A96F38900}"/>
                </a:ext>
              </a:extLst>
            </p:cNvPr>
            <p:cNvSpPr/>
            <p:nvPr/>
          </p:nvSpPr>
          <p:spPr>
            <a:xfrm>
              <a:off x="867292" y="2589397"/>
              <a:ext cx="4133880" cy="1900927"/>
            </a:xfrm>
            <a:prstGeom prst="rect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4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Lorem ipsum </a:t>
              </a:r>
            </a:p>
            <a:p>
              <a:pPr algn="ctr">
                <a:lnSpc>
                  <a:spcPct val="80000"/>
                </a:lnSpc>
              </a:pPr>
              <a:r>
                <a:rPr lang="en-US" sz="675" b="1" noProof="0" dirty="0" err="1">
                  <a:solidFill>
                    <a:schemeClr val="accent5">
                      <a:lumMod val="7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xxxxx</a:t>
              </a:r>
              <a:endParaRPr lang="en-US" sz="675" b="1" noProof="0" dirty="0">
                <a:solidFill>
                  <a:schemeClr val="accent5">
                    <a:lumMod val="7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DE5EBCB0-085F-7231-7BF1-6101A14CEF27}"/>
                </a:ext>
              </a:extLst>
            </p:cNvPr>
            <p:cNvSpPr/>
            <p:nvPr/>
          </p:nvSpPr>
          <p:spPr>
            <a:xfrm rot="10800000">
              <a:off x="2523012" y="4487176"/>
              <a:ext cx="822442" cy="277677"/>
            </a:xfrm>
            <a:prstGeom prst="triangle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508D0061-CB25-648C-18AA-E727592B059B}"/>
              </a:ext>
            </a:extLst>
          </p:cNvPr>
          <p:cNvGrpSpPr/>
          <p:nvPr/>
        </p:nvGrpSpPr>
        <p:grpSpPr>
          <a:xfrm>
            <a:off x="3228027" y="1293125"/>
            <a:ext cx="2772000" cy="4122113"/>
            <a:chOff x="5508701" y="2586249"/>
            <a:chExt cx="5544000" cy="82442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317BE80-2FE5-913F-9C3D-0E67B9C747A9}"/>
                </a:ext>
              </a:extLst>
            </p:cNvPr>
            <p:cNvSpPr/>
            <p:nvPr/>
          </p:nvSpPr>
          <p:spPr>
            <a:xfrm>
              <a:off x="5508701" y="4480880"/>
              <a:ext cx="5544000" cy="5806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AA85D77F-F606-8753-832B-2FBB80FD0516}"/>
                </a:ext>
              </a:extLst>
            </p:cNvPr>
            <p:cNvSpPr txBox="1"/>
            <p:nvPr/>
          </p:nvSpPr>
          <p:spPr>
            <a:xfrm>
              <a:off x="5724701" y="5143499"/>
              <a:ext cx="5112000" cy="5686976"/>
            </a:xfrm>
            <a:prstGeom prst="rect">
              <a:avLst/>
            </a:prstGeom>
            <a:noFill/>
          </p:spPr>
          <p:txBody>
            <a:bodyPr wrap="square" lIns="45720" tIns="22860" rIns="45720" bIns="22860" rtlCol="0" anchor="t" anchorCtr="0">
              <a:noAutofit/>
            </a:bodyPr>
            <a:lstStyle/>
            <a:p>
              <a:pPr marL="125730" indent="-12573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>
                  <a:latin typeface="Calibri" panose="020F0502020204030204"/>
                </a:rPr>
                <a:t>Lorem ipsum dolor sit </a:t>
              </a:r>
              <a:r>
                <a:rPr lang="en-US" sz="1200" noProof="0" dirty="0" err="1">
                  <a:latin typeface="Calibri" panose="020F0502020204030204"/>
                </a:rPr>
                <a:t>amet</a:t>
              </a:r>
              <a:r>
                <a:rPr lang="en-US" sz="1200" noProof="0" dirty="0">
                  <a:latin typeface="Calibri" panose="020F0502020204030204"/>
                </a:rPr>
                <a:t>, </a:t>
              </a:r>
              <a:r>
                <a:rPr lang="en-US" sz="1200" noProof="0" dirty="0" err="1">
                  <a:latin typeface="Calibri" panose="020F0502020204030204"/>
                </a:rPr>
                <a:t>consectetur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adipiscing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elit</a:t>
              </a:r>
              <a:endParaRPr lang="en-US" sz="1200" noProof="0" dirty="0">
                <a:latin typeface="Calibri" panose="020F0502020204030204"/>
              </a:endParaRPr>
            </a:p>
            <a:p>
              <a:pPr marL="125730" indent="-12573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>
                  <a:latin typeface="Calibri" panose="020F0502020204030204"/>
                </a:rPr>
                <a:t>Lorem ipsum dolor sit </a:t>
              </a:r>
              <a:r>
                <a:rPr lang="en-US" sz="1200" noProof="0" dirty="0" err="1">
                  <a:latin typeface="Calibri" panose="020F0502020204030204"/>
                </a:rPr>
                <a:t>amet</a:t>
              </a:r>
              <a:r>
                <a:rPr lang="en-US" sz="1200" noProof="0" dirty="0">
                  <a:latin typeface="Calibri" panose="020F0502020204030204"/>
                </a:rPr>
                <a:t>, </a:t>
              </a:r>
              <a:r>
                <a:rPr lang="en-US" sz="1200" noProof="0" dirty="0" err="1">
                  <a:latin typeface="Calibri" panose="020F0502020204030204"/>
                </a:rPr>
                <a:t>consectetur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adipiscing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elit</a:t>
              </a:r>
              <a:endParaRPr lang="en-US" sz="1200" noProof="0" dirty="0">
                <a:latin typeface="Calibri" panose="020F0502020204030204"/>
              </a:endParaRPr>
            </a:p>
            <a:p>
              <a:pPr marL="125730" indent="-12573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>
                  <a:latin typeface="Calibri" panose="020F0502020204030204"/>
                </a:rPr>
                <a:t>Lorem ipsum dolor sit </a:t>
              </a:r>
              <a:r>
                <a:rPr lang="en-US" sz="1200" noProof="0" dirty="0" err="1">
                  <a:latin typeface="Calibri" panose="020F0502020204030204"/>
                </a:rPr>
                <a:t>amet</a:t>
              </a:r>
              <a:r>
                <a:rPr lang="en-US" sz="1200" noProof="0" dirty="0">
                  <a:latin typeface="Calibri" panose="020F0502020204030204"/>
                </a:rPr>
                <a:t> : Lorem ipsum dolor sit </a:t>
              </a:r>
              <a:r>
                <a:rPr lang="en-US" sz="1200" noProof="0" dirty="0" err="1">
                  <a:latin typeface="Calibri" panose="020F0502020204030204"/>
                </a:rPr>
                <a:t>amet</a:t>
              </a:r>
              <a:r>
                <a:rPr lang="en-US" sz="1200" noProof="0" dirty="0">
                  <a:latin typeface="Calibri" panose="020F0502020204030204"/>
                </a:rPr>
                <a:t>, </a:t>
              </a:r>
              <a:r>
                <a:rPr lang="en-US" sz="1200" noProof="0" dirty="0" err="1">
                  <a:latin typeface="Calibri" panose="020F0502020204030204"/>
                </a:rPr>
                <a:t>consectetur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adipiscing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elit</a:t>
              </a:r>
              <a:r>
                <a:rPr lang="en-US" sz="1200" noProof="0" dirty="0">
                  <a:latin typeface="Calibri" panose="020F0502020204030204"/>
                </a:rPr>
                <a:t>, sed do </a:t>
              </a:r>
              <a:r>
                <a:rPr lang="en-US" sz="1200" noProof="0" dirty="0" err="1">
                  <a:latin typeface="Calibri" panose="020F0502020204030204"/>
                </a:rPr>
                <a:t>eiusmod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tempor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incididunt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ut</a:t>
              </a:r>
              <a:r>
                <a:rPr lang="en-US" sz="1200" noProof="0" dirty="0">
                  <a:latin typeface="Calibri" panose="020F0502020204030204"/>
                </a:rPr>
                <a:t> labore et dolore magna </a:t>
              </a:r>
              <a:r>
                <a:rPr lang="en-US" sz="1200" noProof="0" dirty="0" err="1">
                  <a:latin typeface="Calibri" panose="020F0502020204030204"/>
                </a:rPr>
                <a:t>aliqua</a:t>
              </a:r>
              <a:r>
                <a:rPr lang="en-US" sz="1200" noProof="0" dirty="0">
                  <a:latin typeface="Calibri" panose="020F0502020204030204"/>
                </a:rPr>
                <a:t>. Ut </a:t>
              </a:r>
              <a:r>
                <a:rPr lang="en-US" sz="1200" noProof="0" dirty="0" err="1">
                  <a:latin typeface="Calibri" panose="020F0502020204030204"/>
                </a:rPr>
                <a:t>enim</a:t>
              </a:r>
              <a:r>
                <a:rPr lang="en-US" sz="1200" noProof="0" dirty="0">
                  <a:latin typeface="Calibri" panose="020F0502020204030204"/>
                </a:rPr>
                <a:t> ad minim </a:t>
              </a:r>
              <a:r>
                <a:rPr lang="en-US" sz="1200" noProof="0" dirty="0" err="1">
                  <a:latin typeface="Calibri" panose="020F0502020204030204"/>
                </a:rPr>
                <a:t>veniam</a:t>
              </a:r>
              <a:r>
                <a:rPr lang="en-US" sz="1200" noProof="0" dirty="0"/>
                <a:t>   </a:t>
              </a:r>
              <a:endParaRPr lang="en-US" sz="1000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96C15C-E9C3-6236-4FF7-4FC0BF68BD42}"/>
                </a:ext>
              </a:extLst>
            </p:cNvPr>
            <p:cNvSpPr/>
            <p:nvPr/>
          </p:nvSpPr>
          <p:spPr>
            <a:xfrm>
              <a:off x="6213761" y="2586249"/>
              <a:ext cx="4133880" cy="1900927"/>
            </a:xfrm>
            <a:prstGeom prst="rect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4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Lorem ipsum </a:t>
              </a:r>
            </a:p>
            <a:p>
              <a:pPr algn="ctr">
                <a:lnSpc>
                  <a:spcPct val="80000"/>
                </a:lnSpc>
              </a:pPr>
              <a:r>
                <a:rPr lang="en-US" sz="675" b="1" noProof="0" dirty="0" err="1">
                  <a:solidFill>
                    <a:schemeClr val="accent5">
                      <a:lumMod val="7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xxxx</a:t>
              </a:r>
              <a:endParaRPr lang="en-US" sz="675" b="1" noProof="0" dirty="0">
                <a:solidFill>
                  <a:schemeClr val="accent5">
                    <a:lumMod val="7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FAB84C55-54CF-718F-52E2-F79AFBCF77B9}"/>
                </a:ext>
              </a:extLst>
            </p:cNvPr>
            <p:cNvSpPr/>
            <p:nvPr/>
          </p:nvSpPr>
          <p:spPr>
            <a:xfrm rot="10800000">
              <a:off x="7869480" y="4484028"/>
              <a:ext cx="822442" cy="277677"/>
            </a:xfrm>
            <a:prstGeom prst="triangle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07900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pour une image  11" descr="Une image contenant ciel, plein air, nuage, silhouette&#10;&#10;Description générée automatiquement">
            <a:extLst>
              <a:ext uri="{FF2B5EF4-FFF2-40B4-BE49-F238E27FC236}">
                <a16:creationId xmlns:a16="http://schemas.microsoft.com/office/drawing/2014/main" id="{52F1814A-5E19-8853-F55F-4DDB5B59932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4" name="Espace réservé pour une image  13" descr="Une image contenant eau, barrière de corail, chute d’eau, nature&#10;&#10;Description générée automatiquement">
            <a:extLst>
              <a:ext uri="{FF2B5EF4-FFF2-40B4-BE49-F238E27FC236}">
                <a16:creationId xmlns:a16="http://schemas.microsoft.com/office/drawing/2014/main" id="{A7D0B0E8-E31B-1B1B-3B4B-321F24AA2EE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20" name="Espace réservé pour une image  19" descr="Une image contenant avion, plein air, eau, aviation&#10;&#10;Description générée automatiquement">
            <a:extLst>
              <a:ext uri="{FF2B5EF4-FFF2-40B4-BE49-F238E27FC236}">
                <a16:creationId xmlns:a16="http://schemas.microsoft.com/office/drawing/2014/main" id="{3927AA2D-A4D1-C97F-1910-D618739EEBC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3 columns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628B738-8B40-AD43-8D61-43B8999394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Photos can be change</a:t>
            </a:r>
          </a:p>
        </p:txBody>
      </p:sp>
      <p:cxnSp>
        <p:nvCxnSpPr>
          <p:cNvPr id="63" name="Прямая соединительная линия 9">
            <a:extLst>
              <a:ext uri="{FF2B5EF4-FFF2-40B4-BE49-F238E27FC236}">
                <a16:creationId xmlns:a16="http://schemas.microsoft.com/office/drawing/2014/main" id="{DAB1416D-4C47-5640-87D1-E5C2AA7091FF}"/>
              </a:ext>
            </a:extLst>
          </p:cNvPr>
          <p:cNvCxnSpPr>
            <a:cxnSpLocks/>
          </p:cNvCxnSpPr>
          <p:nvPr/>
        </p:nvCxnSpPr>
        <p:spPr>
          <a:xfrm>
            <a:off x="386130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itre 1">
            <a:extLst>
              <a:ext uri="{FF2B5EF4-FFF2-40B4-BE49-F238E27FC236}">
                <a16:creationId xmlns:a16="http://schemas.microsoft.com/office/drawing/2014/main" id="{B00C55D4-641A-EC4B-8A53-05899940313B}"/>
              </a:ext>
            </a:extLst>
          </p:cNvPr>
          <p:cNvSpPr txBox="1">
            <a:spLocks/>
          </p:cNvSpPr>
          <p:nvPr/>
        </p:nvSpPr>
        <p:spPr>
          <a:xfrm>
            <a:off x="333942" y="2113493"/>
            <a:ext cx="2596015" cy="611062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000" b="1" kern="0" cap="all" spc="15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lorem</a:t>
            </a:r>
            <a:endParaRPr lang="en-US" sz="900" b="1" i="1" kern="0" cap="all" spc="150" noProof="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5" name="Прямая соединительная линия 9">
            <a:extLst>
              <a:ext uri="{FF2B5EF4-FFF2-40B4-BE49-F238E27FC236}">
                <a16:creationId xmlns:a16="http://schemas.microsoft.com/office/drawing/2014/main" id="{327DFAC7-1AF5-8146-BFEC-44377B0FD16A}"/>
              </a:ext>
            </a:extLst>
          </p:cNvPr>
          <p:cNvCxnSpPr>
            <a:cxnSpLocks/>
          </p:cNvCxnSpPr>
          <p:nvPr/>
        </p:nvCxnSpPr>
        <p:spPr>
          <a:xfrm>
            <a:off x="3320729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itre 1">
            <a:extLst>
              <a:ext uri="{FF2B5EF4-FFF2-40B4-BE49-F238E27FC236}">
                <a16:creationId xmlns:a16="http://schemas.microsoft.com/office/drawing/2014/main" id="{39A899DC-D1FF-7240-9C1D-4DA6ABE5FE10}"/>
              </a:ext>
            </a:extLst>
          </p:cNvPr>
          <p:cNvSpPr txBox="1">
            <a:spLocks/>
          </p:cNvSpPr>
          <p:nvPr/>
        </p:nvSpPr>
        <p:spPr>
          <a:xfrm>
            <a:off x="3271385" y="2113493"/>
            <a:ext cx="2596015" cy="611064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000" b="1" kern="0" cap="all" spc="15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lorem</a:t>
            </a:r>
            <a:endParaRPr lang="en-US" sz="900" b="1" i="1" kern="0" cap="all" spc="150" noProof="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7" name="Прямая соединительная линия 9">
            <a:extLst>
              <a:ext uri="{FF2B5EF4-FFF2-40B4-BE49-F238E27FC236}">
                <a16:creationId xmlns:a16="http://schemas.microsoft.com/office/drawing/2014/main" id="{7399AFEB-515C-464B-B3F8-CD1E382FAAF7}"/>
              </a:ext>
            </a:extLst>
          </p:cNvPr>
          <p:cNvCxnSpPr>
            <a:cxnSpLocks/>
          </p:cNvCxnSpPr>
          <p:nvPr/>
        </p:nvCxnSpPr>
        <p:spPr>
          <a:xfrm>
            <a:off x="6344665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itre 1">
            <a:extLst>
              <a:ext uri="{FF2B5EF4-FFF2-40B4-BE49-F238E27FC236}">
                <a16:creationId xmlns:a16="http://schemas.microsoft.com/office/drawing/2014/main" id="{93DDECDD-6CCC-8C42-803E-963D96D158F2}"/>
              </a:ext>
            </a:extLst>
          </p:cNvPr>
          <p:cNvSpPr txBox="1">
            <a:spLocks/>
          </p:cNvSpPr>
          <p:nvPr/>
        </p:nvSpPr>
        <p:spPr>
          <a:xfrm>
            <a:off x="6295322" y="2113494"/>
            <a:ext cx="2596015" cy="611069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000" b="1" kern="0" cap="all" spc="15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lorem</a:t>
            </a:r>
          </a:p>
          <a:p>
            <a:pPr algn="ctr">
              <a:buClr>
                <a:schemeClr val="tx1"/>
              </a:buClr>
              <a:defRPr/>
            </a:pPr>
            <a:r>
              <a:rPr lang="en-US" sz="1000" b="1" kern="0" cap="all" spc="15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</a:t>
            </a:r>
            <a:r>
              <a:rPr lang="en-US" sz="1000" b="1" kern="0" cap="all" spc="150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IpsuM</a:t>
            </a:r>
            <a:endParaRPr lang="en-US" sz="900" b="1" kern="0" cap="all" spc="150" noProof="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itre 1">
            <a:extLst>
              <a:ext uri="{FF2B5EF4-FFF2-40B4-BE49-F238E27FC236}">
                <a16:creationId xmlns:a16="http://schemas.microsoft.com/office/drawing/2014/main" id="{D1FB2640-FF2F-4B47-A708-48B6936D3928}"/>
              </a:ext>
            </a:extLst>
          </p:cNvPr>
          <p:cNvSpPr txBox="1">
            <a:spLocks/>
          </p:cNvSpPr>
          <p:nvPr/>
        </p:nvSpPr>
        <p:spPr>
          <a:xfrm>
            <a:off x="386130" y="2811220"/>
            <a:ext cx="2491639" cy="1704859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itre 1">
            <a:extLst>
              <a:ext uri="{FF2B5EF4-FFF2-40B4-BE49-F238E27FC236}">
                <a16:creationId xmlns:a16="http://schemas.microsoft.com/office/drawing/2014/main" id="{F3390729-2500-B348-96C6-A276D2FB89A1}"/>
              </a:ext>
            </a:extLst>
          </p:cNvPr>
          <p:cNvSpPr txBox="1">
            <a:spLocks/>
          </p:cNvSpPr>
          <p:nvPr/>
        </p:nvSpPr>
        <p:spPr>
          <a:xfrm>
            <a:off x="3320728" y="2813273"/>
            <a:ext cx="2491639" cy="1702806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itre 1">
            <a:extLst>
              <a:ext uri="{FF2B5EF4-FFF2-40B4-BE49-F238E27FC236}">
                <a16:creationId xmlns:a16="http://schemas.microsoft.com/office/drawing/2014/main" id="{79F690BE-993A-754D-B32F-0278B439621E}"/>
              </a:ext>
            </a:extLst>
          </p:cNvPr>
          <p:cNvSpPr txBox="1">
            <a:spLocks/>
          </p:cNvSpPr>
          <p:nvPr/>
        </p:nvSpPr>
        <p:spPr>
          <a:xfrm>
            <a:off x="6248401" y="2813273"/>
            <a:ext cx="2491639" cy="1702806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lèche vers la droite 2">
            <a:extLst>
              <a:ext uri="{FF2B5EF4-FFF2-40B4-BE49-F238E27FC236}">
                <a16:creationId xmlns:a16="http://schemas.microsoft.com/office/drawing/2014/main" id="{8A66E706-4705-92BA-FE96-8C1B98D221EA}"/>
              </a:ext>
            </a:extLst>
          </p:cNvPr>
          <p:cNvSpPr/>
          <p:nvPr/>
        </p:nvSpPr>
        <p:spPr>
          <a:xfrm>
            <a:off x="265732" y="4555925"/>
            <a:ext cx="8878267" cy="455117"/>
          </a:xfrm>
          <a:prstGeom prst="rightArrow">
            <a:avLst>
              <a:gd name="adj1" fmla="val 50000"/>
              <a:gd name="adj2" fmla="val 56645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1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0" dirty="0"/>
              <a:t>LOREM IPSUM LOREM </a:t>
            </a:r>
            <a:r>
              <a:rPr lang="en-US" sz="1200" b="1" noProof="0" dirty="0" err="1"/>
              <a:t>LOREM</a:t>
            </a:r>
            <a:r>
              <a:rPr lang="en-US" sz="1200" b="1" noProof="0" dirty="0"/>
              <a:t> IPSUM</a:t>
            </a:r>
          </a:p>
        </p:txBody>
      </p:sp>
    </p:spTree>
    <p:extLst>
      <p:ext uri="{BB962C8B-B14F-4D97-AF65-F5344CB8AC3E}">
        <p14:creationId xmlns:p14="http://schemas.microsoft.com/office/powerpoint/2010/main" val="524054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pour une image  11" descr="Une image contenant en bois, morceau, bois&#10;&#10;Description générée automatiquement">
            <a:extLst>
              <a:ext uri="{FF2B5EF4-FFF2-40B4-BE49-F238E27FC236}">
                <a16:creationId xmlns:a16="http://schemas.microsoft.com/office/drawing/2014/main" id="{7DBD47E3-DB34-E3DE-D875-C3F2D76F04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4" name="Espace réservé pour une image  13" descr="Une image contenant ciel, extérieur, montagne, nature&#10;&#10;Description générée automatiquement">
            <a:extLst>
              <a:ext uri="{FF2B5EF4-FFF2-40B4-BE49-F238E27FC236}">
                <a16:creationId xmlns:a16="http://schemas.microsoft.com/office/drawing/2014/main" id="{F56CAC22-EBE7-3EC7-3A66-409CA05F88F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6" name="Espace réservé pour une image  15">
            <a:extLst>
              <a:ext uri="{FF2B5EF4-FFF2-40B4-BE49-F238E27FC236}">
                <a16:creationId xmlns:a16="http://schemas.microsoft.com/office/drawing/2014/main" id="{B3879EEF-579C-D169-D135-7D2433A9BC9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3 columns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628B738-8B40-AD43-8D61-43B8999394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Photos can be change</a:t>
            </a:r>
          </a:p>
        </p:txBody>
      </p:sp>
      <p:sp>
        <p:nvSpPr>
          <p:cNvPr id="64" name="Titre 1">
            <a:extLst>
              <a:ext uri="{FF2B5EF4-FFF2-40B4-BE49-F238E27FC236}">
                <a16:creationId xmlns:a16="http://schemas.microsoft.com/office/drawing/2014/main" id="{B00C55D4-641A-EC4B-8A53-05899940313B}"/>
              </a:ext>
            </a:extLst>
          </p:cNvPr>
          <p:cNvSpPr txBox="1">
            <a:spLocks/>
          </p:cNvSpPr>
          <p:nvPr/>
        </p:nvSpPr>
        <p:spPr>
          <a:xfrm>
            <a:off x="265733" y="2113493"/>
            <a:ext cx="2690081" cy="611063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200" b="1" kern="0" cap="all" spc="150" noProof="0" dirty="0">
                <a:solidFill>
                  <a:schemeClr val="accent5">
                    <a:lumMod val="50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OUR positioning</a:t>
            </a:r>
            <a:endParaRPr lang="en-US" sz="1000" b="1" kern="0" cap="all" spc="150" noProof="0" dirty="0">
              <a:solidFill>
                <a:schemeClr val="accent5">
                  <a:lumMod val="50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6" name="Titre 1">
            <a:extLst>
              <a:ext uri="{FF2B5EF4-FFF2-40B4-BE49-F238E27FC236}">
                <a16:creationId xmlns:a16="http://schemas.microsoft.com/office/drawing/2014/main" id="{39A899DC-D1FF-7240-9C1D-4DA6ABE5FE10}"/>
              </a:ext>
            </a:extLst>
          </p:cNvPr>
          <p:cNvSpPr txBox="1">
            <a:spLocks/>
          </p:cNvSpPr>
          <p:nvPr/>
        </p:nvSpPr>
        <p:spPr>
          <a:xfrm>
            <a:off x="3228106" y="2113493"/>
            <a:ext cx="2685875" cy="611063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200" b="1" kern="0" cap="all" spc="150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OUR OBJECTIVES</a:t>
            </a:r>
            <a:endParaRPr lang="en-US" sz="1000" b="1" kern="0" cap="all" spc="150" noProof="0" dirty="0">
              <a:solidFill>
                <a:schemeClr val="accent4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8" name="Titre 1">
            <a:extLst>
              <a:ext uri="{FF2B5EF4-FFF2-40B4-BE49-F238E27FC236}">
                <a16:creationId xmlns:a16="http://schemas.microsoft.com/office/drawing/2014/main" id="{93DDECDD-6CCC-8C42-803E-963D96D158F2}"/>
              </a:ext>
            </a:extLst>
          </p:cNvPr>
          <p:cNvSpPr txBox="1">
            <a:spLocks/>
          </p:cNvSpPr>
          <p:nvPr/>
        </p:nvSpPr>
        <p:spPr>
          <a:xfrm>
            <a:off x="6189598" y="2113493"/>
            <a:ext cx="2685875" cy="611060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200" b="1" kern="0" cap="all" spc="150" noProof="0" dirty="0">
                <a:solidFill>
                  <a:srgbClr val="00B0F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OUR VISION</a:t>
            </a:r>
            <a:endParaRPr lang="en-US" sz="1000" b="1" kern="0" cap="all" spc="150" noProof="0" dirty="0">
              <a:solidFill>
                <a:srgbClr val="00B0F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9" name="Titre 1">
            <a:extLst>
              <a:ext uri="{FF2B5EF4-FFF2-40B4-BE49-F238E27FC236}">
                <a16:creationId xmlns:a16="http://schemas.microsoft.com/office/drawing/2014/main" id="{D1FB2640-FF2F-4B47-A708-48B6936D3928}"/>
              </a:ext>
            </a:extLst>
          </p:cNvPr>
          <p:cNvSpPr txBox="1">
            <a:spLocks/>
          </p:cNvSpPr>
          <p:nvPr/>
        </p:nvSpPr>
        <p:spPr>
          <a:xfrm>
            <a:off x="386130" y="2862031"/>
            <a:ext cx="2491639" cy="966797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itre 1">
            <a:extLst>
              <a:ext uri="{FF2B5EF4-FFF2-40B4-BE49-F238E27FC236}">
                <a16:creationId xmlns:a16="http://schemas.microsoft.com/office/drawing/2014/main" id="{F3390729-2500-B348-96C6-A276D2FB89A1}"/>
              </a:ext>
            </a:extLst>
          </p:cNvPr>
          <p:cNvSpPr txBox="1">
            <a:spLocks/>
          </p:cNvSpPr>
          <p:nvPr/>
        </p:nvSpPr>
        <p:spPr>
          <a:xfrm>
            <a:off x="3320728" y="2864084"/>
            <a:ext cx="2491639" cy="1778189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itre 1">
            <a:extLst>
              <a:ext uri="{FF2B5EF4-FFF2-40B4-BE49-F238E27FC236}">
                <a16:creationId xmlns:a16="http://schemas.microsoft.com/office/drawing/2014/main" id="{79F690BE-993A-754D-B32F-0278B439621E}"/>
              </a:ext>
            </a:extLst>
          </p:cNvPr>
          <p:cNvSpPr txBox="1">
            <a:spLocks/>
          </p:cNvSpPr>
          <p:nvPr/>
        </p:nvSpPr>
        <p:spPr>
          <a:xfrm>
            <a:off x="6248401" y="2864084"/>
            <a:ext cx="2491639" cy="1778190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Прямая соединительная линия 9">
            <a:extLst>
              <a:ext uri="{FF2B5EF4-FFF2-40B4-BE49-F238E27FC236}">
                <a16:creationId xmlns:a16="http://schemas.microsoft.com/office/drawing/2014/main" id="{577F3E91-5189-9656-0FCC-94DD3DFDD846}"/>
              </a:ext>
            </a:extLst>
          </p:cNvPr>
          <p:cNvCxnSpPr>
            <a:cxnSpLocks/>
          </p:cNvCxnSpPr>
          <p:nvPr/>
        </p:nvCxnSpPr>
        <p:spPr>
          <a:xfrm>
            <a:off x="386130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9">
            <a:extLst>
              <a:ext uri="{FF2B5EF4-FFF2-40B4-BE49-F238E27FC236}">
                <a16:creationId xmlns:a16="http://schemas.microsoft.com/office/drawing/2014/main" id="{5E35E9EE-BECB-065D-4936-C4036A8C6F5E}"/>
              </a:ext>
            </a:extLst>
          </p:cNvPr>
          <p:cNvCxnSpPr>
            <a:cxnSpLocks/>
          </p:cNvCxnSpPr>
          <p:nvPr/>
        </p:nvCxnSpPr>
        <p:spPr>
          <a:xfrm>
            <a:off x="3320729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9">
            <a:extLst>
              <a:ext uri="{FF2B5EF4-FFF2-40B4-BE49-F238E27FC236}">
                <a16:creationId xmlns:a16="http://schemas.microsoft.com/office/drawing/2014/main" id="{AFBB21E6-09FA-2291-F156-5AF9922CEFC3}"/>
              </a:ext>
            </a:extLst>
          </p:cNvPr>
          <p:cNvCxnSpPr>
            <a:cxnSpLocks/>
          </p:cNvCxnSpPr>
          <p:nvPr/>
        </p:nvCxnSpPr>
        <p:spPr>
          <a:xfrm>
            <a:off x="6344665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173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car driving on a road&#10;&#10;AI-generated content may be incorrect.">
            <a:extLst>
              <a:ext uri="{FF2B5EF4-FFF2-40B4-BE49-F238E27FC236}">
                <a16:creationId xmlns:a16="http://schemas.microsoft.com/office/drawing/2014/main" id="{DFD939F1-C0CF-D553-115D-C69B9B918188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" r="37"/>
          <a:stretch/>
        </p:blipFill>
        <p:spPr>
          <a:prstGeom prst="rect">
            <a:avLst/>
          </a:prstGeom>
        </p:spPr>
      </p:pic>
      <p:pic>
        <p:nvPicPr>
          <p:cNvPr id="11" name="Picture Placeholder 10" descr="A aerial view of a highway&#10;&#10;AI-generated content may be incorrect.">
            <a:extLst>
              <a:ext uri="{FF2B5EF4-FFF2-40B4-BE49-F238E27FC236}">
                <a16:creationId xmlns:a16="http://schemas.microsoft.com/office/drawing/2014/main" id="{EB807B62-4E17-FF46-0BE4-A21E89186225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7" name="Picture Placeholder 6" descr="A car on a road&#10;&#10;AI-generated content may be incorrect.">
            <a:extLst>
              <a:ext uri="{FF2B5EF4-FFF2-40B4-BE49-F238E27FC236}">
                <a16:creationId xmlns:a16="http://schemas.microsoft.com/office/drawing/2014/main" id="{DCBF9CC1-11C4-4CE7-F0FB-58095D47C0B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9" name="Espace réservé pour une image  31" descr="Une image contenant léger, capture d’écran, Caractère coloré, art&#10;&#10;Le contenu généré par l’IA peut être incorrect.">
            <a:extLst>
              <a:ext uri="{FF2B5EF4-FFF2-40B4-BE49-F238E27FC236}">
                <a16:creationId xmlns:a16="http://schemas.microsoft.com/office/drawing/2014/main" id="{61C1E83C-B578-B753-92EA-81E841F1AB6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DEC2C57F-E648-2749-4F74-5B4A4148445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8" imgW="592" imgH="591" progId="TCLayout.ActiveDocument.1">
                  <p:embed/>
                </p:oleObj>
              </mc:Choice>
              <mc:Fallback>
                <p:oleObj name="Diapositive think-cell" r:id="rId8" imgW="592" imgH="591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C2C57F-E648-2749-4F74-5B4A414844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AB5BB633-71C3-D902-D30E-15EABD00F8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Title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4DBA25DD-B337-640F-5ED8-2F67F5EAFE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22C68-58B2-74AC-132B-90711B23E760}"/>
              </a:ext>
            </a:extLst>
          </p:cNvPr>
          <p:cNvSpPr/>
          <p:nvPr/>
        </p:nvSpPr>
        <p:spPr>
          <a:xfrm>
            <a:off x="-30036" y="1217223"/>
            <a:ext cx="4572000" cy="1013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dolor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,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consectetur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adipiscing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A6F626-F9AC-BA00-7116-04935B5AB37F}"/>
              </a:ext>
            </a:extLst>
          </p:cNvPr>
          <p:cNvSpPr/>
          <p:nvPr/>
        </p:nvSpPr>
        <p:spPr>
          <a:xfrm>
            <a:off x="4562747" y="1217223"/>
            <a:ext cx="4572000" cy="1013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dolor sit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endParaRPr lang="en-US" sz="2700" b="1" noProof="0" dirty="0">
              <a:solidFill>
                <a:schemeClr val="bg1"/>
              </a:solidFill>
              <a:effectLst>
                <a:outerShdw blurRad="508000" dist="38100" dir="2700000" sx="101000" sy="101000" algn="tl" rotWithShape="0">
                  <a:srgbClr val="00031F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25E974-DE46-4D2B-14B9-DBD18B1BFF65}"/>
              </a:ext>
            </a:extLst>
          </p:cNvPr>
          <p:cNvSpPr/>
          <p:nvPr/>
        </p:nvSpPr>
        <p:spPr>
          <a:xfrm>
            <a:off x="-30036" y="3475514"/>
            <a:ext cx="4572000" cy="1013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consectetur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  <a:p>
            <a:pPr algn="ctr">
              <a:lnSpc>
                <a:spcPct val="85000"/>
              </a:lnSpc>
            </a:pP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adipiscing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0F5D68-D99D-5551-989D-2C8A3BFEB624}"/>
              </a:ext>
            </a:extLst>
          </p:cNvPr>
          <p:cNvSpPr/>
          <p:nvPr/>
        </p:nvSpPr>
        <p:spPr>
          <a:xfrm>
            <a:off x="4562747" y="3475514"/>
            <a:ext cx="4572000" cy="1013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dolor sit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consectetur</a:t>
            </a:r>
            <a:endParaRPr lang="en-US" sz="2700" b="1" noProof="0" dirty="0">
              <a:solidFill>
                <a:schemeClr val="bg1"/>
              </a:solidFill>
              <a:effectLst>
                <a:outerShdw blurRad="508000" dist="38100" dir="2700000" sx="101000" sy="101000" algn="tl" rotWithShape="0">
                  <a:srgbClr val="00031F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16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27" grpId="0"/>
      <p:bldP spid="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Espace réservé pour une image  30">
            <a:extLst>
              <a:ext uri="{FF2B5EF4-FFF2-40B4-BE49-F238E27FC236}">
                <a16:creationId xmlns:a16="http://schemas.microsoft.com/office/drawing/2014/main" id="{7D23B8C2-F00E-2DAE-8701-48497A07DD6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2DA32013-A1D4-D24C-67AB-4447086527C9}"/>
              </a:ext>
            </a:extLst>
          </p:cNvPr>
          <p:cNvPicPr>
            <a:picLocks noGrp="1" noChangeAspect="1" noChangeArrowheads="1"/>
          </p:cNvPicPr>
          <p:nvPr>
            <p:ph type="pic" sz="quarter" idx="16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prstGeom prst="rect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65D7BF88-4532-16C4-1E48-883E18EC846C}"/>
              </a:ext>
            </a:extLst>
          </p:cNvPr>
          <p:cNvPicPr>
            <a:picLocks noGrp="1" noChangeAspect="1" noChangeArrowheads="1"/>
          </p:cNvPicPr>
          <p:nvPr>
            <p:ph type="pic" sz="quarter" idx="17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>
            <a:extLst>
              <a:ext uri="{FF2B5EF4-FFF2-40B4-BE49-F238E27FC236}">
                <a16:creationId xmlns:a16="http://schemas.microsoft.com/office/drawing/2014/main" id="{AD579773-7401-5B61-BA20-E8049D6822BF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>
            <a:extLst>
              <a:ext uri="{FF2B5EF4-FFF2-40B4-BE49-F238E27FC236}">
                <a16:creationId xmlns:a16="http://schemas.microsoft.com/office/drawing/2014/main" id="{CF46ABCB-201C-DD2D-DD15-CB8776B1E962}"/>
              </a:ext>
            </a:extLst>
          </p:cNvPr>
          <p:cNvPicPr>
            <a:picLocks noGrp="1" noChangeAspect="1" noChangeArrowheads="1"/>
          </p:cNvPicPr>
          <p:nvPr>
            <p:ph type="pic" sz="quarter" idx="1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>
            <a:extLst>
              <a:ext uri="{FF2B5EF4-FFF2-40B4-BE49-F238E27FC236}">
                <a16:creationId xmlns:a16="http://schemas.microsoft.com/office/drawing/2014/main" id="{BB4E071B-68E3-534D-4ABF-9DE244D6C4F2}"/>
              </a:ext>
            </a:extLst>
          </p:cNvPr>
          <p:cNvPicPr>
            <a:picLocks noGrp="1" noChangeAspect="1" noChangeArrowheads="1"/>
          </p:cNvPicPr>
          <p:nvPr>
            <p:ph type="pic" sz="quarter" idx="21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B8B0CEF-D45F-264A-A57F-DD6BF24E84F0}"/>
              </a:ext>
            </a:extLst>
          </p:cNvPr>
          <p:cNvSpPr/>
          <p:nvPr/>
        </p:nvSpPr>
        <p:spPr>
          <a:xfrm>
            <a:off x="389131" y="1203217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ADB37C-FDE4-0021-A6E8-D88565DF7E92}"/>
              </a:ext>
            </a:extLst>
          </p:cNvPr>
          <p:cNvSpPr/>
          <p:nvPr/>
        </p:nvSpPr>
        <p:spPr>
          <a:xfrm>
            <a:off x="3217391" y="1203217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E1DF5-CCA9-B110-30C6-554BCAC85344}"/>
              </a:ext>
            </a:extLst>
          </p:cNvPr>
          <p:cNvSpPr/>
          <p:nvPr/>
        </p:nvSpPr>
        <p:spPr>
          <a:xfrm>
            <a:off x="6035019" y="1203217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21F55E-1CF2-FB6A-7EC9-01EE6E53693B}"/>
              </a:ext>
            </a:extLst>
          </p:cNvPr>
          <p:cNvSpPr/>
          <p:nvPr/>
        </p:nvSpPr>
        <p:spPr>
          <a:xfrm>
            <a:off x="389131" y="3231242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C5C221-C3AB-5456-9589-49F12872920C}"/>
              </a:ext>
            </a:extLst>
          </p:cNvPr>
          <p:cNvSpPr/>
          <p:nvPr/>
        </p:nvSpPr>
        <p:spPr>
          <a:xfrm>
            <a:off x="3217391" y="3231242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1940B9-A4D3-9742-163C-07242EE6943F}"/>
              </a:ext>
            </a:extLst>
          </p:cNvPr>
          <p:cNvSpPr/>
          <p:nvPr/>
        </p:nvSpPr>
        <p:spPr>
          <a:xfrm>
            <a:off x="6035019" y="3231242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EAC4B4-98C4-FB2B-8F38-70B739FC93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C1DE376-FBCD-7246-8774-4C1DD7DC4A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5A6B8EED-B4DC-A375-D9C1-8ED842EF5980}"/>
              </a:ext>
            </a:extLst>
          </p:cNvPr>
          <p:cNvSpPr/>
          <p:nvPr/>
        </p:nvSpPr>
        <p:spPr>
          <a:xfrm>
            <a:off x="1020537" y="2180218"/>
            <a:ext cx="1404257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endParaRPr lang="en-US" sz="675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2BADAE7-2FC2-B605-1997-C1935B8FBECC}"/>
              </a:ext>
            </a:extLst>
          </p:cNvPr>
          <p:cNvSpPr/>
          <p:nvPr/>
        </p:nvSpPr>
        <p:spPr>
          <a:xfrm>
            <a:off x="3845380" y="2180218"/>
            <a:ext cx="1404257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5BABFB3-6FD5-D968-0C9C-6E51869493D3}"/>
              </a:ext>
            </a:extLst>
          </p:cNvPr>
          <p:cNvSpPr/>
          <p:nvPr/>
        </p:nvSpPr>
        <p:spPr>
          <a:xfrm>
            <a:off x="6719208" y="2180218"/>
            <a:ext cx="1404257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0766E49-4841-9160-639A-5F3B8073BBC5}"/>
              </a:ext>
            </a:extLst>
          </p:cNvPr>
          <p:cNvSpPr/>
          <p:nvPr/>
        </p:nvSpPr>
        <p:spPr>
          <a:xfrm>
            <a:off x="909017" y="4270275"/>
            <a:ext cx="1643495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29DC3B9-538A-1328-2C54-C2328800F92E}"/>
              </a:ext>
            </a:extLst>
          </p:cNvPr>
          <p:cNvSpPr/>
          <p:nvPr/>
        </p:nvSpPr>
        <p:spPr>
          <a:xfrm>
            <a:off x="3331029" y="4270275"/>
            <a:ext cx="2457450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xxx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D04EE72-17B9-206A-8CDA-1C2FAC2136D1}"/>
              </a:ext>
            </a:extLst>
          </p:cNvPr>
          <p:cNvSpPr/>
          <p:nvPr/>
        </p:nvSpPr>
        <p:spPr>
          <a:xfrm>
            <a:off x="6719208" y="4270275"/>
            <a:ext cx="1404257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750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BD7CBD13-41CB-0ADE-D6FB-1B4336624036}"/>
              </a:ext>
            </a:extLst>
          </p:cNvPr>
          <p:cNvGrpSpPr/>
          <p:nvPr/>
        </p:nvGrpSpPr>
        <p:grpSpPr>
          <a:xfrm>
            <a:off x="2020439" y="2456238"/>
            <a:ext cx="324677" cy="2554810"/>
            <a:chOff x="8512838" y="923538"/>
            <a:chExt cx="686772" cy="16474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1F8C66F-A175-7623-9293-C768EAF77B71}"/>
                </a:ext>
              </a:extLst>
            </p:cNvPr>
            <p:cNvSpPr/>
            <p:nvPr/>
          </p:nvSpPr>
          <p:spPr>
            <a:xfrm>
              <a:off x="8754395" y="1007810"/>
              <a:ext cx="367666" cy="15107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E088AE-4150-10FC-DB6E-B6F9863FBCE2}"/>
                </a:ext>
              </a:extLst>
            </p:cNvPr>
            <p:cNvSpPr/>
            <p:nvPr/>
          </p:nvSpPr>
          <p:spPr>
            <a:xfrm>
              <a:off x="8512838" y="923538"/>
              <a:ext cx="686772" cy="16474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ADC7F00C-C3D6-D330-AC5C-A938CF16B209}"/>
              </a:ext>
            </a:extLst>
          </p:cNvPr>
          <p:cNvGrpSpPr/>
          <p:nvPr/>
        </p:nvGrpSpPr>
        <p:grpSpPr>
          <a:xfrm>
            <a:off x="4298222" y="2456238"/>
            <a:ext cx="324677" cy="2554810"/>
            <a:chOff x="8512838" y="923538"/>
            <a:chExt cx="686772" cy="1647426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E9FADD5-0F8F-8F9F-148E-3DACCEBA968E}"/>
                </a:ext>
              </a:extLst>
            </p:cNvPr>
            <p:cNvSpPr/>
            <p:nvPr/>
          </p:nvSpPr>
          <p:spPr>
            <a:xfrm>
              <a:off x="8754395" y="1007810"/>
              <a:ext cx="367666" cy="15107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139E1DA-732B-0A05-2E6F-4F99E1679F6B}"/>
                </a:ext>
              </a:extLst>
            </p:cNvPr>
            <p:cNvSpPr/>
            <p:nvPr/>
          </p:nvSpPr>
          <p:spPr>
            <a:xfrm>
              <a:off x="8512838" y="923538"/>
              <a:ext cx="686772" cy="16474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2552F7E2-A6BD-4973-6D4E-21FCD6BA405D}"/>
              </a:ext>
            </a:extLst>
          </p:cNvPr>
          <p:cNvGrpSpPr/>
          <p:nvPr/>
        </p:nvGrpSpPr>
        <p:grpSpPr>
          <a:xfrm>
            <a:off x="6608857" y="2456238"/>
            <a:ext cx="324677" cy="2554810"/>
            <a:chOff x="8512838" y="923538"/>
            <a:chExt cx="686772" cy="1647426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DDA2FC8-FCFB-79E4-8EE1-1787A15BAA61}"/>
                </a:ext>
              </a:extLst>
            </p:cNvPr>
            <p:cNvSpPr/>
            <p:nvPr/>
          </p:nvSpPr>
          <p:spPr>
            <a:xfrm>
              <a:off x="8754395" y="1007810"/>
              <a:ext cx="367666" cy="15107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3E90041-1CF6-5020-9871-5A9115612481}"/>
                </a:ext>
              </a:extLst>
            </p:cNvPr>
            <p:cNvSpPr/>
            <p:nvPr/>
          </p:nvSpPr>
          <p:spPr>
            <a:xfrm>
              <a:off x="8512838" y="923538"/>
              <a:ext cx="686772" cy="16474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</p:grp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6E7C05-1771-5FDA-B120-01A503E10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022B694E-4838-5412-52C9-027AE104E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0AC0BF2-9B13-4FB9-9B31-6E7B089C3151}"/>
              </a:ext>
            </a:extLst>
          </p:cNvPr>
          <p:cNvSpPr txBox="1"/>
          <p:nvPr/>
        </p:nvSpPr>
        <p:spPr>
          <a:xfrm>
            <a:off x="76939" y="2759157"/>
            <a:ext cx="2223576" cy="2571750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E8EBDD-720F-83E3-9B0A-54D08AB4A451}"/>
              </a:ext>
            </a:extLst>
          </p:cNvPr>
          <p:cNvSpPr/>
          <p:nvPr/>
        </p:nvSpPr>
        <p:spPr>
          <a:xfrm>
            <a:off x="0" y="726116"/>
            <a:ext cx="2384360" cy="16814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98000" rtlCol="0" anchor="b" anchorCtr="0"/>
          <a:lstStyle/>
          <a:p>
            <a:pPr algn="ctr">
              <a:lnSpc>
                <a:spcPct val="85000"/>
              </a:lnSpc>
            </a:pPr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b="1" noProof="0" dirty="0" err="1">
                <a:solidFill>
                  <a:schemeClr val="accent5"/>
                </a:solidFill>
              </a:rPr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r>
              <a:rPr lang="en-US" sz="1100" noProof="0" dirty="0"/>
              <a:t> ipsum dolor 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5091FFD0-8D49-D16D-0444-C420947EF289}"/>
              </a:ext>
            </a:extLst>
          </p:cNvPr>
          <p:cNvGrpSpPr/>
          <p:nvPr/>
        </p:nvGrpSpPr>
        <p:grpSpPr>
          <a:xfrm>
            <a:off x="914063" y="868992"/>
            <a:ext cx="563863" cy="563863"/>
            <a:chOff x="609600" y="2250572"/>
            <a:chExt cx="683999" cy="683999"/>
          </a:xfrm>
          <a:solidFill>
            <a:schemeClr val="accent5"/>
          </a:solidFill>
        </p:grpSpPr>
        <p:sp>
          <p:nvSpPr>
            <p:cNvPr id="22" name="Graphique 213">
              <a:extLst>
                <a:ext uri="{FF2B5EF4-FFF2-40B4-BE49-F238E27FC236}">
                  <a16:creationId xmlns:a16="http://schemas.microsoft.com/office/drawing/2014/main" id="{7B59E7A3-0FFE-6DEA-9D14-C7F92E979E37}"/>
                </a:ext>
              </a:extLst>
            </p:cNvPr>
            <p:cNvSpPr/>
            <p:nvPr/>
          </p:nvSpPr>
          <p:spPr>
            <a:xfrm>
              <a:off x="785911" y="2870486"/>
              <a:ext cx="27191" cy="26970"/>
            </a:xfrm>
            <a:custGeom>
              <a:avLst/>
              <a:gdLst>
                <a:gd name="connsiteX0" fmla="*/ 20020 w 27191"/>
                <a:gd name="connsiteY0" fmla="*/ 1769 h 26970"/>
                <a:gd name="connsiteX1" fmla="*/ 19554 w 27191"/>
                <a:gd name="connsiteY1" fmla="*/ 1525 h 26970"/>
                <a:gd name="connsiteX2" fmla="*/ 1524 w 27191"/>
                <a:gd name="connsiteY2" fmla="*/ 7172 h 26970"/>
                <a:gd name="connsiteX3" fmla="*/ 7171 w 27191"/>
                <a:gd name="connsiteY3" fmla="*/ 25201 h 26970"/>
                <a:gd name="connsiteX4" fmla="*/ 7637 w 27191"/>
                <a:gd name="connsiteY4" fmla="*/ 25446 h 26970"/>
                <a:gd name="connsiteX5" fmla="*/ 13818 w 27191"/>
                <a:gd name="connsiteY5" fmla="*/ 26970 h 26970"/>
                <a:gd name="connsiteX6" fmla="*/ 25667 w 27191"/>
                <a:gd name="connsiteY6" fmla="*/ 19799 h 26970"/>
                <a:gd name="connsiteX7" fmla="*/ 20020 w 27191"/>
                <a:gd name="connsiteY7" fmla="*/ 1769 h 26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191" h="26970">
                  <a:moveTo>
                    <a:pt x="20020" y="1769"/>
                  </a:moveTo>
                  <a:lnTo>
                    <a:pt x="19554" y="1525"/>
                  </a:lnTo>
                  <a:cubicBezTo>
                    <a:pt x="13016" y="-1895"/>
                    <a:pt x="4943" y="632"/>
                    <a:pt x="1524" y="7172"/>
                  </a:cubicBezTo>
                  <a:cubicBezTo>
                    <a:pt x="-1896" y="13710"/>
                    <a:pt x="633" y="21781"/>
                    <a:pt x="7171" y="25201"/>
                  </a:cubicBezTo>
                  <a:lnTo>
                    <a:pt x="7637" y="25446"/>
                  </a:lnTo>
                  <a:cubicBezTo>
                    <a:pt x="9615" y="26480"/>
                    <a:pt x="11731" y="26970"/>
                    <a:pt x="13818" y="26970"/>
                  </a:cubicBezTo>
                  <a:cubicBezTo>
                    <a:pt x="18631" y="26970"/>
                    <a:pt x="23281" y="24361"/>
                    <a:pt x="25667" y="19799"/>
                  </a:cubicBezTo>
                  <a:cubicBezTo>
                    <a:pt x="29087" y="13261"/>
                    <a:pt x="26558" y="5189"/>
                    <a:pt x="20020" y="1769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3" name="Graphique 213">
              <a:extLst>
                <a:ext uri="{FF2B5EF4-FFF2-40B4-BE49-F238E27FC236}">
                  <a16:creationId xmlns:a16="http://schemas.microsoft.com/office/drawing/2014/main" id="{90F6C735-610B-043C-DF28-5BE5E375E203}"/>
                </a:ext>
              </a:extLst>
            </p:cNvPr>
            <p:cNvSpPr/>
            <p:nvPr/>
          </p:nvSpPr>
          <p:spPr>
            <a:xfrm>
              <a:off x="1078490" y="2281918"/>
              <a:ext cx="27146" cy="26925"/>
            </a:xfrm>
            <a:custGeom>
              <a:avLst/>
              <a:gdLst>
                <a:gd name="connsiteX0" fmla="*/ 19556 w 27146"/>
                <a:gd name="connsiteY0" fmla="*/ 1514 h 26925"/>
                <a:gd name="connsiteX1" fmla="*/ 19067 w 27146"/>
                <a:gd name="connsiteY1" fmla="*/ 1282 h 26925"/>
                <a:gd name="connsiteX2" fmla="*/ 1282 w 27146"/>
                <a:gd name="connsiteY2" fmla="*/ 7657 h 26925"/>
                <a:gd name="connsiteX3" fmla="*/ 7658 w 27146"/>
                <a:gd name="connsiteY3" fmla="*/ 25442 h 26925"/>
                <a:gd name="connsiteX4" fmla="*/ 8014 w 27146"/>
                <a:gd name="connsiteY4" fmla="*/ 25611 h 26925"/>
                <a:gd name="connsiteX5" fmla="*/ 13776 w 27146"/>
                <a:gd name="connsiteY5" fmla="*/ 26925 h 26925"/>
                <a:gd name="connsiteX6" fmla="*/ 25833 w 27146"/>
                <a:gd name="connsiteY6" fmla="*/ 19335 h 26925"/>
                <a:gd name="connsiteX7" fmla="*/ 19556 w 27146"/>
                <a:gd name="connsiteY7" fmla="*/ 1514 h 26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146" h="26925">
                  <a:moveTo>
                    <a:pt x="19556" y="1514"/>
                  </a:moveTo>
                  <a:lnTo>
                    <a:pt x="19067" y="1282"/>
                  </a:lnTo>
                  <a:cubicBezTo>
                    <a:pt x="12396" y="-1868"/>
                    <a:pt x="4433" y="987"/>
                    <a:pt x="1282" y="7657"/>
                  </a:cubicBezTo>
                  <a:cubicBezTo>
                    <a:pt x="-1868" y="14329"/>
                    <a:pt x="987" y="22291"/>
                    <a:pt x="7658" y="25442"/>
                  </a:cubicBezTo>
                  <a:lnTo>
                    <a:pt x="8014" y="25611"/>
                  </a:lnTo>
                  <a:cubicBezTo>
                    <a:pt x="9876" y="26502"/>
                    <a:pt x="11840" y="26925"/>
                    <a:pt x="13776" y="26925"/>
                  </a:cubicBezTo>
                  <a:cubicBezTo>
                    <a:pt x="18756" y="26925"/>
                    <a:pt x="23537" y="24127"/>
                    <a:pt x="25833" y="19335"/>
                  </a:cubicBezTo>
                  <a:cubicBezTo>
                    <a:pt x="29020" y="12682"/>
                    <a:pt x="26211" y="4702"/>
                    <a:pt x="19556" y="1514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4" name="Graphique 213">
              <a:extLst>
                <a:ext uri="{FF2B5EF4-FFF2-40B4-BE49-F238E27FC236}">
                  <a16:creationId xmlns:a16="http://schemas.microsoft.com/office/drawing/2014/main" id="{EB300D9E-5453-051B-9B71-980BED26435D}"/>
                </a:ext>
              </a:extLst>
            </p:cNvPr>
            <p:cNvSpPr/>
            <p:nvPr/>
          </p:nvSpPr>
          <p:spPr>
            <a:xfrm>
              <a:off x="1138583" y="2314787"/>
              <a:ext cx="155016" cy="430957"/>
            </a:xfrm>
            <a:custGeom>
              <a:avLst/>
              <a:gdLst>
                <a:gd name="connsiteX0" fmla="*/ 84057 w 155016"/>
                <a:gd name="connsiteY0" fmla="*/ 69235 h 430957"/>
                <a:gd name="connsiteX1" fmla="*/ 77519 w 155016"/>
                <a:gd name="connsiteY1" fmla="*/ 13282 h 430957"/>
                <a:gd name="connsiteX2" fmla="*/ 13282 w 155016"/>
                <a:gd name="connsiteY2" fmla="*/ 13282 h 430957"/>
                <a:gd name="connsiteX3" fmla="*/ 13282 w 155016"/>
                <a:gd name="connsiteY3" fmla="*/ 77519 h 430957"/>
                <a:gd name="connsiteX4" fmla="*/ 45401 w 155016"/>
                <a:gd name="connsiteY4" fmla="*/ 90801 h 430957"/>
                <a:gd name="connsiteX5" fmla="*/ 63914 w 155016"/>
                <a:gd name="connsiteY5" fmla="*/ 86868 h 430957"/>
                <a:gd name="connsiteX6" fmla="*/ 128298 w 155016"/>
                <a:gd name="connsiteY6" fmla="*/ 277784 h 430957"/>
                <a:gd name="connsiteX7" fmla="*/ 98431 w 155016"/>
                <a:gd name="connsiteY7" fmla="*/ 411904 h 430957"/>
                <a:gd name="connsiteX8" fmla="*/ 104827 w 155016"/>
                <a:gd name="connsiteY8" fmla="*/ 429682 h 430957"/>
                <a:gd name="connsiteX9" fmla="*/ 110509 w 155016"/>
                <a:gd name="connsiteY9" fmla="*/ 430957 h 430957"/>
                <a:gd name="connsiteX10" fmla="*/ 122604 w 155016"/>
                <a:gd name="connsiteY10" fmla="*/ 423285 h 430957"/>
                <a:gd name="connsiteX11" fmla="*/ 155017 w 155016"/>
                <a:gd name="connsiteY11" fmla="*/ 277784 h 430957"/>
                <a:gd name="connsiteX12" fmla="*/ 84057 w 155016"/>
                <a:gd name="connsiteY12" fmla="*/ 69235 h 430957"/>
                <a:gd name="connsiteX13" fmla="*/ 58625 w 155016"/>
                <a:gd name="connsiteY13" fmla="*/ 58625 h 430957"/>
                <a:gd name="connsiteX14" fmla="*/ 58447 w 155016"/>
                <a:gd name="connsiteY14" fmla="*/ 58785 h 430957"/>
                <a:gd name="connsiteX15" fmla="*/ 58427 w 155016"/>
                <a:gd name="connsiteY15" fmla="*/ 58800 h 430957"/>
                <a:gd name="connsiteX16" fmla="*/ 57993 w 155016"/>
                <a:gd name="connsiteY16" fmla="*/ 59195 h 430957"/>
                <a:gd name="connsiteX17" fmla="*/ 32176 w 155016"/>
                <a:gd name="connsiteY17" fmla="*/ 58625 h 430957"/>
                <a:gd name="connsiteX18" fmla="*/ 32176 w 155016"/>
                <a:gd name="connsiteY18" fmla="*/ 32175 h 430957"/>
                <a:gd name="connsiteX19" fmla="*/ 45401 w 155016"/>
                <a:gd name="connsiteY19" fmla="*/ 26705 h 430957"/>
                <a:gd name="connsiteX20" fmla="*/ 58625 w 155016"/>
                <a:gd name="connsiteY20" fmla="*/ 32175 h 430957"/>
                <a:gd name="connsiteX21" fmla="*/ 58625 w 155016"/>
                <a:gd name="connsiteY21" fmla="*/ 58625 h 430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5016" h="430957">
                  <a:moveTo>
                    <a:pt x="84057" y="69235"/>
                  </a:moveTo>
                  <a:cubicBezTo>
                    <a:pt x="94849" y="51732"/>
                    <a:pt x="92678" y="28441"/>
                    <a:pt x="77519" y="13282"/>
                  </a:cubicBezTo>
                  <a:cubicBezTo>
                    <a:pt x="59809" y="-4427"/>
                    <a:pt x="30992" y="-4427"/>
                    <a:pt x="13282" y="13282"/>
                  </a:cubicBezTo>
                  <a:cubicBezTo>
                    <a:pt x="-4427" y="30992"/>
                    <a:pt x="-4427" y="59809"/>
                    <a:pt x="13282" y="77519"/>
                  </a:cubicBezTo>
                  <a:cubicBezTo>
                    <a:pt x="22136" y="86374"/>
                    <a:pt x="33768" y="90801"/>
                    <a:pt x="45401" y="90801"/>
                  </a:cubicBezTo>
                  <a:cubicBezTo>
                    <a:pt x="51721" y="90801"/>
                    <a:pt x="58038" y="89482"/>
                    <a:pt x="63914" y="86868"/>
                  </a:cubicBezTo>
                  <a:cubicBezTo>
                    <a:pt x="105506" y="141508"/>
                    <a:pt x="128298" y="208835"/>
                    <a:pt x="128298" y="277784"/>
                  </a:cubicBezTo>
                  <a:cubicBezTo>
                    <a:pt x="128298" y="324685"/>
                    <a:pt x="118249" y="369810"/>
                    <a:pt x="98431" y="411904"/>
                  </a:cubicBezTo>
                  <a:cubicBezTo>
                    <a:pt x="95287" y="418580"/>
                    <a:pt x="98151" y="426539"/>
                    <a:pt x="104827" y="429682"/>
                  </a:cubicBezTo>
                  <a:cubicBezTo>
                    <a:pt x="106667" y="430547"/>
                    <a:pt x="108602" y="430957"/>
                    <a:pt x="110509" y="430957"/>
                  </a:cubicBezTo>
                  <a:cubicBezTo>
                    <a:pt x="115523" y="430957"/>
                    <a:pt x="120328" y="428121"/>
                    <a:pt x="122604" y="423285"/>
                  </a:cubicBezTo>
                  <a:cubicBezTo>
                    <a:pt x="144112" y="377604"/>
                    <a:pt x="155017" y="328650"/>
                    <a:pt x="155017" y="277784"/>
                  </a:cubicBezTo>
                  <a:cubicBezTo>
                    <a:pt x="155017" y="202383"/>
                    <a:pt x="129883" y="128768"/>
                    <a:pt x="84057" y="69235"/>
                  </a:cubicBezTo>
                  <a:close/>
                  <a:moveTo>
                    <a:pt x="58625" y="58625"/>
                  </a:moveTo>
                  <a:cubicBezTo>
                    <a:pt x="58567" y="58682"/>
                    <a:pt x="58505" y="58729"/>
                    <a:pt x="58447" y="58785"/>
                  </a:cubicBezTo>
                  <a:cubicBezTo>
                    <a:pt x="58441" y="58791"/>
                    <a:pt x="58434" y="58795"/>
                    <a:pt x="58427" y="58800"/>
                  </a:cubicBezTo>
                  <a:cubicBezTo>
                    <a:pt x="58275" y="58926"/>
                    <a:pt x="58139" y="59064"/>
                    <a:pt x="57993" y="59195"/>
                  </a:cubicBezTo>
                  <a:cubicBezTo>
                    <a:pt x="50665" y="65891"/>
                    <a:pt x="39265" y="65715"/>
                    <a:pt x="32176" y="58625"/>
                  </a:cubicBezTo>
                  <a:cubicBezTo>
                    <a:pt x="24883" y="51333"/>
                    <a:pt x="24883" y="39468"/>
                    <a:pt x="32176" y="32175"/>
                  </a:cubicBezTo>
                  <a:cubicBezTo>
                    <a:pt x="35822" y="28529"/>
                    <a:pt x="40611" y="26705"/>
                    <a:pt x="45401" y="26705"/>
                  </a:cubicBezTo>
                  <a:cubicBezTo>
                    <a:pt x="50190" y="26705"/>
                    <a:pt x="54979" y="28529"/>
                    <a:pt x="58625" y="32175"/>
                  </a:cubicBezTo>
                  <a:cubicBezTo>
                    <a:pt x="65918" y="39466"/>
                    <a:pt x="65918" y="51332"/>
                    <a:pt x="58625" y="58625"/>
                  </a:cubicBezTo>
                  <a:close/>
                </a:path>
              </a:pathLst>
            </a:custGeom>
            <a:solidFill>
              <a:schemeClr val="bg1"/>
            </a:solidFill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5" name="Graphique 213">
              <a:extLst>
                <a:ext uri="{FF2B5EF4-FFF2-40B4-BE49-F238E27FC236}">
                  <a16:creationId xmlns:a16="http://schemas.microsoft.com/office/drawing/2014/main" id="{24C4F94E-9AAD-CC8A-C33A-9CFF3002FEE8}"/>
                </a:ext>
              </a:extLst>
            </p:cNvPr>
            <p:cNvSpPr/>
            <p:nvPr/>
          </p:nvSpPr>
          <p:spPr>
            <a:xfrm>
              <a:off x="609600" y="2448565"/>
              <a:ext cx="155016" cy="421790"/>
            </a:xfrm>
            <a:custGeom>
              <a:avLst/>
              <a:gdLst>
                <a:gd name="connsiteX0" fmla="*/ 141735 w 155016"/>
                <a:gd name="connsiteY0" fmla="*/ 344271 h 421790"/>
                <a:gd name="connsiteX1" fmla="*/ 91103 w 155016"/>
                <a:gd name="connsiteY1" fmla="*/ 334923 h 421790"/>
                <a:gd name="connsiteX2" fmla="*/ 26719 w 155016"/>
                <a:gd name="connsiteY2" fmla="*/ 144006 h 421790"/>
                <a:gd name="connsiteX3" fmla="*/ 52612 w 155016"/>
                <a:gd name="connsiteY3" fmla="*/ 18678 h 421790"/>
                <a:gd name="connsiteX4" fmla="*/ 45672 w 155016"/>
                <a:gd name="connsiteY4" fmla="*/ 1105 h 421790"/>
                <a:gd name="connsiteX5" fmla="*/ 28099 w 155016"/>
                <a:gd name="connsiteY5" fmla="*/ 8045 h 421790"/>
                <a:gd name="connsiteX6" fmla="*/ 0 w 155016"/>
                <a:gd name="connsiteY6" fmla="*/ 144006 h 421790"/>
                <a:gd name="connsiteX7" fmla="*/ 70960 w 155016"/>
                <a:gd name="connsiteY7" fmla="*/ 352556 h 421790"/>
                <a:gd name="connsiteX8" fmla="*/ 77498 w 155016"/>
                <a:gd name="connsiteY8" fmla="*/ 408509 h 421790"/>
                <a:gd name="connsiteX9" fmla="*/ 109616 w 155016"/>
                <a:gd name="connsiteY9" fmla="*/ 421791 h 421790"/>
                <a:gd name="connsiteX10" fmla="*/ 141735 w 155016"/>
                <a:gd name="connsiteY10" fmla="*/ 408509 h 421790"/>
                <a:gd name="connsiteX11" fmla="*/ 141735 w 155016"/>
                <a:gd name="connsiteY11" fmla="*/ 344271 h 421790"/>
                <a:gd name="connsiteX12" fmla="*/ 122841 w 155016"/>
                <a:gd name="connsiteY12" fmla="*/ 389616 h 421790"/>
                <a:gd name="connsiteX13" fmla="*/ 96391 w 155016"/>
                <a:gd name="connsiteY13" fmla="*/ 389616 h 421790"/>
                <a:gd name="connsiteX14" fmla="*/ 96391 w 155016"/>
                <a:gd name="connsiteY14" fmla="*/ 363166 h 421790"/>
                <a:gd name="connsiteX15" fmla="*/ 96567 w 155016"/>
                <a:gd name="connsiteY15" fmla="*/ 363007 h 421790"/>
                <a:gd name="connsiteX16" fmla="*/ 96588 w 155016"/>
                <a:gd name="connsiteY16" fmla="*/ 362991 h 421790"/>
                <a:gd name="connsiteX17" fmla="*/ 97022 w 155016"/>
                <a:gd name="connsiteY17" fmla="*/ 362595 h 421790"/>
                <a:gd name="connsiteX18" fmla="*/ 109616 w 155016"/>
                <a:gd name="connsiteY18" fmla="*/ 357695 h 421790"/>
                <a:gd name="connsiteX19" fmla="*/ 122841 w 155016"/>
                <a:gd name="connsiteY19" fmla="*/ 363164 h 421790"/>
                <a:gd name="connsiteX20" fmla="*/ 122841 w 155016"/>
                <a:gd name="connsiteY20" fmla="*/ 389616 h 421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016" h="421790">
                  <a:moveTo>
                    <a:pt x="141735" y="344271"/>
                  </a:moveTo>
                  <a:cubicBezTo>
                    <a:pt x="128067" y="330606"/>
                    <a:pt x="107790" y="327496"/>
                    <a:pt x="91103" y="334923"/>
                  </a:cubicBezTo>
                  <a:cubicBezTo>
                    <a:pt x="49511" y="280283"/>
                    <a:pt x="26719" y="212955"/>
                    <a:pt x="26719" y="144006"/>
                  </a:cubicBezTo>
                  <a:cubicBezTo>
                    <a:pt x="26719" y="100455"/>
                    <a:pt x="35430" y="58289"/>
                    <a:pt x="52612" y="18678"/>
                  </a:cubicBezTo>
                  <a:cubicBezTo>
                    <a:pt x="55548" y="11909"/>
                    <a:pt x="52441" y="4042"/>
                    <a:pt x="45672" y="1105"/>
                  </a:cubicBezTo>
                  <a:cubicBezTo>
                    <a:pt x="38905" y="-1827"/>
                    <a:pt x="31037" y="1276"/>
                    <a:pt x="28099" y="8045"/>
                  </a:cubicBezTo>
                  <a:cubicBezTo>
                    <a:pt x="9454" y="51032"/>
                    <a:pt x="0" y="96776"/>
                    <a:pt x="0" y="144006"/>
                  </a:cubicBezTo>
                  <a:cubicBezTo>
                    <a:pt x="0" y="219408"/>
                    <a:pt x="25134" y="293022"/>
                    <a:pt x="70960" y="352556"/>
                  </a:cubicBezTo>
                  <a:cubicBezTo>
                    <a:pt x="60168" y="370059"/>
                    <a:pt x="62339" y="393350"/>
                    <a:pt x="77498" y="408509"/>
                  </a:cubicBezTo>
                  <a:cubicBezTo>
                    <a:pt x="86352" y="417363"/>
                    <a:pt x="97984" y="421791"/>
                    <a:pt x="109616" y="421791"/>
                  </a:cubicBezTo>
                  <a:cubicBezTo>
                    <a:pt x="121248" y="421791"/>
                    <a:pt x="132880" y="417363"/>
                    <a:pt x="141735" y="408509"/>
                  </a:cubicBezTo>
                  <a:cubicBezTo>
                    <a:pt x="159444" y="390798"/>
                    <a:pt x="159444" y="361982"/>
                    <a:pt x="141735" y="344271"/>
                  </a:cubicBezTo>
                  <a:close/>
                  <a:moveTo>
                    <a:pt x="122841" y="389616"/>
                  </a:moveTo>
                  <a:cubicBezTo>
                    <a:pt x="115549" y="396909"/>
                    <a:pt x="103682" y="396909"/>
                    <a:pt x="96391" y="389616"/>
                  </a:cubicBezTo>
                  <a:cubicBezTo>
                    <a:pt x="89098" y="382324"/>
                    <a:pt x="89098" y="370458"/>
                    <a:pt x="96391" y="363166"/>
                  </a:cubicBezTo>
                  <a:cubicBezTo>
                    <a:pt x="96447" y="363109"/>
                    <a:pt x="96509" y="363063"/>
                    <a:pt x="96567" y="363007"/>
                  </a:cubicBezTo>
                  <a:cubicBezTo>
                    <a:pt x="96574" y="363001"/>
                    <a:pt x="96582" y="362996"/>
                    <a:pt x="96588" y="362991"/>
                  </a:cubicBezTo>
                  <a:cubicBezTo>
                    <a:pt x="96741" y="362865"/>
                    <a:pt x="96877" y="362726"/>
                    <a:pt x="97022" y="362595"/>
                  </a:cubicBezTo>
                  <a:cubicBezTo>
                    <a:pt x="100583" y="359343"/>
                    <a:pt x="105094" y="357695"/>
                    <a:pt x="109616" y="357695"/>
                  </a:cubicBezTo>
                  <a:cubicBezTo>
                    <a:pt x="114406" y="357695"/>
                    <a:pt x="119195" y="359518"/>
                    <a:pt x="122841" y="363164"/>
                  </a:cubicBezTo>
                  <a:cubicBezTo>
                    <a:pt x="130134" y="370457"/>
                    <a:pt x="130134" y="382323"/>
                    <a:pt x="122841" y="389616"/>
                  </a:cubicBezTo>
                  <a:close/>
                </a:path>
              </a:pathLst>
            </a:custGeom>
            <a:solidFill>
              <a:schemeClr val="bg1"/>
            </a:solidFill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6" name="Graphique 213">
              <a:extLst>
                <a:ext uri="{FF2B5EF4-FFF2-40B4-BE49-F238E27FC236}">
                  <a16:creationId xmlns:a16="http://schemas.microsoft.com/office/drawing/2014/main" id="{97355651-7A82-3527-6433-022B585764F3}"/>
                </a:ext>
              </a:extLst>
            </p:cNvPr>
            <p:cNvSpPr/>
            <p:nvPr/>
          </p:nvSpPr>
          <p:spPr>
            <a:xfrm>
              <a:off x="828158" y="2779555"/>
              <a:ext cx="401226" cy="155016"/>
            </a:xfrm>
            <a:custGeom>
              <a:avLst/>
              <a:gdLst>
                <a:gd name="connsiteX0" fmla="*/ 387944 w 401226"/>
                <a:gd name="connsiteY0" fmla="*/ 13282 h 155016"/>
                <a:gd name="connsiteX1" fmla="*/ 323707 w 401226"/>
                <a:gd name="connsiteY1" fmla="*/ 13282 h 155016"/>
                <a:gd name="connsiteX2" fmla="*/ 314358 w 401226"/>
                <a:gd name="connsiteY2" fmla="*/ 63914 h 155016"/>
                <a:gd name="connsiteX3" fmla="*/ 123442 w 401226"/>
                <a:gd name="connsiteY3" fmla="*/ 128298 h 155016"/>
                <a:gd name="connsiteX4" fmla="*/ 17836 w 401226"/>
                <a:gd name="connsiteY4" fmla="*/ 110179 h 155016"/>
                <a:gd name="connsiteX5" fmla="*/ 775 w 401226"/>
                <a:gd name="connsiteY5" fmla="*/ 118292 h 155016"/>
                <a:gd name="connsiteX6" fmla="*/ 8888 w 401226"/>
                <a:gd name="connsiteY6" fmla="*/ 135353 h 155016"/>
                <a:gd name="connsiteX7" fmla="*/ 123442 w 401226"/>
                <a:gd name="connsiteY7" fmla="*/ 155017 h 155016"/>
                <a:gd name="connsiteX8" fmla="*/ 331991 w 401226"/>
                <a:gd name="connsiteY8" fmla="*/ 84057 h 155016"/>
                <a:gd name="connsiteX9" fmla="*/ 355826 w 401226"/>
                <a:gd name="connsiteY9" fmla="*/ 90801 h 155016"/>
                <a:gd name="connsiteX10" fmla="*/ 387944 w 401226"/>
                <a:gd name="connsiteY10" fmla="*/ 77519 h 155016"/>
                <a:gd name="connsiteX11" fmla="*/ 387944 w 401226"/>
                <a:gd name="connsiteY11" fmla="*/ 13282 h 155016"/>
                <a:gd name="connsiteX12" fmla="*/ 369051 w 401226"/>
                <a:gd name="connsiteY12" fmla="*/ 58626 h 155016"/>
                <a:gd name="connsiteX13" fmla="*/ 342601 w 401226"/>
                <a:gd name="connsiteY13" fmla="*/ 58626 h 155016"/>
                <a:gd name="connsiteX14" fmla="*/ 342441 w 401226"/>
                <a:gd name="connsiteY14" fmla="*/ 58449 h 155016"/>
                <a:gd name="connsiteX15" fmla="*/ 342426 w 401226"/>
                <a:gd name="connsiteY15" fmla="*/ 58429 h 155016"/>
                <a:gd name="connsiteX16" fmla="*/ 342031 w 401226"/>
                <a:gd name="connsiteY16" fmla="*/ 57994 h 155016"/>
                <a:gd name="connsiteX17" fmla="*/ 342601 w 401226"/>
                <a:gd name="connsiteY17" fmla="*/ 32176 h 155016"/>
                <a:gd name="connsiteX18" fmla="*/ 355826 w 401226"/>
                <a:gd name="connsiteY18" fmla="*/ 26707 h 155016"/>
                <a:gd name="connsiteX19" fmla="*/ 369050 w 401226"/>
                <a:gd name="connsiteY19" fmla="*/ 32176 h 155016"/>
                <a:gd name="connsiteX20" fmla="*/ 369051 w 401226"/>
                <a:gd name="connsiteY20" fmla="*/ 58626 h 155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1226" h="155016">
                  <a:moveTo>
                    <a:pt x="387944" y="13282"/>
                  </a:moveTo>
                  <a:cubicBezTo>
                    <a:pt x="370234" y="-4427"/>
                    <a:pt x="341418" y="-4427"/>
                    <a:pt x="323707" y="13282"/>
                  </a:cubicBezTo>
                  <a:cubicBezTo>
                    <a:pt x="310040" y="26949"/>
                    <a:pt x="306932" y="47227"/>
                    <a:pt x="314358" y="63914"/>
                  </a:cubicBezTo>
                  <a:cubicBezTo>
                    <a:pt x="259718" y="105506"/>
                    <a:pt x="192391" y="128298"/>
                    <a:pt x="123442" y="128298"/>
                  </a:cubicBezTo>
                  <a:cubicBezTo>
                    <a:pt x="87195" y="128298"/>
                    <a:pt x="51663" y="122202"/>
                    <a:pt x="17836" y="110179"/>
                  </a:cubicBezTo>
                  <a:cubicBezTo>
                    <a:pt x="10884" y="107707"/>
                    <a:pt x="3245" y="111340"/>
                    <a:pt x="775" y="118292"/>
                  </a:cubicBezTo>
                  <a:cubicBezTo>
                    <a:pt x="-1695" y="125244"/>
                    <a:pt x="1936" y="132883"/>
                    <a:pt x="8888" y="135353"/>
                  </a:cubicBezTo>
                  <a:cubicBezTo>
                    <a:pt x="45596" y="148401"/>
                    <a:pt x="84137" y="155017"/>
                    <a:pt x="123442" y="155017"/>
                  </a:cubicBezTo>
                  <a:cubicBezTo>
                    <a:pt x="198844" y="155017"/>
                    <a:pt x="272458" y="129883"/>
                    <a:pt x="331991" y="84057"/>
                  </a:cubicBezTo>
                  <a:cubicBezTo>
                    <a:pt x="339271" y="88545"/>
                    <a:pt x="347546" y="90801"/>
                    <a:pt x="355826" y="90801"/>
                  </a:cubicBezTo>
                  <a:cubicBezTo>
                    <a:pt x="367458" y="90801"/>
                    <a:pt x="379090" y="86374"/>
                    <a:pt x="387944" y="77519"/>
                  </a:cubicBezTo>
                  <a:cubicBezTo>
                    <a:pt x="405653" y="59809"/>
                    <a:pt x="405653" y="30992"/>
                    <a:pt x="387944" y="13282"/>
                  </a:cubicBezTo>
                  <a:close/>
                  <a:moveTo>
                    <a:pt x="369051" y="58626"/>
                  </a:moveTo>
                  <a:cubicBezTo>
                    <a:pt x="361760" y="65919"/>
                    <a:pt x="349893" y="65919"/>
                    <a:pt x="342601" y="58626"/>
                  </a:cubicBezTo>
                  <a:cubicBezTo>
                    <a:pt x="342544" y="58569"/>
                    <a:pt x="342497" y="58506"/>
                    <a:pt x="342441" y="58449"/>
                  </a:cubicBezTo>
                  <a:cubicBezTo>
                    <a:pt x="342436" y="58442"/>
                    <a:pt x="342432" y="58435"/>
                    <a:pt x="342426" y="58429"/>
                  </a:cubicBezTo>
                  <a:cubicBezTo>
                    <a:pt x="342301" y="58276"/>
                    <a:pt x="342162" y="58140"/>
                    <a:pt x="342031" y="57994"/>
                  </a:cubicBezTo>
                  <a:cubicBezTo>
                    <a:pt x="335335" y="50664"/>
                    <a:pt x="335511" y="39265"/>
                    <a:pt x="342601" y="32176"/>
                  </a:cubicBezTo>
                  <a:cubicBezTo>
                    <a:pt x="346247" y="28530"/>
                    <a:pt x="351036" y="26707"/>
                    <a:pt x="355826" y="26707"/>
                  </a:cubicBezTo>
                  <a:cubicBezTo>
                    <a:pt x="360615" y="26707"/>
                    <a:pt x="365404" y="28530"/>
                    <a:pt x="369050" y="32176"/>
                  </a:cubicBezTo>
                  <a:cubicBezTo>
                    <a:pt x="376344" y="39468"/>
                    <a:pt x="376344" y="51333"/>
                    <a:pt x="369051" y="58626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7" name="Graphique 213">
              <a:extLst>
                <a:ext uri="{FF2B5EF4-FFF2-40B4-BE49-F238E27FC236}">
                  <a16:creationId xmlns:a16="http://schemas.microsoft.com/office/drawing/2014/main" id="{48FE6900-620D-B57A-61D6-A35C02EA0FE2}"/>
                </a:ext>
              </a:extLst>
            </p:cNvPr>
            <p:cNvSpPr/>
            <p:nvPr/>
          </p:nvSpPr>
          <p:spPr>
            <a:xfrm>
              <a:off x="673815" y="2250572"/>
              <a:ext cx="387980" cy="155016"/>
            </a:xfrm>
            <a:custGeom>
              <a:avLst/>
              <a:gdLst>
                <a:gd name="connsiteX0" fmla="*/ 378550 w 387980"/>
                <a:gd name="connsiteY0" fmla="*/ 15092 h 155016"/>
                <a:gd name="connsiteX1" fmla="*/ 277784 w 387980"/>
                <a:gd name="connsiteY1" fmla="*/ 0 h 155016"/>
                <a:gd name="connsiteX2" fmla="*/ 69235 w 387980"/>
                <a:gd name="connsiteY2" fmla="*/ 70960 h 155016"/>
                <a:gd name="connsiteX3" fmla="*/ 13282 w 387980"/>
                <a:gd name="connsiteY3" fmla="*/ 77498 h 155016"/>
                <a:gd name="connsiteX4" fmla="*/ 13282 w 387980"/>
                <a:gd name="connsiteY4" fmla="*/ 141735 h 155016"/>
                <a:gd name="connsiteX5" fmla="*/ 45401 w 387980"/>
                <a:gd name="connsiteY5" fmla="*/ 155017 h 155016"/>
                <a:gd name="connsiteX6" fmla="*/ 77519 w 387980"/>
                <a:gd name="connsiteY6" fmla="*/ 141735 h 155016"/>
                <a:gd name="connsiteX7" fmla="*/ 86868 w 387980"/>
                <a:gd name="connsiteY7" fmla="*/ 91103 h 155016"/>
                <a:gd name="connsiteX8" fmla="*/ 277784 w 387980"/>
                <a:gd name="connsiteY8" fmla="*/ 26719 h 155016"/>
                <a:gd name="connsiteX9" fmla="*/ 370687 w 387980"/>
                <a:gd name="connsiteY9" fmla="*/ 40627 h 155016"/>
                <a:gd name="connsiteX10" fmla="*/ 387386 w 387980"/>
                <a:gd name="connsiteY10" fmla="*/ 31791 h 155016"/>
                <a:gd name="connsiteX11" fmla="*/ 378550 w 387980"/>
                <a:gd name="connsiteY11" fmla="*/ 15092 h 155016"/>
                <a:gd name="connsiteX12" fmla="*/ 58624 w 387980"/>
                <a:gd name="connsiteY12" fmla="*/ 122842 h 155016"/>
                <a:gd name="connsiteX13" fmla="*/ 32173 w 387980"/>
                <a:gd name="connsiteY13" fmla="*/ 122842 h 155016"/>
                <a:gd name="connsiteX14" fmla="*/ 32175 w 387980"/>
                <a:gd name="connsiteY14" fmla="*/ 96391 h 155016"/>
                <a:gd name="connsiteX15" fmla="*/ 45399 w 387980"/>
                <a:gd name="connsiteY15" fmla="*/ 90921 h 155016"/>
                <a:gd name="connsiteX16" fmla="*/ 58624 w 387980"/>
                <a:gd name="connsiteY16" fmla="*/ 96391 h 155016"/>
                <a:gd name="connsiteX17" fmla="*/ 58784 w 387980"/>
                <a:gd name="connsiteY17" fmla="*/ 96568 h 155016"/>
                <a:gd name="connsiteX18" fmla="*/ 58799 w 387980"/>
                <a:gd name="connsiteY18" fmla="*/ 96588 h 155016"/>
                <a:gd name="connsiteX19" fmla="*/ 58952 w 387980"/>
                <a:gd name="connsiteY19" fmla="*/ 96755 h 155016"/>
                <a:gd name="connsiteX20" fmla="*/ 58624 w 387980"/>
                <a:gd name="connsiteY20" fmla="*/ 122842 h 155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87980" h="155016">
                  <a:moveTo>
                    <a:pt x="378550" y="15092"/>
                  </a:moveTo>
                  <a:cubicBezTo>
                    <a:pt x="346028" y="5078"/>
                    <a:pt x="312126" y="0"/>
                    <a:pt x="277784" y="0"/>
                  </a:cubicBezTo>
                  <a:cubicBezTo>
                    <a:pt x="202383" y="0"/>
                    <a:pt x="128768" y="25134"/>
                    <a:pt x="69235" y="70960"/>
                  </a:cubicBezTo>
                  <a:cubicBezTo>
                    <a:pt x="51732" y="60168"/>
                    <a:pt x="28441" y="62340"/>
                    <a:pt x="13282" y="77498"/>
                  </a:cubicBezTo>
                  <a:cubicBezTo>
                    <a:pt x="-4427" y="95208"/>
                    <a:pt x="-4427" y="124024"/>
                    <a:pt x="13282" y="141735"/>
                  </a:cubicBezTo>
                  <a:cubicBezTo>
                    <a:pt x="22136" y="150590"/>
                    <a:pt x="33768" y="155017"/>
                    <a:pt x="45401" y="155017"/>
                  </a:cubicBezTo>
                  <a:cubicBezTo>
                    <a:pt x="57033" y="155017"/>
                    <a:pt x="68665" y="150590"/>
                    <a:pt x="77519" y="141735"/>
                  </a:cubicBezTo>
                  <a:cubicBezTo>
                    <a:pt x="91186" y="128068"/>
                    <a:pt x="94294" y="107790"/>
                    <a:pt x="86868" y="91103"/>
                  </a:cubicBezTo>
                  <a:cubicBezTo>
                    <a:pt x="141508" y="49511"/>
                    <a:pt x="208835" y="26719"/>
                    <a:pt x="277784" y="26719"/>
                  </a:cubicBezTo>
                  <a:cubicBezTo>
                    <a:pt x="309457" y="26719"/>
                    <a:pt x="340714" y="31399"/>
                    <a:pt x="370687" y="40627"/>
                  </a:cubicBezTo>
                  <a:cubicBezTo>
                    <a:pt x="377735" y="42797"/>
                    <a:pt x="385215" y="38844"/>
                    <a:pt x="387386" y="31791"/>
                  </a:cubicBezTo>
                  <a:cubicBezTo>
                    <a:pt x="389557" y="24740"/>
                    <a:pt x="385601" y="17263"/>
                    <a:pt x="378550" y="15092"/>
                  </a:cubicBezTo>
                  <a:close/>
                  <a:moveTo>
                    <a:pt x="58624" y="122842"/>
                  </a:moveTo>
                  <a:cubicBezTo>
                    <a:pt x="51332" y="130135"/>
                    <a:pt x="39465" y="130135"/>
                    <a:pt x="32173" y="122842"/>
                  </a:cubicBezTo>
                  <a:cubicBezTo>
                    <a:pt x="24882" y="115549"/>
                    <a:pt x="24882" y="103683"/>
                    <a:pt x="32175" y="96391"/>
                  </a:cubicBezTo>
                  <a:cubicBezTo>
                    <a:pt x="35820" y="92745"/>
                    <a:pt x="40610" y="90921"/>
                    <a:pt x="45399" y="90921"/>
                  </a:cubicBezTo>
                  <a:cubicBezTo>
                    <a:pt x="50189" y="90921"/>
                    <a:pt x="54978" y="92745"/>
                    <a:pt x="58624" y="96391"/>
                  </a:cubicBezTo>
                  <a:cubicBezTo>
                    <a:pt x="58681" y="96448"/>
                    <a:pt x="58728" y="96511"/>
                    <a:pt x="58784" y="96568"/>
                  </a:cubicBezTo>
                  <a:cubicBezTo>
                    <a:pt x="58789" y="96575"/>
                    <a:pt x="58793" y="96582"/>
                    <a:pt x="58799" y="96588"/>
                  </a:cubicBezTo>
                  <a:cubicBezTo>
                    <a:pt x="58847" y="96647"/>
                    <a:pt x="58903" y="96696"/>
                    <a:pt x="58952" y="96755"/>
                  </a:cubicBezTo>
                  <a:cubicBezTo>
                    <a:pt x="65898" y="104072"/>
                    <a:pt x="65799" y="115667"/>
                    <a:pt x="58624" y="122842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8" name="Graphique 213">
              <a:extLst>
                <a:ext uri="{FF2B5EF4-FFF2-40B4-BE49-F238E27FC236}">
                  <a16:creationId xmlns:a16="http://schemas.microsoft.com/office/drawing/2014/main" id="{CB6FDD07-60A9-19A3-E2B7-43EB6B78A2E7}"/>
                </a:ext>
              </a:extLst>
            </p:cNvPr>
            <p:cNvSpPr/>
            <p:nvPr/>
          </p:nvSpPr>
          <p:spPr>
            <a:xfrm>
              <a:off x="697813" y="2338785"/>
              <a:ext cx="507576" cy="507573"/>
            </a:xfrm>
            <a:custGeom>
              <a:avLst/>
              <a:gdLst>
                <a:gd name="connsiteX0" fmla="*/ 507544 w 507576"/>
                <a:gd name="connsiteY0" fmla="*/ 209987 h 507573"/>
                <a:gd name="connsiteX1" fmla="*/ 494185 w 507576"/>
                <a:gd name="connsiteY1" fmla="*/ 196633 h 507573"/>
                <a:gd name="connsiteX2" fmla="*/ 466855 w 507576"/>
                <a:gd name="connsiteY2" fmla="*/ 196633 h 507573"/>
                <a:gd name="connsiteX3" fmla="*/ 444832 w 507576"/>
                <a:gd name="connsiteY3" fmla="*/ 143441 h 507573"/>
                <a:gd name="connsiteX4" fmla="*/ 464157 w 507576"/>
                <a:gd name="connsiteY4" fmla="*/ 124117 h 507573"/>
                <a:gd name="connsiteX5" fmla="*/ 464157 w 507576"/>
                <a:gd name="connsiteY5" fmla="*/ 105222 h 507573"/>
                <a:gd name="connsiteX6" fmla="*/ 402350 w 507576"/>
                <a:gd name="connsiteY6" fmla="*/ 43417 h 507573"/>
                <a:gd name="connsiteX7" fmla="*/ 383456 w 507576"/>
                <a:gd name="connsiteY7" fmla="*/ 43417 h 507573"/>
                <a:gd name="connsiteX8" fmla="*/ 364131 w 507576"/>
                <a:gd name="connsiteY8" fmla="*/ 62741 h 507573"/>
                <a:gd name="connsiteX9" fmla="*/ 310939 w 507576"/>
                <a:gd name="connsiteY9" fmla="*/ 40718 h 507573"/>
                <a:gd name="connsiteX10" fmla="*/ 310939 w 507576"/>
                <a:gd name="connsiteY10" fmla="*/ 13391 h 507573"/>
                <a:gd name="connsiteX11" fmla="*/ 297585 w 507576"/>
                <a:gd name="connsiteY11" fmla="*/ 32 h 507573"/>
                <a:gd name="connsiteX12" fmla="*/ 210176 w 507576"/>
                <a:gd name="connsiteY12" fmla="*/ 0 h 507573"/>
                <a:gd name="connsiteX13" fmla="*/ 210171 w 507576"/>
                <a:gd name="connsiteY13" fmla="*/ 0 h 507573"/>
                <a:gd name="connsiteX14" fmla="*/ 200726 w 507576"/>
                <a:gd name="connsiteY14" fmla="*/ 3912 h 507573"/>
                <a:gd name="connsiteX15" fmla="*/ 196812 w 507576"/>
                <a:gd name="connsiteY15" fmla="*/ 13359 h 507573"/>
                <a:gd name="connsiteX16" fmla="*/ 196812 w 507576"/>
                <a:gd name="connsiteY16" fmla="*/ 40718 h 507573"/>
                <a:gd name="connsiteX17" fmla="*/ 143617 w 507576"/>
                <a:gd name="connsiteY17" fmla="*/ 62741 h 507573"/>
                <a:gd name="connsiteX18" fmla="*/ 124222 w 507576"/>
                <a:gd name="connsiteY18" fmla="*/ 43346 h 507573"/>
                <a:gd name="connsiteX19" fmla="*/ 105333 w 507576"/>
                <a:gd name="connsiteY19" fmla="*/ 43340 h 507573"/>
                <a:gd name="connsiteX20" fmla="*/ 43491 w 507576"/>
                <a:gd name="connsiteY20" fmla="*/ 105114 h 507573"/>
                <a:gd name="connsiteX21" fmla="*/ 39573 w 507576"/>
                <a:gd name="connsiteY21" fmla="*/ 114562 h 507573"/>
                <a:gd name="connsiteX22" fmla="*/ 43486 w 507576"/>
                <a:gd name="connsiteY22" fmla="*/ 124012 h 507573"/>
                <a:gd name="connsiteX23" fmla="*/ 62915 w 507576"/>
                <a:gd name="connsiteY23" fmla="*/ 143441 h 507573"/>
                <a:gd name="connsiteX24" fmla="*/ 40890 w 507576"/>
                <a:gd name="connsiteY24" fmla="*/ 196635 h 507573"/>
                <a:gd name="connsiteX25" fmla="*/ 13391 w 507576"/>
                <a:gd name="connsiteY25" fmla="*/ 196635 h 507573"/>
                <a:gd name="connsiteX26" fmla="*/ 32 w 507576"/>
                <a:gd name="connsiteY26" fmla="*/ 209989 h 507573"/>
                <a:gd name="connsiteX27" fmla="*/ 0 w 507576"/>
                <a:gd name="connsiteY27" fmla="*/ 297398 h 507573"/>
                <a:gd name="connsiteX28" fmla="*/ 3912 w 507576"/>
                <a:gd name="connsiteY28" fmla="*/ 306849 h 507573"/>
                <a:gd name="connsiteX29" fmla="*/ 13359 w 507576"/>
                <a:gd name="connsiteY29" fmla="*/ 310763 h 507573"/>
                <a:gd name="connsiteX30" fmla="*/ 40893 w 507576"/>
                <a:gd name="connsiteY30" fmla="*/ 310763 h 507573"/>
                <a:gd name="connsiteX31" fmla="*/ 62917 w 507576"/>
                <a:gd name="connsiteY31" fmla="*/ 363959 h 507573"/>
                <a:gd name="connsiteX32" fmla="*/ 43417 w 507576"/>
                <a:gd name="connsiteY32" fmla="*/ 383457 h 507573"/>
                <a:gd name="connsiteX33" fmla="*/ 43417 w 507576"/>
                <a:gd name="connsiteY33" fmla="*/ 402351 h 507573"/>
                <a:gd name="connsiteX34" fmla="*/ 105224 w 507576"/>
                <a:gd name="connsiteY34" fmla="*/ 464158 h 507573"/>
                <a:gd name="connsiteX35" fmla="*/ 124118 w 507576"/>
                <a:gd name="connsiteY35" fmla="*/ 464158 h 507573"/>
                <a:gd name="connsiteX36" fmla="*/ 143617 w 507576"/>
                <a:gd name="connsiteY36" fmla="*/ 444657 h 507573"/>
                <a:gd name="connsiteX37" fmla="*/ 196813 w 507576"/>
                <a:gd name="connsiteY37" fmla="*/ 466680 h 507573"/>
                <a:gd name="connsiteX38" fmla="*/ 196813 w 507576"/>
                <a:gd name="connsiteY38" fmla="*/ 494214 h 507573"/>
                <a:gd name="connsiteX39" fmla="*/ 200727 w 507576"/>
                <a:gd name="connsiteY39" fmla="*/ 503662 h 507573"/>
                <a:gd name="connsiteX40" fmla="*/ 210172 w 507576"/>
                <a:gd name="connsiteY40" fmla="*/ 507573 h 507573"/>
                <a:gd name="connsiteX41" fmla="*/ 210178 w 507576"/>
                <a:gd name="connsiteY41" fmla="*/ 507573 h 507573"/>
                <a:gd name="connsiteX42" fmla="*/ 297587 w 507576"/>
                <a:gd name="connsiteY42" fmla="*/ 507541 h 507573"/>
                <a:gd name="connsiteX43" fmla="*/ 310941 w 507576"/>
                <a:gd name="connsiteY43" fmla="*/ 494182 h 507573"/>
                <a:gd name="connsiteX44" fmla="*/ 310941 w 507576"/>
                <a:gd name="connsiteY44" fmla="*/ 466680 h 507573"/>
                <a:gd name="connsiteX45" fmla="*/ 364135 w 507576"/>
                <a:gd name="connsiteY45" fmla="*/ 444656 h 507573"/>
                <a:gd name="connsiteX46" fmla="*/ 383564 w 507576"/>
                <a:gd name="connsiteY46" fmla="*/ 464085 h 507573"/>
                <a:gd name="connsiteX47" fmla="*/ 402458 w 507576"/>
                <a:gd name="connsiteY47" fmla="*/ 464085 h 507573"/>
                <a:gd name="connsiteX48" fmla="*/ 464265 w 507576"/>
                <a:gd name="connsiteY48" fmla="*/ 402278 h 507573"/>
                <a:gd name="connsiteX49" fmla="*/ 464265 w 507576"/>
                <a:gd name="connsiteY49" fmla="*/ 383383 h 507573"/>
                <a:gd name="connsiteX50" fmla="*/ 444835 w 507576"/>
                <a:gd name="connsiteY50" fmla="*/ 363955 h 507573"/>
                <a:gd name="connsiteX51" fmla="*/ 466858 w 507576"/>
                <a:gd name="connsiteY51" fmla="*/ 310760 h 507573"/>
                <a:gd name="connsiteX52" fmla="*/ 494217 w 507576"/>
                <a:gd name="connsiteY52" fmla="*/ 310760 h 507573"/>
                <a:gd name="connsiteX53" fmla="*/ 503664 w 507576"/>
                <a:gd name="connsiteY53" fmla="*/ 306846 h 507573"/>
                <a:gd name="connsiteX54" fmla="*/ 507576 w 507576"/>
                <a:gd name="connsiteY54" fmla="*/ 297396 h 507573"/>
                <a:gd name="connsiteX55" fmla="*/ 507544 w 507576"/>
                <a:gd name="connsiteY55" fmla="*/ 209987 h 507573"/>
                <a:gd name="connsiteX56" fmla="*/ 456336 w 507576"/>
                <a:gd name="connsiteY56" fmla="*/ 284044 h 507573"/>
                <a:gd name="connsiteX57" fmla="*/ 443275 w 507576"/>
                <a:gd name="connsiteY57" fmla="*/ 294597 h 507573"/>
                <a:gd name="connsiteX58" fmla="*/ 416728 w 507576"/>
                <a:gd name="connsiteY58" fmla="*/ 358713 h 507573"/>
                <a:gd name="connsiteX59" fmla="*/ 418502 w 507576"/>
                <a:gd name="connsiteY59" fmla="*/ 375410 h 507573"/>
                <a:gd name="connsiteX60" fmla="*/ 435926 w 507576"/>
                <a:gd name="connsiteY60" fmla="*/ 392834 h 507573"/>
                <a:gd name="connsiteX61" fmla="*/ 393011 w 507576"/>
                <a:gd name="connsiteY61" fmla="*/ 435748 h 507573"/>
                <a:gd name="connsiteX62" fmla="*/ 375590 w 507576"/>
                <a:gd name="connsiteY62" fmla="*/ 418325 h 507573"/>
                <a:gd name="connsiteX63" fmla="*/ 358890 w 507576"/>
                <a:gd name="connsiteY63" fmla="*/ 416552 h 507573"/>
                <a:gd name="connsiteX64" fmla="*/ 294775 w 507576"/>
                <a:gd name="connsiteY64" fmla="*/ 443098 h 507573"/>
                <a:gd name="connsiteX65" fmla="*/ 284222 w 507576"/>
                <a:gd name="connsiteY65" fmla="*/ 456160 h 507573"/>
                <a:gd name="connsiteX66" fmla="*/ 284222 w 507576"/>
                <a:gd name="connsiteY66" fmla="*/ 480829 h 507573"/>
                <a:gd name="connsiteX67" fmla="*/ 223532 w 507576"/>
                <a:gd name="connsiteY67" fmla="*/ 480852 h 507573"/>
                <a:gd name="connsiteX68" fmla="*/ 223532 w 507576"/>
                <a:gd name="connsiteY68" fmla="*/ 456161 h 507573"/>
                <a:gd name="connsiteX69" fmla="*/ 212979 w 507576"/>
                <a:gd name="connsiteY69" fmla="*/ 443100 h 507573"/>
                <a:gd name="connsiteX70" fmla="*/ 148864 w 507576"/>
                <a:gd name="connsiteY70" fmla="*/ 416553 h 507573"/>
                <a:gd name="connsiteX71" fmla="*/ 141616 w 507576"/>
                <a:gd name="connsiteY71" fmla="*/ 414413 h 507573"/>
                <a:gd name="connsiteX72" fmla="*/ 132163 w 507576"/>
                <a:gd name="connsiteY72" fmla="*/ 418325 h 507573"/>
                <a:gd name="connsiteX73" fmla="*/ 114670 w 507576"/>
                <a:gd name="connsiteY73" fmla="*/ 435818 h 507573"/>
                <a:gd name="connsiteX74" fmla="*/ 71756 w 507576"/>
                <a:gd name="connsiteY74" fmla="*/ 392903 h 507573"/>
                <a:gd name="connsiteX75" fmla="*/ 89249 w 507576"/>
                <a:gd name="connsiteY75" fmla="*/ 375410 h 507573"/>
                <a:gd name="connsiteX76" fmla="*/ 91023 w 507576"/>
                <a:gd name="connsiteY76" fmla="*/ 358711 h 507573"/>
                <a:gd name="connsiteX77" fmla="*/ 64476 w 507576"/>
                <a:gd name="connsiteY77" fmla="*/ 294596 h 507573"/>
                <a:gd name="connsiteX78" fmla="*/ 51415 w 507576"/>
                <a:gd name="connsiteY78" fmla="*/ 284043 h 507573"/>
                <a:gd name="connsiteX79" fmla="*/ 26724 w 507576"/>
                <a:gd name="connsiteY79" fmla="*/ 284043 h 507573"/>
                <a:gd name="connsiteX80" fmla="*/ 26747 w 507576"/>
                <a:gd name="connsiteY80" fmla="*/ 223353 h 507573"/>
                <a:gd name="connsiteX81" fmla="*/ 51416 w 507576"/>
                <a:gd name="connsiteY81" fmla="*/ 223353 h 507573"/>
                <a:gd name="connsiteX82" fmla="*/ 64478 w 507576"/>
                <a:gd name="connsiteY82" fmla="*/ 212800 h 507573"/>
                <a:gd name="connsiteX83" fmla="*/ 91024 w 507576"/>
                <a:gd name="connsiteY83" fmla="*/ 148685 h 507573"/>
                <a:gd name="connsiteX84" fmla="*/ 89251 w 507576"/>
                <a:gd name="connsiteY84" fmla="*/ 131985 h 507573"/>
                <a:gd name="connsiteX85" fmla="*/ 71833 w 507576"/>
                <a:gd name="connsiteY85" fmla="*/ 114569 h 507573"/>
                <a:gd name="connsiteX86" fmla="*/ 114772 w 507576"/>
                <a:gd name="connsiteY86" fmla="*/ 71678 h 507573"/>
                <a:gd name="connsiteX87" fmla="*/ 132166 w 507576"/>
                <a:gd name="connsiteY87" fmla="*/ 89072 h 507573"/>
                <a:gd name="connsiteX88" fmla="*/ 148864 w 507576"/>
                <a:gd name="connsiteY88" fmla="*/ 90846 h 507573"/>
                <a:gd name="connsiteX89" fmla="*/ 212979 w 507576"/>
                <a:gd name="connsiteY89" fmla="*/ 64300 h 507573"/>
                <a:gd name="connsiteX90" fmla="*/ 223532 w 507576"/>
                <a:gd name="connsiteY90" fmla="*/ 51239 h 507573"/>
                <a:gd name="connsiteX91" fmla="*/ 223532 w 507576"/>
                <a:gd name="connsiteY91" fmla="*/ 26724 h 507573"/>
                <a:gd name="connsiteX92" fmla="*/ 284222 w 507576"/>
                <a:gd name="connsiteY92" fmla="*/ 26747 h 507573"/>
                <a:gd name="connsiteX93" fmla="*/ 284222 w 507576"/>
                <a:gd name="connsiteY93" fmla="*/ 51241 h 507573"/>
                <a:gd name="connsiteX94" fmla="*/ 294775 w 507576"/>
                <a:gd name="connsiteY94" fmla="*/ 64303 h 507573"/>
                <a:gd name="connsiteX95" fmla="*/ 358888 w 507576"/>
                <a:gd name="connsiteY95" fmla="*/ 90849 h 507573"/>
                <a:gd name="connsiteX96" fmla="*/ 375585 w 507576"/>
                <a:gd name="connsiteY96" fmla="*/ 89076 h 507573"/>
                <a:gd name="connsiteX97" fmla="*/ 392903 w 507576"/>
                <a:gd name="connsiteY97" fmla="*/ 71759 h 507573"/>
                <a:gd name="connsiteX98" fmla="*/ 435818 w 507576"/>
                <a:gd name="connsiteY98" fmla="*/ 114673 h 507573"/>
                <a:gd name="connsiteX99" fmla="*/ 418500 w 507576"/>
                <a:gd name="connsiteY99" fmla="*/ 131991 h 507573"/>
                <a:gd name="connsiteX100" fmla="*/ 416727 w 507576"/>
                <a:gd name="connsiteY100" fmla="*/ 148689 h 507573"/>
                <a:gd name="connsiteX101" fmla="*/ 443273 w 507576"/>
                <a:gd name="connsiteY101" fmla="*/ 212801 h 507573"/>
                <a:gd name="connsiteX102" fmla="*/ 456335 w 507576"/>
                <a:gd name="connsiteY102" fmla="*/ 223354 h 507573"/>
                <a:gd name="connsiteX103" fmla="*/ 480829 w 507576"/>
                <a:gd name="connsiteY103" fmla="*/ 223354 h 507573"/>
                <a:gd name="connsiteX104" fmla="*/ 480852 w 507576"/>
                <a:gd name="connsiteY104" fmla="*/ 284044 h 507573"/>
                <a:gd name="connsiteX105" fmla="*/ 456336 w 507576"/>
                <a:gd name="connsiteY105" fmla="*/ 284044 h 50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507576" h="507573">
                  <a:moveTo>
                    <a:pt x="507544" y="209987"/>
                  </a:moveTo>
                  <a:cubicBezTo>
                    <a:pt x="507541" y="202611"/>
                    <a:pt x="501560" y="196633"/>
                    <a:pt x="494185" y="196633"/>
                  </a:cubicBezTo>
                  <a:lnTo>
                    <a:pt x="466855" y="196633"/>
                  </a:lnTo>
                  <a:cubicBezTo>
                    <a:pt x="461876" y="177962"/>
                    <a:pt x="454499" y="160144"/>
                    <a:pt x="444832" y="143441"/>
                  </a:cubicBezTo>
                  <a:lnTo>
                    <a:pt x="464157" y="124117"/>
                  </a:lnTo>
                  <a:cubicBezTo>
                    <a:pt x="469374" y="118900"/>
                    <a:pt x="469374" y="110441"/>
                    <a:pt x="464157" y="105222"/>
                  </a:cubicBezTo>
                  <a:lnTo>
                    <a:pt x="402350" y="43417"/>
                  </a:lnTo>
                  <a:cubicBezTo>
                    <a:pt x="397133" y="38201"/>
                    <a:pt x="388674" y="38201"/>
                    <a:pt x="383456" y="43417"/>
                  </a:cubicBezTo>
                  <a:lnTo>
                    <a:pt x="364131" y="62741"/>
                  </a:lnTo>
                  <a:cubicBezTo>
                    <a:pt x="347428" y="53073"/>
                    <a:pt x="329611" y="45697"/>
                    <a:pt x="310939" y="40718"/>
                  </a:cubicBezTo>
                  <a:lnTo>
                    <a:pt x="310939" y="13391"/>
                  </a:lnTo>
                  <a:cubicBezTo>
                    <a:pt x="310939" y="6016"/>
                    <a:pt x="304961" y="35"/>
                    <a:pt x="297585" y="32"/>
                  </a:cubicBezTo>
                  <a:lnTo>
                    <a:pt x="210176" y="0"/>
                  </a:lnTo>
                  <a:cubicBezTo>
                    <a:pt x="210175" y="0"/>
                    <a:pt x="210174" y="0"/>
                    <a:pt x="210171" y="0"/>
                  </a:cubicBezTo>
                  <a:cubicBezTo>
                    <a:pt x="206629" y="0"/>
                    <a:pt x="203232" y="1407"/>
                    <a:pt x="200726" y="3912"/>
                  </a:cubicBezTo>
                  <a:cubicBezTo>
                    <a:pt x="198220" y="6417"/>
                    <a:pt x="196812" y="9815"/>
                    <a:pt x="196812" y="13359"/>
                  </a:cubicBezTo>
                  <a:lnTo>
                    <a:pt x="196812" y="40718"/>
                  </a:lnTo>
                  <a:cubicBezTo>
                    <a:pt x="178141" y="45696"/>
                    <a:pt x="160323" y="53073"/>
                    <a:pt x="143617" y="62741"/>
                  </a:cubicBezTo>
                  <a:lnTo>
                    <a:pt x="124222" y="43346"/>
                  </a:lnTo>
                  <a:cubicBezTo>
                    <a:pt x="119005" y="38129"/>
                    <a:pt x="110552" y="38128"/>
                    <a:pt x="105333" y="43340"/>
                  </a:cubicBezTo>
                  <a:lnTo>
                    <a:pt x="43491" y="105114"/>
                  </a:lnTo>
                  <a:cubicBezTo>
                    <a:pt x="40984" y="107619"/>
                    <a:pt x="39574" y="111018"/>
                    <a:pt x="39573" y="114562"/>
                  </a:cubicBezTo>
                  <a:cubicBezTo>
                    <a:pt x="39573" y="118106"/>
                    <a:pt x="40980" y="121506"/>
                    <a:pt x="43486" y="124012"/>
                  </a:cubicBezTo>
                  <a:lnTo>
                    <a:pt x="62915" y="143441"/>
                  </a:lnTo>
                  <a:cubicBezTo>
                    <a:pt x="53246" y="160146"/>
                    <a:pt x="45869" y="177964"/>
                    <a:pt x="40890" y="196635"/>
                  </a:cubicBezTo>
                  <a:lnTo>
                    <a:pt x="13391" y="196635"/>
                  </a:lnTo>
                  <a:cubicBezTo>
                    <a:pt x="6016" y="196635"/>
                    <a:pt x="35" y="202614"/>
                    <a:pt x="32" y="209989"/>
                  </a:cubicBezTo>
                  <a:lnTo>
                    <a:pt x="0" y="297398"/>
                  </a:lnTo>
                  <a:cubicBezTo>
                    <a:pt x="-1" y="300943"/>
                    <a:pt x="1405" y="304343"/>
                    <a:pt x="3912" y="306849"/>
                  </a:cubicBezTo>
                  <a:cubicBezTo>
                    <a:pt x="6418" y="309355"/>
                    <a:pt x="9815" y="310763"/>
                    <a:pt x="13359" y="310763"/>
                  </a:cubicBezTo>
                  <a:lnTo>
                    <a:pt x="40893" y="310763"/>
                  </a:lnTo>
                  <a:cubicBezTo>
                    <a:pt x="45872" y="329436"/>
                    <a:pt x="53249" y="347253"/>
                    <a:pt x="62917" y="363959"/>
                  </a:cubicBezTo>
                  <a:lnTo>
                    <a:pt x="43417" y="383457"/>
                  </a:lnTo>
                  <a:cubicBezTo>
                    <a:pt x="38200" y="388674"/>
                    <a:pt x="38200" y="397133"/>
                    <a:pt x="43417" y="402351"/>
                  </a:cubicBezTo>
                  <a:lnTo>
                    <a:pt x="105224" y="464158"/>
                  </a:lnTo>
                  <a:cubicBezTo>
                    <a:pt x="110441" y="469374"/>
                    <a:pt x="118900" y="469374"/>
                    <a:pt x="124118" y="464158"/>
                  </a:cubicBezTo>
                  <a:lnTo>
                    <a:pt x="143617" y="444657"/>
                  </a:lnTo>
                  <a:cubicBezTo>
                    <a:pt x="160322" y="454326"/>
                    <a:pt x="178141" y="461703"/>
                    <a:pt x="196813" y="466680"/>
                  </a:cubicBezTo>
                  <a:lnTo>
                    <a:pt x="196813" y="494214"/>
                  </a:lnTo>
                  <a:cubicBezTo>
                    <a:pt x="196813" y="497758"/>
                    <a:pt x="198221" y="501157"/>
                    <a:pt x="200727" y="503662"/>
                  </a:cubicBezTo>
                  <a:cubicBezTo>
                    <a:pt x="203232" y="506167"/>
                    <a:pt x="206629" y="507573"/>
                    <a:pt x="210172" y="507573"/>
                  </a:cubicBezTo>
                  <a:cubicBezTo>
                    <a:pt x="210174" y="507573"/>
                    <a:pt x="210175" y="507573"/>
                    <a:pt x="210178" y="507573"/>
                  </a:cubicBezTo>
                  <a:lnTo>
                    <a:pt x="297587" y="507541"/>
                  </a:lnTo>
                  <a:cubicBezTo>
                    <a:pt x="304962" y="507539"/>
                    <a:pt x="310941" y="501558"/>
                    <a:pt x="310941" y="494182"/>
                  </a:cubicBezTo>
                  <a:lnTo>
                    <a:pt x="310941" y="466680"/>
                  </a:lnTo>
                  <a:cubicBezTo>
                    <a:pt x="329612" y="461701"/>
                    <a:pt x="347429" y="454324"/>
                    <a:pt x="364135" y="444656"/>
                  </a:cubicBezTo>
                  <a:lnTo>
                    <a:pt x="383564" y="464085"/>
                  </a:lnTo>
                  <a:cubicBezTo>
                    <a:pt x="388781" y="469300"/>
                    <a:pt x="397240" y="469300"/>
                    <a:pt x="402458" y="464085"/>
                  </a:cubicBezTo>
                  <a:lnTo>
                    <a:pt x="464265" y="402278"/>
                  </a:lnTo>
                  <a:cubicBezTo>
                    <a:pt x="469482" y="397061"/>
                    <a:pt x="469482" y="388602"/>
                    <a:pt x="464265" y="383383"/>
                  </a:cubicBezTo>
                  <a:lnTo>
                    <a:pt x="444835" y="363955"/>
                  </a:lnTo>
                  <a:cubicBezTo>
                    <a:pt x="454503" y="347249"/>
                    <a:pt x="461880" y="329431"/>
                    <a:pt x="466858" y="310760"/>
                  </a:cubicBezTo>
                  <a:lnTo>
                    <a:pt x="494217" y="310760"/>
                  </a:lnTo>
                  <a:cubicBezTo>
                    <a:pt x="497761" y="310760"/>
                    <a:pt x="501160" y="309352"/>
                    <a:pt x="503664" y="306846"/>
                  </a:cubicBezTo>
                  <a:cubicBezTo>
                    <a:pt x="506169" y="304340"/>
                    <a:pt x="507577" y="300940"/>
                    <a:pt x="507576" y="297396"/>
                  </a:cubicBezTo>
                  <a:lnTo>
                    <a:pt x="507544" y="209987"/>
                  </a:lnTo>
                  <a:close/>
                  <a:moveTo>
                    <a:pt x="456336" y="284044"/>
                  </a:moveTo>
                  <a:cubicBezTo>
                    <a:pt x="450040" y="284044"/>
                    <a:pt x="444597" y="288441"/>
                    <a:pt x="443275" y="294597"/>
                  </a:cubicBezTo>
                  <a:cubicBezTo>
                    <a:pt x="438353" y="317500"/>
                    <a:pt x="429422" y="339072"/>
                    <a:pt x="416728" y="358713"/>
                  </a:cubicBezTo>
                  <a:cubicBezTo>
                    <a:pt x="413311" y="364000"/>
                    <a:pt x="414050" y="370958"/>
                    <a:pt x="418502" y="375410"/>
                  </a:cubicBezTo>
                  <a:lnTo>
                    <a:pt x="435926" y="392834"/>
                  </a:lnTo>
                  <a:lnTo>
                    <a:pt x="393011" y="435748"/>
                  </a:lnTo>
                  <a:lnTo>
                    <a:pt x="375590" y="418325"/>
                  </a:lnTo>
                  <a:cubicBezTo>
                    <a:pt x="371137" y="413872"/>
                    <a:pt x="364181" y="413133"/>
                    <a:pt x="358890" y="416552"/>
                  </a:cubicBezTo>
                  <a:cubicBezTo>
                    <a:pt x="339251" y="429245"/>
                    <a:pt x="317679" y="438177"/>
                    <a:pt x="294775" y="443098"/>
                  </a:cubicBezTo>
                  <a:cubicBezTo>
                    <a:pt x="288619" y="444421"/>
                    <a:pt x="284222" y="449862"/>
                    <a:pt x="284222" y="456160"/>
                  </a:cubicBezTo>
                  <a:lnTo>
                    <a:pt x="284222" y="480829"/>
                  </a:lnTo>
                  <a:lnTo>
                    <a:pt x="223532" y="480852"/>
                  </a:lnTo>
                  <a:lnTo>
                    <a:pt x="223532" y="456161"/>
                  </a:lnTo>
                  <a:cubicBezTo>
                    <a:pt x="223532" y="449865"/>
                    <a:pt x="219135" y="444422"/>
                    <a:pt x="212979" y="443100"/>
                  </a:cubicBezTo>
                  <a:cubicBezTo>
                    <a:pt x="190075" y="438178"/>
                    <a:pt x="168503" y="429247"/>
                    <a:pt x="148864" y="416553"/>
                  </a:cubicBezTo>
                  <a:cubicBezTo>
                    <a:pt x="146639" y="415116"/>
                    <a:pt x="144121" y="414413"/>
                    <a:pt x="141616" y="414413"/>
                  </a:cubicBezTo>
                  <a:cubicBezTo>
                    <a:pt x="138165" y="414411"/>
                    <a:pt x="134744" y="415744"/>
                    <a:pt x="132163" y="418325"/>
                  </a:cubicBezTo>
                  <a:lnTo>
                    <a:pt x="114670" y="435818"/>
                  </a:lnTo>
                  <a:lnTo>
                    <a:pt x="71756" y="392903"/>
                  </a:lnTo>
                  <a:lnTo>
                    <a:pt x="89249" y="375410"/>
                  </a:lnTo>
                  <a:cubicBezTo>
                    <a:pt x="93701" y="370958"/>
                    <a:pt x="94440" y="364000"/>
                    <a:pt x="91023" y="358711"/>
                  </a:cubicBezTo>
                  <a:cubicBezTo>
                    <a:pt x="78329" y="339072"/>
                    <a:pt x="69397" y="317500"/>
                    <a:pt x="64476" y="294596"/>
                  </a:cubicBezTo>
                  <a:cubicBezTo>
                    <a:pt x="63154" y="288440"/>
                    <a:pt x="57713" y="284043"/>
                    <a:pt x="51415" y="284043"/>
                  </a:cubicBezTo>
                  <a:lnTo>
                    <a:pt x="26724" y="284043"/>
                  </a:lnTo>
                  <a:lnTo>
                    <a:pt x="26747" y="223353"/>
                  </a:lnTo>
                  <a:lnTo>
                    <a:pt x="51416" y="223353"/>
                  </a:lnTo>
                  <a:cubicBezTo>
                    <a:pt x="57713" y="223353"/>
                    <a:pt x="63155" y="218956"/>
                    <a:pt x="64478" y="212800"/>
                  </a:cubicBezTo>
                  <a:cubicBezTo>
                    <a:pt x="69399" y="189896"/>
                    <a:pt x="78331" y="168324"/>
                    <a:pt x="91024" y="148685"/>
                  </a:cubicBezTo>
                  <a:cubicBezTo>
                    <a:pt x="94443" y="143397"/>
                    <a:pt x="93703" y="136438"/>
                    <a:pt x="89251" y="131985"/>
                  </a:cubicBezTo>
                  <a:lnTo>
                    <a:pt x="71833" y="114569"/>
                  </a:lnTo>
                  <a:lnTo>
                    <a:pt x="114772" y="71678"/>
                  </a:lnTo>
                  <a:lnTo>
                    <a:pt x="132166" y="89072"/>
                  </a:lnTo>
                  <a:cubicBezTo>
                    <a:pt x="136618" y="93525"/>
                    <a:pt x="143576" y="94264"/>
                    <a:pt x="148864" y="90846"/>
                  </a:cubicBezTo>
                  <a:cubicBezTo>
                    <a:pt x="168504" y="78154"/>
                    <a:pt x="190076" y="69222"/>
                    <a:pt x="212979" y="64300"/>
                  </a:cubicBezTo>
                  <a:cubicBezTo>
                    <a:pt x="219135" y="62977"/>
                    <a:pt x="223532" y="57536"/>
                    <a:pt x="223532" y="51239"/>
                  </a:cubicBezTo>
                  <a:lnTo>
                    <a:pt x="223532" y="26724"/>
                  </a:lnTo>
                  <a:lnTo>
                    <a:pt x="284222" y="26747"/>
                  </a:lnTo>
                  <a:lnTo>
                    <a:pt x="284222" y="51241"/>
                  </a:lnTo>
                  <a:cubicBezTo>
                    <a:pt x="284222" y="57537"/>
                    <a:pt x="288619" y="62980"/>
                    <a:pt x="294775" y="64303"/>
                  </a:cubicBezTo>
                  <a:cubicBezTo>
                    <a:pt x="317679" y="69224"/>
                    <a:pt x="339251" y="78156"/>
                    <a:pt x="358888" y="90849"/>
                  </a:cubicBezTo>
                  <a:cubicBezTo>
                    <a:pt x="364175" y="94268"/>
                    <a:pt x="371134" y="93528"/>
                    <a:pt x="375585" y="89076"/>
                  </a:cubicBezTo>
                  <a:lnTo>
                    <a:pt x="392903" y="71759"/>
                  </a:lnTo>
                  <a:lnTo>
                    <a:pt x="435818" y="114673"/>
                  </a:lnTo>
                  <a:lnTo>
                    <a:pt x="418500" y="131991"/>
                  </a:lnTo>
                  <a:cubicBezTo>
                    <a:pt x="414047" y="136443"/>
                    <a:pt x="413308" y="143401"/>
                    <a:pt x="416727" y="148689"/>
                  </a:cubicBezTo>
                  <a:cubicBezTo>
                    <a:pt x="429420" y="168327"/>
                    <a:pt x="438352" y="189897"/>
                    <a:pt x="443273" y="212801"/>
                  </a:cubicBezTo>
                  <a:cubicBezTo>
                    <a:pt x="444596" y="218957"/>
                    <a:pt x="450037" y="223354"/>
                    <a:pt x="456335" y="223354"/>
                  </a:cubicBezTo>
                  <a:lnTo>
                    <a:pt x="480829" y="223354"/>
                  </a:lnTo>
                  <a:lnTo>
                    <a:pt x="480852" y="284044"/>
                  </a:lnTo>
                  <a:lnTo>
                    <a:pt x="456336" y="284044"/>
                  </a:ln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9" name="Graphique 213">
              <a:extLst>
                <a:ext uri="{FF2B5EF4-FFF2-40B4-BE49-F238E27FC236}">
                  <a16:creationId xmlns:a16="http://schemas.microsoft.com/office/drawing/2014/main" id="{0138C88A-7C60-73D3-1CB5-3B5E79A3AF74}"/>
                </a:ext>
              </a:extLst>
            </p:cNvPr>
            <p:cNvSpPr/>
            <p:nvPr/>
          </p:nvSpPr>
          <p:spPr>
            <a:xfrm>
              <a:off x="836763" y="2477665"/>
              <a:ext cx="229784" cy="229741"/>
            </a:xfrm>
            <a:custGeom>
              <a:avLst/>
              <a:gdLst>
                <a:gd name="connsiteX0" fmla="*/ 224231 w 229784"/>
                <a:gd name="connsiteY0" fmla="*/ 79724 h 229741"/>
                <a:gd name="connsiteX1" fmla="*/ 207429 w 229784"/>
                <a:gd name="connsiteY1" fmla="*/ 71085 h 229741"/>
                <a:gd name="connsiteX2" fmla="*/ 198789 w 229784"/>
                <a:gd name="connsiteY2" fmla="*/ 87887 h 229741"/>
                <a:gd name="connsiteX3" fmla="*/ 177184 w 229784"/>
                <a:gd name="connsiteY3" fmla="*/ 177254 h 229741"/>
                <a:gd name="connsiteX4" fmla="*/ 52491 w 229784"/>
                <a:gd name="connsiteY4" fmla="*/ 177254 h 229741"/>
                <a:gd name="connsiteX5" fmla="*/ 52491 w 229784"/>
                <a:gd name="connsiteY5" fmla="*/ 52561 h 229741"/>
                <a:gd name="connsiteX6" fmla="*/ 140080 w 229784"/>
                <a:gd name="connsiteY6" fmla="*/ 30405 h 229741"/>
                <a:gd name="connsiteX7" fmla="*/ 156695 w 229784"/>
                <a:gd name="connsiteY7" fmla="*/ 21412 h 229741"/>
                <a:gd name="connsiteX8" fmla="*/ 147702 w 229784"/>
                <a:gd name="connsiteY8" fmla="*/ 4797 h 229741"/>
                <a:gd name="connsiteX9" fmla="*/ 33596 w 229784"/>
                <a:gd name="connsiteY9" fmla="*/ 33668 h 229741"/>
                <a:gd name="connsiteX10" fmla="*/ 33596 w 229784"/>
                <a:gd name="connsiteY10" fmla="*/ 196148 h 229741"/>
                <a:gd name="connsiteX11" fmla="*/ 114836 w 229784"/>
                <a:gd name="connsiteY11" fmla="*/ 229742 h 229741"/>
                <a:gd name="connsiteX12" fmla="*/ 196077 w 229784"/>
                <a:gd name="connsiteY12" fmla="*/ 196146 h 229741"/>
                <a:gd name="connsiteX13" fmla="*/ 224231 w 229784"/>
                <a:gd name="connsiteY13" fmla="*/ 79724 h 22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784" h="229741">
                  <a:moveTo>
                    <a:pt x="224231" y="79724"/>
                  </a:moveTo>
                  <a:cubicBezTo>
                    <a:pt x="221976" y="72698"/>
                    <a:pt x="214452" y="68830"/>
                    <a:pt x="207429" y="71085"/>
                  </a:cubicBezTo>
                  <a:cubicBezTo>
                    <a:pt x="200403" y="73338"/>
                    <a:pt x="196535" y="80861"/>
                    <a:pt x="198789" y="87887"/>
                  </a:cubicBezTo>
                  <a:cubicBezTo>
                    <a:pt x="208941" y="119531"/>
                    <a:pt x="200662" y="153775"/>
                    <a:pt x="177184" y="177254"/>
                  </a:cubicBezTo>
                  <a:cubicBezTo>
                    <a:pt x="142805" y="211633"/>
                    <a:pt x="86868" y="211632"/>
                    <a:pt x="52491" y="177254"/>
                  </a:cubicBezTo>
                  <a:cubicBezTo>
                    <a:pt x="18113" y="142875"/>
                    <a:pt x="18113" y="86938"/>
                    <a:pt x="52491" y="52561"/>
                  </a:cubicBezTo>
                  <a:cubicBezTo>
                    <a:pt x="75413" y="29639"/>
                    <a:pt x="108977" y="21150"/>
                    <a:pt x="140080" y="30405"/>
                  </a:cubicBezTo>
                  <a:cubicBezTo>
                    <a:pt x="147150" y="32509"/>
                    <a:pt x="154591" y="28483"/>
                    <a:pt x="156695" y="21412"/>
                  </a:cubicBezTo>
                  <a:cubicBezTo>
                    <a:pt x="158799" y="14341"/>
                    <a:pt x="154774" y="6901"/>
                    <a:pt x="147702" y="4797"/>
                  </a:cubicBezTo>
                  <a:cubicBezTo>
                    <a:pt x="107185" y="-7263"/>
                    <a:pt x="63463" y="3800"/>
                    <a:pt x="33596" y="33668"/>
                  </a:cubicBezTo>
                  <a:cubicBezTo>
                    <a:pt x="-11199" y="78463"/>
                    <a:pt x="-11199" y="151352"/>
                    <a:pt x="33596" y="196148"/>
                  </a:cubicBezTo>
                  <a:cubicBezTo>
                    <a:pt x="55995" y="218544"/>
                    <a:pt x="85415" y="229742"/>
                    <a:pt x="114836" y="229742"/>
                  </a:cubicBezTo>
                  <a:cubicBezTo>
                    <a:pt x="144258" y="229742"/>
                    <a:pt x="173678" y="218543"/>
                    <a:pt x="196077" y="196146"/>
                  </a:cubicBezTo>
                  <a:cubicBezTo>
                    <a:pt x="226668" y="165555"/>
                    <a:pt x="237455" y="120944"/>
                    <a:pt x="224231" y="79724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30" name="Graphique 213">
              <a:extLst>
                <a:ext uri="{FF2B5EF4-FFF2-40B4-BE49-F238E27FC236}">
                  <a16:creationId xmlns:a16="http://schemas.microsoft.com/office/drawing/2014/main" id="{D10ECBD8-2837-D78E-CAAE-653851221E47}"/>
                </a:ext>
              </a:extLst>
            </p:cNvPr>
            <p:cNvSpPr/>
            <p:nvPr/>
          </p:nvSpPr>
          <p:spPr>
            <a:xfrm>
              <a:off x="1010033" y="2507419"/>
              <a:ext cx="27812" cy="27830"/>
            </a:xfrm>
            <a:custGeom>
              <a:avLst/>
              <a:gdLst>
                <a:gd name="connsiteX0" fmla="*/ 24042 w 27812"/>
                <a:gd name="connsiteY0" fmla="*/ 5168 h 27830"/>
                <a:gd name="connsiteX1" fmla="*/ 22814 w 27812"/>
                <a:gd name="connsiteY1" fmla="*/ 3921 h 27830"/>
                <a:gd name="connsiteX2" fmla="*/ 3921 w 27812"/>
                <a:gd name="connsiteY2" fmla="*/ 3905 h 27830"/>
                <a:gd name="connsiteX3" fmla="*/ 3905 w 27812"/>
                <a:gd name="connsiteY3" fmla="*/ 22798 h 27830"/>
                <a:gd name="connsiteX4" fmla="*/ 4866 w 27812"/>
                <a:gd name="connsiteY4" fmla="*/ 23773 h 27830"/>
                <a:gd name="connsiteX5" fmla="*/ 14455 w 27812"/>
                <a:gd name="connsiteY5" fmla="*/ 27830 h 27830"/>
                <a:gd name="connsiteX6" fmla="*/ 23756 w 27812"/>
                <a:gd name="connsiteY6" fmla="*/ 24059 h 27830"/>
                <a:gd name="connsiteX7" fmla="*/ 24042 w 27812"/>
                <a:gd name="connsiteY7" fmla="*/ 5168 h 2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812" h="27830">
                  <a:moveTo>
                    <a:pt x="24042" y="5168"/>
                  </a:moveTo>
                  <a:cubicBezTo>
                    <a:pt x="23636" y="4749"/>
                    <a:pt x="23227" y="4334"/>
                    <a:pt x="22814" y="3921"/>
                  </a:cubicBezTo>
                  <a:cubicBezTo>
                    <a:pt x="17602" y="-1300"/>
                    <a:pt x="9143" y="-1309"/>
                    <a:pt x="3921" y="3905"/>
                  </a:cubicBezTo>
                  <a:cubicBezTo>
                    <a:pt x="-1301" y="9118"/>
                    <a:pt x="-1308" y="17576"/>
                    <a:pt x="3905" y="22798"/>
                  </a:cubicBezTo>
                  <a:cubicBezTo>
                    <a:pt x="4228" y="23121"/>
                    <a:pt x="4549" y="23446"/>
                    <a:pt x="4866" y="23773"/>
                  </a:cubicBezTo>
                  <a:cubicBezTo>
                    <a:pt x="7485" y="26473"/>
                    <a:pt x="10968" y="27830"/>
                    <a:pt x="14455" y="27830"/>
                  </a:cubicBezTo>
                  <a:cubicBezTo>
                    <a:pt x="17806" y="27830"/>
                    <a:pt x="21161" y="26577"/>
                    <a:pt x="23756" y="24059"/>
                  </a:cubicBezTo>
                  <a:cubicBezTo>
                    <a:pt x="29051" y="18921"/>
                    <a:pt x="29180" y="10463"/>
                    <a:pt x="24042" y="5168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  <p:sp>
        <p:nvSpPr>
          <p:cNvPr id="31" name="Triangle 30">
            <a:extLst>
              <a:ext uri="{FF2B5EF4-FFF2-40B4-BE49-F238E27FC236}">
                <a16:creationId xmlns:a16="http://schemas.microsoft.com/office/drawing/2014/main" id="{367F8514-6149-3465-102D-AAC5E1598922}"/>
              </a:ext>
            </a:extLst>
          </p:cNvPr>
          <p:cNvSpPr/>
          <p:nvPr/>
        </p:nvSpPr>
        <p:spPr>
          <a:xfrm rot="10800000">
            <a:off x="986570" y="2404523"/>
            <a:ext cx="411221" cy="13883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0AC0BF2-9B13-4FB9-9B31-6E7B089C3151}"/>
              </a:ext>
            </a:extLst>
          </p:cNvPr>
          <p:cNvSpPr txBox="1"/>
          <p:nvPr/>
        </p:nvSpPr>
        <p:spPr>
          <a:xfrm>
            <a:off x="2386537" y="2759157"/>
            <a:ext cx="2221408" cy="2571749"/>
          </a:xfrm>
          <a:prstGeom prst="rect">
            <a:avLst/>
          </a:prstGeom>
          <a:noFill/>
        </p:spPr>
        <p:txBody>
          <a:bodyPr wrap="square" lIns="90000" tIns="0" rIns="72000" bIns="216000" rtlCol="0" anchor="t" anchorCtr="0">
            <a:noAutofit/>
          </a:bodyPr>
          <a:lstStyle/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DEC123-1FD4-49C3-5765-B3837B832C8E}"/>
              </a:ext>
            </a:extLst>
          </p:cNvPr>
          <p:cNvSpPr/>
          <p:nvPr/>
        </p:nvSpPr>
        <p:spPr>
          <a:xfrm>
            <a:off x="2384370" y="726116"/>
            <a:ext cx="2231527" cy="1681494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98000" rtlCol="0" anchor="b" anchorCtr="0"/>
          <a:lstStyle/>
          <a:p>
            <a:pPr algn="ctr">
              <a:lnSpc>
                <a:spcPct val="85000"/>
              </a:lnSpc>
            </a:pPr>
            <a:r>
              <a:rPr lang="en-US" sz="1100" noProof="0" dirty="0"/>
              <a:t>Lorem ipsum dolor </a:t>
            </a:r>
          </a:p>
          <a:p>
            <a:pPr algn="ctr">
              <a:lnSpc>
                <a:spcPct val="85000"/>
              </a:lnSpc>
            </a:pPr>
            <a:r>
              <a:rPr lang="en-US" sz="1100" noProof="0" dirty="0"/>
              <a:t>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b="1" noProof="0" dirty="0" err="1">
                <a:solidFill>
                  <a:schemeClr val="accent5"/>
                </a:solidFill>
              </a:rPr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r>
              <a:rPr lang="en-US" sz="1100" noProof="0" dirty="0"/>
              <a:t> </a:t>
            </a:r>
          </a:p>
          <a:p>
            <a:pPr algn="ctr">
              <a:lnSpc>
                <a:spcPct val="85000"/>
              </a:lnSpc>
            </a:pPr>
            <a:r>
              <a:rPr lang="en-US" sz="1100" noProof="0" dirty="0"/>
              <a:t>ipsum dolor </a:t>
            </a:r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49D31B6A-D906-B879-1B42-42BAAF301F90}"/>
              </a:ext>
            </a:extLst>
          </p:cNvPr>
          <p:cNvSpPr/>
          <p:nvPr/>
        </p:nvSpPr>
        <p:spPr>
          <a:xfrm rot="10800000">
            <a:off x="3294523" y="2398715"/>
            <a:ext cx="411221" cy="138839"/>
          </a:xfrm>
          <a:prstGeom prst="triangle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grpSp>
        <p:nvGrpSpPr>
          <p:cNvPr id="36" name="Graphique 64">
            <a:extLst>
              <a:ext uri="{FF2B5EF4-FFF2-40B4-BE49-F238E27FC236}">
                <a16:creationId xmlns:a16="http://schemas.microsoft.com/office/drawing/2014/main" id="{504016B9-74F4-8094-0E95-B80A8508671F}"/>
              </a:ext>
            </a:extLst>
          </p:cNvPr>
          <p:cNvGrpSpPr/>
          <p:nvPr/>
        </p:nvGrpSpPr>
        <p:grpSpPr>
          <a:xfrm>
            <a:off x="3238654" y="860124"/>
            <a:ext cx="559418" cy="559418"/>
            <a:chOff x="3158302" y="5363745"/>
            <a:chExt cx="792564" cy="792564"/>
          </a:xfrm>
          <a:solidFill>
            <a:schemeClr val="accent5"/>
          </a:solidFill>
        </p:grpSpPr>
        <p:sp>
          <p:nvSpPr>
            <p:cNvPr id="37" name="Forme libre 36">
              <a:extLst>
                <a:ext uri="{FF2B5EF4-FFF2-40B4-BE49-F238E27FC236}">
                  <a16:creationId xmlns:a16="http://schemas.microsoft.com/office/drawing/2014/main" id="{461F2FF1-124F-62B7-4D14-BDC5C4DA171A}"/>
                </a:ext>
              </a:extLst>
            </p:cNvPr>
            <p:cNvSpPr/>
            <p:nvPr/>
          </p:nvSpPr>
          <p:spPr>
            <a:xfrm>
              <a:off x="3169877" y="5648373"/>
              <a:ext cx="31566" cy="33171"/>
            </a:xfrm>
            <a:custGeom>
              <a:avLst/>
              <a:gdLst>
                <a:gd name="connsiteX0" fmla="*/ 20003 w 31566"/>
                <a:gd name="connsiteY0" fmla="*/ 509 h 33171"/>
                <a:gd name="connsiteX1" fmla="*/ 1118 w 31566"/>
                <a:gd name="connsiteY1" fmla="*/ 11500 h 33171"/>
                <a:gd name="connsiteX2" fmla="*/ 499 w 31566"/>
                <a:gd name="connsiteY2" fmla="*/ 13822 h 33171"/>
                <a:gd name="connsiteX3" fmla="*/ 11644 w 31566"/>
                <a:gd name="connsiteY3" fmla="*/ 32707 h 33171"/>
                <a:gd name="connsiteX4" fmla="*/ 15514 w 31566"/>
                <a:gd name="connsiteY4" fmla="*/ 33172 h 33171"/>
                <a:gd name="connsiteX5" fmla="*/ 30530 w 31566"/>
                <a:gd name="connsiteY5" fmla="*/ 21562 h 33171"/>
                <a:gd name="connsiteX6" fmla="*/ 30994 w 31566"/>
                <a:gd name="connsiteY6" fmla="*/ 19549 h 33171"/>
                <a:gd name="connsiteX7" fmla="*/ 20003 w 31566"/>
                <a:gd name="connsiteY7" fmla="*/ 509 h 3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566" h="33171">
                  <a:moveTo>
                    <a:pt x="20003" y="509"/>
                  </a:moveTo>
                  <a:cubicBezTo>
                    <a:pt x="11799" y="-1658"/>
                    <a:pt x="3285" y="3296"/>
                    <a:pt x="1118" y="11500"/>
                  </a:cubicBezTo>
                  <a:cubicBezTo>
                    <a:pt x="963" y="12274"/>
                    <a:pt x="654" y="13048"/>
                    <a:pt x="499" y="13822"/>
                  </a:cubicBezTo>
                  <a:cubicBezTo>
                    <a:pt x="-1668" y="22181"/>
                    <a:pt x="3440" y="30540"/>
                    <a:pt x="11644" y="32707"/>
                  </a:cubicBezTo>
                  <a:cubicBezTo>
                    <a:pt x="12883" y="33017"/>
                    <a:pt x="14276" y="33172"/>
                    <a:pt x="15514" y="33172"/>
                  </a:cubicBezTo>
                  <a:cubicBezTo>
                    <a:pt x="22480" y="33172"/>
                    <a:pt x="28672" y="28528"/>
                    <a:pt x="30530" y="21562"/>
                  </a:cubicBezTo>
                  <a:lnTo>
                    <a:pt x="30994" y="19549"/>
                  </a:lnTo>
                  <a:cubicBezTo>
                    <a:pt x="33316" y="11190"/>
                    <a:pt x="28363" y="2676"/>
                    <a:pt x="20003" y="509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38" name="Forme libre 37">
              <a:extLst>
                <a:ext uri="{FF2B5EF4-FFF2-40B4-BE49-F238E27FC236}">
                  <a16:creationId xmlns:a16="http://schemas.microsoft.com/office/drawing/2014/main" id="{E22E242E-521B-4A1C-58FA-26B70DAC9C79}"/>
                </a:ext>
              </a:extLst>
            </p:cNvPr>
            <p:cNvSpPr/>
            <p:nvPr/>
          </p:nvSpPr>
          <p:spPr>
            <a:xfrm>
              <a:off x="3194410" y="5363745"/>
              <a:ext cx="498169" cy="436065"/>
            </a:xfrm>
            <a:custGeom>
              <a:avLst/>
              <a:gdLst>
                <a:gd name="connsiteX0" fmla="*/ 487727 w 498169"/>
                <a:gd name="connsiteY0" fmla="*/ 20898 h 436065"/>
                <a:gd name="connsiteX1" fmla="*/ 360174 w 498169"/>
                <a:gd name="connsiteY1" fmla="*/ 0 h 436065"/>
                <a:gd name="connsiteX2" fmla="*/ 145160 w 498169"/>
                <a:gd name="connsiteY2" fmla="*/ 63312 h 436065"/>
                <a:gd name="connsiteX3" fmla="*/ 1507 w 498169"/>
                <a:gd name="connsiteY3" fmla="*/ 227553 h 436065"/>
                <a:gd name="connsiteX4" fmla="*/ 8938 w 498169"/>
                <a:gd name="connsiteY4" fmla="*/ 248141 h 436065"/>
                <a:gd name="connsiteX5" fmla="*/ 15594 w 498169"/>
                <a:gd name="connsiteY5" fmla="*/ 249689 h 436065"/>
                <a:gd name="connsiteX6" fmla="*/ 29681 w 498169"/>
                <a:gd name="connsiteY6" fmla="*/ 240865 h 436065"/>
                <a:gd name="connsiteX7" fmla="*/ 153209 w 498169"/>
                <a:gd name="connsiteY7" fmla="*/ 95820 h 436065"/>
                <a:gd name="connsiteX8" fmla="*/ 154757 w 498169"/>
                <a:gd name="connsiteY8" fmla="*/ 96594 h 436065"/>
                <a:gd name="connsiteX9" fmla="*/ 249338 w 498169"/>
                <a:gd name="connsiteY9" fmla="*/ 132507 h 436065"/>
                <a:gd name="connsiteX10" fmla="*/ 252899 w 498169"/>
                <a:gd name="connsiteY10" fmla="*/ 137925 h 436065"/>
                <a:gd name="connsiteX11" fmla="*/ 253673 w 498169"/>
                <a:gd name="connsiteY11" fmla="*/ 143497 h 436065"/>
                <a:gd name="connsiteX12" fmla="*/ 284323 w 498169"/>
                <a:gd name="connsiteY12" fmla="*/ 175695 h 436065"/>
                <a:gd name="connsiteX13" fmla="*/ 328750 w 498169"/>
                <a:gd name="connsiteY13" fmla="*/ 173683 h 436065"/>
                <a:gd name="connsiteX14" fmla="*/ 328905 w 498169"/>
                <a:gd name="connsiteY14" fmla="*/ 173528 h 436065"/>
                <a:gd name="connsiteX15" fmla="*/ 349493 w 498169"/>
                <a:gd name="connsiteY15" fmla="*/ 162692 h 436065"/>
                <a:gd name="connsiteX16" fmla="*/ 420080 w 498169"/>
                <a:gd name="connsiteY16" fmla="*/ 166717 h 436065"/>
                <a:gd name="connsiteX17" fmla="*/ 449337 w 498169"/>
                <a:gd name="connsiteY17" fmla="*/ 231113 h 436065"/>
                <a:gd name="connsiteX18" fmla="*/ 449182 w 498169"/>
                <a:gd name="connsiteY18" fmla="*/ 232816 h 436065"/>
                <a:gd name="connsiteX19" fmla="*/ 431690 w 498169"/>
                <a:gd name="connsiteY19" fmla="*/ 252939 h 436065"/>
                <a:gd name="connsiteX20" fmla="*/ 399802 w 498169"/>
                <a:gd name="connsiteY20" fmla="*/ 260524 h 436065"/>
                <a:gd name="connsiteX21" fmla="*/ 359709 w 498169"/>
                <a:gd name="connsiteY21" fmla="*/ 302010 h 436065"/>
                <a:gd name="connsiteX22" fmla="*/ 346397 w 498169"/>
                <a:gd name="connsiteY22" fmla="*/ 367799 h 436065"/>
                <a:gd name="connsiteX23" fmla="*/ 356923 w 498169"/>
                <a:gd name="connsiteY23" fmla="*/ 411607 h 436065"/>
                <a:gd name="connsiteX24" fmla="*/ 397170 w 498169"/>
                <a:gd name="connsiteY24" fmla="*/ 432040 h 436065"/>
                <a:gd name="connsiteX25" fmla="*/ 414198 w 498169"/>
                <a:gd name="connsiteY25" fmla="*/ 432659 h 436065"/>
                <a:gd name="connsiteX26" fmla="*/ 422712 w 498169"/>
                <a:gd name="connsiteY26" fmla="*/ 434672 h 436065"/>
                <a:gd name="connsiteX27" fmla="*/ 429059 w 498169"/>
                <a:gd name="connsiteY27" fmla="*/ 436065 h 436065"/>
                <a:gd name="connsiteX28" fmla="*/ 443145 w 498169"/>
                <a:gd name="connsiteY28" fmla="*/ 426932 h 436065"/>
                <a:gd name="connsiteX29" fmla="*/ 435405 w 498169"/>
                <a:gd name="connsiteY29" fmla="*/ 406499 h 436065"/>
                <a:gd name="connsiteX30" fmla="*/ 415436 w 498169"/>
                <a:gd name="connsiteY30" fmla="*/ 401855 h 436065"/>
                <a:gd name="connsiteX31" fmla="*/ 398409 w 498169"/>
                <a:gd name="connsiteY31" fmla="*/ 401236 h 436065"/>
                <a:gd name="connsiteX32" fmla="*/ 381381 w 498169"/>
                <a:gd name="connsiteY32" fmla="*/ 392567 h 436065"/>
                <a:gd name="connsiteX33" fmla="*/ 376892 w 498169"/>
                <a:gd name="connsiteY33" fmla="*/ 373991 h 436065"/>
                <a:gd name="connsiteX34" fmla="*/ 390204 w 498169"/>
                <a:gd name="connsiteY34" fmla="*/ 308202 h 436065"/>
                <a:gd name="connsiteX35" fmla="*/ 407232 w 498169"/>
                <a:gd name="connsiteY35" fmla="*/ 290555 h 436065"/>
                <a:gd name="connsiteX36" fmla="*/ 438966 w 498169"/>
                <a:gd name="connsiteY36" fmla="*/ 282970 h 436065"/>
                <a:gd name="connsiteX37" fmla="*/ 480142 w 498169"/>
                <a:gd name="connsiteY37" fmla="*/ 236376 h 436065"/>
                <a:gd name="connsiteX38" fmla="*/ 480297 w 498169"/>
                <a:gd name="connsiteY38" fmla="*/ 234673 h 436065"/>
                <a:gd name="connsiteX39" fmla="*/ 437727 w 498169"/>
                <a:gd name="connsiteY39" fmla="*/ 141175 h 436065"/>
                <a:gd name="connsiteX40" fmla="*/ 335251 w 498169"/>
                <a:gd name="connsiteY40" fmla="*/ 135293 h 436065"/>
                <a:gd name="connsiteX41" fmla="*/ 314818 w 498169"/>
                <a:gd name="connsiteY41" fmla="*/ 146129 h 436065"/>
                <a:gd name="connsiteX42" fmla="*/ 296087 w 498169"/>
                <a:gd name="connsiteY42" fmla="*/ 146903 h 436065"/>
                <a:gd name="connsiteX43" fmla="*/ 283858 w 498169"/>
                <a:gd name="connsiteY43" fmla="*/ 135293 h 436065"/>
                <a:gd name="connsiteX44" fmla="*/ 260484 w 498169"/>
                <a:gd name="connsiteY44" fmla="*/ 103560 h 436065"/>
                <a:gd name="connsiteX45" fmla="*/ 186491 w 498169"/>
                <a:gd name="connsiteY45" fmla="*/ 75386 h 436065"/>
                <a:gd name="connsiteX46" fmla="*/ 360174 w 498169"/>
                <a:gd name="connsiteY46" fmla="*/ 30960 h 436065"/>
                <a:gd name="connsiteX47" fmla="*/ 477665 w 498169"/>
                <a:gd name="connsiteY47" fmla="*/ 50309 h 436065"/>
                <a:gd name="connsiteX48" fmla="*/ 497324 w 498169"/>
                <a:gd name="connsiteY48" fmla="*/ 40557 h 436065"/>
                <a:gd name="connsiteX49" fmla="*/ 487727 w 498169"/>
                <a:gd name="connsiteY49" fmla="*/ 20898 h 436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98169" h="436065">
                  <a:moveTo>
                    <a:pt x="487727" y="20898"/>
                  </a:moveTo>
                  <a:cubicBezTo>
                    <a:pt x="446706" y="7121"/>
                    <a:pt x="403827" y="0"/>
                    <a:pt x="360174" y="0"/>
                  </a:cubicBezTo>
                  <a:cubicBezTo>
                    <a:pt x="283549" y="0"/>
                    <a:pt x="209246" y="21826"/>
                    <a:pt x="145160" y="63312"/>
                  </a:cubicBezTo>
                  <a:cubicBezTo>
                    <a:pt x="82776" y="103714"/>
                    <a:pt x="33086" y="160525"/>
                    <a:pt x="1507" y="227553"/>
                  </a:cubicBezTo>
                  <a:cubicBezTo>
                    <a:pt x="-2208" y="235292"/>
                    <a:pt x="1198" y="244580"/>
                    <a:pt x="8938" y="248141"/>
                  </a:cubicBezTo>
                  <a:cubicBezTo>
                    <a:pt x="11105" y="249069"/>
                    <a:pt x="13272" y="249689"/>
                    <a:pt x="15594" y="249689"/>
                  </a:cubicBezTo>
                  <a:cubicBezTo>
                    <a:pt x="21476" y="249689"/>
                    <a:pt x="26894" y="246438"/>
                    <a:pt x="29681" y="240865"/>
                  </a:cubicBezTo>
                  <a:cubicBezTo>
                    <a:pt x="57699" y="181423"/>
                    <a:pt x="100888" y="131888"/>
                    <a:pt x="153209" y="95820"/>
                  </a:cubicBezTo>
                  <a:cubicBezTo>
                    <a:pt x="153674" y="96129"/>
                    <a:pt x="154293" y="96284"/>
                    <a:pt x="154757" y="96594"/>
                  </a:cubicBezTo>
                  <a:lnTo>
                    <a:pt x="249338" y="132507"/>
                  </a:lnTo>
                  <a:cubicBezTo>
                    <a:pt x="251506" y="133281"/>
                    <a:pt x="253054" y="135448"/>
                    <a:pt x="252899" y="137925"/>
                  </a:cubicBezTo>
                  <a:cubicBezTo>
                    <a:pt x="252899" y="139782"/>
                    <a:pt x="253054" y="141795"/>
                    <a:pt x="253673" y="143497"/>
                  </a:cubicBezTo>
                  <a:cubicBezTo>
                    <a:pt x="258781" y="158203"/>
                    <a:pt x="269927" y="169968"/>
                    <a:pt x="284323" y="175695"/>
                  </a:cubicBezTo>
                  <a:cubicBezTo>
                    <a:pt x="298719" y="181423"/>
                    <a:pt x="314973" y="180804"/>
                    <a:pt x="328750" y="173683"/>
                  </a:cubicBezTo>
                  <a:cubicBezTo>
                    <a:pt x="328750" y="173683"/>
                    <a:pt x="328905" y="173683"/>
                    <a:pt x="328905" y="173528"/>
                  </a:cubicBezTo>
                  <a:lnTo>
                    <a:pt x="349493" y="162692"/>
                  </a:lnTo>
                  <a:cubicBezTo>
                    <a:pt x="372403" y="150618"/>
                    <a:pt x="398718" y="152166"/>
                    <a:pt x="420080" y="166717"/>
                  </a:cubicBezTo>
                  <a:cubicBezTo>
                    <a:pt x="441442" y="181268"/>
                    <a:pt x="452433" y="205416"/>
                    <a:pt x="449337" y="231113"/>
                  </a:cubicBezTo>
                  <a:lnTo>
                    <a:pt x="449182" y="232816"/>
                  </a:lnTo>
                  <a:cubicBezTo>
                    <a:pt x="448099" y="242723"/>
                    <a:pt x="441133" y="250617"/>
                    <a:pt x="431690" y="252939"/>
                  </a:cubicBezTo>
                  <a:cubicBezTo>
                    <a:pt x="421474" y="255416"/>
                    <a:pt x="409864" y="258203"/>
                    <a:pt x="399802" y="260524"/>
                  </a:cubicBezTo>
                  <a:cubicBezTo>
                    <a:pt x="379523" y="265323"/>
                    <a:pt x="363889" y="281732"/>
                    <a:pt x="359709" y="302010"/>
                  </a:cubicBezTo>
                  <a:lnTo>
                    <a:pt x="346397" y="367799"/>
                  </a:lnTo>
                  <a:cubicBezTo>
                    <a:pt x="343301" y="383279"/>
                    <a:pt x="347016" y="399223"/>
                    <a:pt x="356923" y="411607"/>
                  </a:cubicBezTo>
                  <a:cubicBezTo>
                    <a:pt x="366675" y="423991"/>
                    <a:pt x="381381" y="431421"/>
                    <a:pt x="397170" y="432040"/>
                  </a:cubicBezTo>
                  <a:lnTo>
                    <a:pt x="414198" y="432659"/>
                  </a:lnTo>
                  <a:cubicBezTo>
                    <a:pt x="417139" y="432814"/>
                    <a:pt x="419926" y="433433"/>
                    <a:pt x="422712" y="434672"/>
                  </a:cubicBezTo>
                  <a:cubicBezTo>
                    <a:pt x="424724" y="435601"/>
                    <a:pt x="426891" y="436065"/>
                    <a:pt x="429059" y="436065"/>
                  </a:cubicBezTo>
                  <a:cubicBezTo>
                    <a:pt x="434941" y="436065"/>
                    <a:pt x="440668" y="432659"/>
                    <a:pt x="443145" y="426932"/>
                  </a:cubicBezTo>
                  <a:cubicBezTo>
                    <a:pt x="446706" y="419192"/>
                    <a:pt x="443145" y="409904"/>
                    <a:pt x="435405" y="406499"/>
                  </a:cubicBezTo>
                  <a:cubicBezTo>
                    <a:pt x="429059" y="403712"/>
                    <a:pt x="422402" y="402164"/>
                    <a:pt x="415436" y="401855"/>
                  </a:cubicBezTo>
                  <a:lnTo>
                    <a:pt x="398409" y="401236"/>
                  </a:lnTo>
                  <a:cubicBezTo>
                    <a:pt x="391752" y="400926"/>
                    <a:pt x="385560" y="397830"/>
                    <a:pt x="381381" y="392567"/>
                  </a:cubicBezTo>
                  <a:cubicBezTo>
                    <a:pt x="377201" y="387304"/>
                    <a:pt x="375653" y="380493"/>
                    <a:pt x="376892" y="373991"/>
                  </a:cubicBezTo>
                  <a:lnTo>
                    <a:pt x="390204" y="308202"/>
                  </a:lnTo>
                  <a:cubicBezTo>
                    <a:pt x="391907" y="299533"/>
                    <a:pt x="398563" y="292722"/>
                    <a:pt x="407232" y="290555"/>
                  </a:cubicBezTo>
                  <a:cubicBezTo>
                    <a:pt x="417139" y="288233"/>
                    <a:pt x="428749" y="285447"/>
                    <a:pt x="438966" y="282970"/>
                  </a:cubicBezTo>
                  <a:cubicBezTo>
                    <a:pt x="460947" y="277707"/>
                    <a:pt x="477510" y="258976"/>
                    <a:pt x="480142" y="236376"/>
                  </a:cubicBezTo>
                  <a:lnTo>
                    <a:pt x="480297" y="234673"/>
                  </a:lnTo>
                  <a:cubicBezTo>
                    <a:pt x="484631" y="197367"/>
                    <a:pt x="468687" y="162383"/>
                    <a:pt x="437727" y="141175"/>
                  </a:cubicBezTo>
                  <a:cubicBezTo>
                    <a:pt x="406768" y="119968"/>
                    <a:pt x="368378" y="117801"/>
                    <a:pt x="335251" y="135293"/>
                  </a:cubicBezTo>
                  <a:lnTo>
                    <a:pt x="314818" y="146129"/>
                  </a:lnTo>
                  <a:cubicBezTo>
                    <a:pt x="308936" y="149070"/>
                    <a:pt x="302279" y="149380"/>
                    <a:pt x="296087" y="146903"/>
                  </a:cubicBezTo>
                  <a:cubicBezTo>
                    <a:pt x="290515" y="144736"/>
                    <a:pt x="286335" y="140556"/>
                    <a:pt x="283858" y="135293"/>
                  </a:cubicBezTo>
                  <a:cubicBezTo>
                    <a:pt x="282930" y="121207"/>
                    <a:pt x="273951" y="108668"/>
                    <a:pt x="260484" y="103560"/>
                  </a:cubicBezTo>
                  <a:lnTo>
                    <a:pt x="186491" y="75386"/>
                  </a:lnTo>
                  <a:cubicBezTo>
                    <a:pt x="238967" y="46749"/>
                    <a:pt x="298409" y="30960"/>
                    <a:pt x="360174" y="30960"/>
                  </a:cubicBezTo>
                  <a:cubicBezTo>
                    <a:pt x="400421" y="30960"/>
                    <a:pt x="440049" y="37461"/>
                    <a:pt x="477665" y="50309"/>
                  </a:cubicBezTo>
                  <a:cubicBezTo>
                    <a:pt x="485715" y="53096"/>
                    <a:pt x="494538" y="48761"/>
                    <a:pt x="497324" y="40557"/>
                  </a:cubicBezTo>
                  <a:cubicBezTo>
                    <a:pt x="500111" y="32508"/>
                    <a:pt x="495776" y="23684"/>
                    <a:pt x="487727" y="20898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39" name="Forme libre 38">
              <a:extLst>
                <a:ext uri="{FF2B5EF4-FFF2-40B4-BE49-F238E27FC236}">
                  <a16:creationId xmlns:a16="http://schemas.microsoft.com/office/drawing/2014/main" id="{A9A5F340-8A2F-5769-7646-7CAA1BBAE5EB}"/>
                </a:ext>
              </a:extLst>
            </p:cNvPr>
            <p:cNvSpPr/>
            <p:nvPr/>
          </p:nvSpPr>
          <p:spPr>
            <a:xfrm>
              <a:off x="3902604" y="5639096"/>
              <a:ext cx="48261" cy="250960"/>
            </a:xfrm>
            <a:custGeom>
              <a:avLst/>
              <a:gdLst>
                <a:gd name="connsiteX0" fmla="*/ 32937 w 48261"/>
                <a:gd name="connsiteY0" fmla="*/ 11179 h 250960"/>
                <a:gd name="connsiteX1" fmla="*/ 13742 w 48261"/>
                <a:gd name="connsiteY1" fmla="*/ 653 h 250960"/>
                <a:gd name="connsiteX2" fmla="*/ 3215 w 48261"/>
                <a:gd name="connsiteY2" fmla="*/ 19848 h 250960"/>
                <a:gd name="connsiteX3" fmla="*/ 17457 w 48261"/>
                <a:gd name="connsiteY3" fmla="*/ 121085 h 250960"/>
                <a:gd name="connsiteX4" fmla="*/ 739 w 48261"/>
                <a:gd name="connsiteY4" fmla="*/ 230837 h 250960"/>
                <a:gd name="connsiteX5" fmla="*/ 10800 w 48261"/>
                <a:gd name="connsiteY5" fmla="*/ 250187 h 250960"/>
                <a:gd name="connsiteX6" fmla="*/ 15444 w 48261"/>
                <a:gd name="connsiteY6" fmla="*/ 250961 h 250960"/>
                <a:gd name="connsiteX7" fmla="*/ 30150 w 48261"/>
                <a:gd name="connsiteY7" fmla="*/ 240125 h 250960"/>
                <a:gd name="connsiteX8" fmla="*/ 48261 w 48261"/>
                <a:gd name="connsiteY8" fmla="*/ 120931 h 250960"/>
                <a:gd name="connsiteX9" fmla="*/ 32937 w 48261"/>
                <a:gd name="connsiteY9" fmla="*/ 11179 h 25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261" h="250960">
                  <a:moveTo>
                    <a:pt x="32937" y="11179"/>
                  </a:moveTo>
                  <a:cubicBezTo>
                    <a:pt x="30615" y="2975"/>
                    <a:pt x="21946" y="-1824"/>
                    <a:pt x="13742" y="653"/>
                  </a:cubicBezTo>
                  <a:cubicBezTo>
                    <a:pt x="5537" y="2975"/>
                    <a:pt x="739" y="11643"/>
                    <a:pt x="3215" y="19848"/>
                  </a:cubicBezTo>
                  <a:cubicBezTo>
                    <a:pt x="12658" y="52510"/>
                    <a:pt x="17457" y="86566"/>
                    <a:pt x="17457" y="121085"/>
                  </a:cubicBezTo>
                  <a:cubicBezTo>
                    <a:pt x="17457" y="158546"/>
                    <a:pt x="11884" y="195543"/>
                    <a:pt x="739" y="230837"/>
                  </a:cubicBezTo>
                  <a:cubicBezTo>
                    <a:pt x="-1893" y="239041"/>
                    <a:pt x="2751" y="247710"/>
                    <a:pt x="10800" y="250187"/>
                  </a:cubicBezTo>
                  <a:cubicBezTo>
                    <a:pt x="12348" y="250651"/>
                    <a:pt x="13896" y="250961"/>
                    <a:pt x="15444" y="250961"/>
                  </a:cubicBezTo>
                  <a:cubicBezTo>
                    <a:pt x="21946" y="250961"/>
                    <a:pt x="28138" y="246781"/>
                    <a:pt x="30150" y="240125"/>
                  </a:cubicBezTo>
                  <a:cubicBezTo>
                    <a:pt x="42070" y="201580"/>
                    <a:pt x="48261" y="161488"/>
                    <a:pt x="48261" y="120931"/>
                  </a:cubicBezTo>
                  <a:cubicBezTo>
                    <a:pt x="48261" y="83624"/>
                    <a:pt x="43153" y="46783"/>
                    <a:pt x="32937" y="11179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0" name="Forme libre 39">
              <a:extLst>
                <a:ext uri="{FF2B5EF4-FFF2-40B4-BE49-F238E27FC236}">
                  <a16:creationId xmlns:a16="http://schemas.microsoft.com/office/drawing/2014/main" id="{2758745D-908E-BC63-270C-4FEDC5F63525}"/>
                </a:ext>
              </a:extLst>
            </p:cNvPr>
            <p:cNvSpPr/>
            <p:nvPr/>
          </p:nvSpPr>
          <p:spPr>
            <a:xfrm>
              <a:off x="3868400" y="5935132"/>
              <a:ext cx="31345" cy="31704"/>
            </a:xfrm>
            <a:custGeom>
              <a:avLst/>
              <a:gdLst>
                <a:gd name="connsiteX0" fmla="*/ 23797 w 31345"/>
                <a:gd name="connsiteY0" fmla="*/ 2138 h 31704"/>
                <a:gd name="connsiteX1" fmla="*/ 2435 w 31345"/>
                <a:gd name="connsiteY1" fmla="*/ 7866 h 31704"/>
                <a:gd name="connsiteX2" fmla="*/ 2280 w 31345"/>
                <a:gd name="connsiteY2" fmla="*/ 8020 h 31704"/>
                <a:gd name="connsiteX3" fmla="*/ 7698 w 31345"/>
                <a:gd name="connsiteY3" fmla="*/ 29537 h 31704"/>
                <a:gd name="connsiteX4" fmla="*/ 15593 w 31345"/>
                <a:gd name="connsiteY4" fmla="*/ 31704 h 31704"/>
                <a:gd name="connsiteX5" fmla="*/ 29060 w 31345"/>
                <a:gd name="connsiteY5" fmla="*/ 23810 h 31704"/>
                <a:gd name="connsiteX6" fmla="*/ 23797 w 31345"/>
                <a:gd name="connsiteY6" fmla="*/ 2138 h 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345" h="31704">
                  <a:moveTo>
                    <a:pt x="23797" y="2138"/>
                  </a:moveTo>
                  <a:cubicBezTo>
                    <a:pt x="17295" y="-1732"/>
                    <a:pt x="7543" y="-648"/>
                    <a:pt x="2435" y="7866"/>
                  </a:cubicBezTo>
                  <a:cubicBezTo>
                    <a:pt x="2435" y="7866"/>
                    <a:pt x="2435" y="8020"/>
                    <a:pt x="2280" y="8020"/>
                  </a:cubicBezTo>
                  <a:cubicBezTo>
                    <a:pt x="-2673" y="16534"/>
                    <a:pt x="1042" y="25667"/>
                    <a:pt x="7698" y="29537"/>
                  </a:cubicBezTo>
                  <a:cubicBezTo>
                    <a:pt x="10020" y="30930"/>
                    <a:pt x="12806" y="31704"/>
                    <a:pt x="15593" y="31704"/>
                  </a:cubicBezTo>
                  <a:cubicBezTo>
                    <a:pt x="20701" y="31704"/>
                    <a:pt x="25809" y="29228"/>
                    <a:pt x="29060" y="23810"/>
                  </a:cubicBezTo>
                  <a:cubicBezTo>
                    <a:pt x="34014" y="15141"/>
                    <a:pt x="30298" y="6008"/>
                    <a:pt x="23797" y="2138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1" name="Forme libre 40">
              <a:extLst>
                <a:ext uri="{FF2B5EF4-FFF2-40B4-BE49-F238E27FC236}">
                  <a16:creationId xmlns:a16="http://schemas.microsoft.com/office/drawing/2014/main" id="{03F786C2-ECBF-52EB-E850-AA63F9A719F6}"/>
                </a:ext>
              </a:extLst>
            </p:cNvPr>
            <p:cNvSpPr/>
            <p:nvPr/>
          </p:nvSpPr>
          <p:spPr>
            <a:xfrm>
              <a:off x="3353533" y="5875463"/>
              <a:ext cx="500339" cy="281000"/>
            </a:xfrm>
            <a:custGeom>
              <a:avLst/>
              <a:gdLst>
                <a:gd name="connsiteX0" fmla="*/ 495166 w 500339"/>
                <a:gd name="connsiteY0" fmla="*/ 126977 h 281000"/>
                <a:gd name="connsiteX1" fmla="*/ 473340 w 500339"/>
                <a:gd name="connsiteY1" fmla="*/ 128215 h 281000"/>
                <a:gd name="connsiteX2" fmla="*/ 402288 w 500339"/>
                <a:gd name="connsiteY2" fmla="*/ 189515 h 281000"/>
                <a:gd name="connsiteX3" fmla="*/ 367613 w 500339"/>
                <a:gd name="connsiteY3" fmla="*/ 132395 h 281000"/>
                <a:gd name="connsiteX4" fmla="*/ 377365 w 500339"/>
                <a:gd name="connsiteY4" fmla="*/ 16761 h 281000"/>
                <a:gd name="connsiteX5" fmla="*/ 363279 w 500339"/>
                <a:gd name="connsiteY5" fmla="*/ 43 h 281000"/>
                <a:gd name="connsiteX6" fmla="*/ 346560 w 500339"/>
                <a:gd name="connsiteY6" fmla="*/ 14129 h 281000"/>
                <a:gd name="connsiteX7" fmla="*/ 336808 w 500339"/>
                <a:gd name="connsiteY7" fmla="*/ 130073 h 281000"/>
                <a:gd name="connsiteX8" fmla="*/ 336808 w 500339"/>
                <a:gd name="connsiteY8" fmla="*/ 130382 h 281000"/>
                <a:gd name="connsiteX9" fmla="*/ 372257 w 500339"/>
                <a:gd name="connsiteY9" fmla="*/ 207472 h 281000"/>
                <a:gd name="connsiteX10" fmla="*/ 201051 w 500339"/>
                <a:gd name="connsiteY10" fmla="*/ 249886 h 281000"/>
                <a:gd name="connsiteX11" fmla="*/ 150896 w 500339"/>
                <a:gd name="connsiteY11" fmla="*/ 246480 h 281000"/>
                <a:gd name="connsiteX12" fmla="*/ 165292 w 500339"/>
                <a:gd name="connsiteY12" fmla="*/ 220320 h 281000"/>
                <a:gd name="connsiteX13" fmla="*/ 177986 w 500339"/>
                <a:gd name="connsiteY13" fmla="*/ 220320 h 281000"/>
                <a:gd name="connsiteX14" fmla="*/ 237428 w 500339"/>
                <a:gd name="connsiteY14" fmla="*/ 160877 h 281000"/>
                <a:gd name="connsiteX15" fmla="*/ 237428 w 500339"/>
                <a:gd name="connsiteY15" fmla="*/ 139515 h 281000"/>
                <a:gd name="connsiteX16" fmla="*/ 242846 w 500339"/>
                <a:gd name="connsiteY16" fmla="*/ 122642 h 281000"/>
                <a:gd name="connsiteX17" fmla="*/ 239440 w 500339"/>
                <a:gd name="connsiteY17" fmla="*/ 100971 h 281000"/>
                <a:gd name="connsiteX18" fmla="*/ 217769 w 500339"/>
                <a:gd name="connsiteY18" fmla="*/ 104376 h 281000"/>
                <a:gd name="connsiteX19" fmla="*/ 206314 w 500339"/>
                <a:gd name="connsiteY19" fmla="*/ 139515 h 281000"/>
                <a:gd name="connsiteX20" fmla="*/ 206314 w 500339"/>
                <a:gd name="connsiteY20" fmla="*/ 160877 h 281000"/>
                <a:gd name="connsiteX21" fmla="*/ 177831 w 500339"/>
                <a:gd name="connsiteY21" fmla="*/ 189360 h 281000"/>
                <a:gd name="connsiteX22" fmla="*/ 156159 w 500339"/>
                <a:gd name="connsiteY22" fmla="*/ 189360 h 281000"/>
                <a:gd name="connsiteX23" fmla="*/ 142537 w 500339"/>
                <a:gd name="connsiteY23" fmla="*/ 197410 h 281000"/>
                <a:gd name="connsiteX24" fmla="*/ 118698 w 500339"/>
                <a:gd name="connsiteY24" fmla="*/ 240598 h 281000"/>
                <a:gd name="connsiteX25" fmla="*/ 23033 w 500339"/>
                <a:gd name="connsiteY25" fmla="*/ 203756 h 281000"/>
                <a:gd name="connsiteX26" fmla="*/ 1981 w 500339"/>
                <a:gd name="connsiteY26" fmla="*/ 209793 h 281000"/>
                <a:gd name="connsiteX27" fmla="*/ 8018 w 500339"/>
                <a:gd name="connsiteY27" fmla="*/ 230846 h 281000"/>
                <a:gd name="connsiteX28" fmla="*/ 201051 w 500339"/>
                <a:gd name="connsiteY28" fmla="*/ 281000 h 281000"/>
                <a:gd name="connsiteX29" fmla="*/ 496405 w 500339"/>
                <a:gd name="connsiteY29" fmla="*/ 148958 h 281000"/>
                <a:gd name="connsiteX30" fmla="*/ 495166 w 500339"/>
                <a:gd name="connsiteY30" fmla="*/ 126977 h 2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00339" h="281000">
                  <a:moveTo>
                    <a:pt x="495166" y="126977"/>
                  </a:moveTo>
                  <a:cubicBezTo>
                    <a:pt x="488820" y="121249"/>
                    <a:pt x="479067" y="121868"/>
                    <a:pt x="473340" y="128215"/>
                  </a:cubicBezTo>
                  <a:cubicBezTo>
                    <a:pt x="452132" y="151899"/>
                    <a:pt x="428294" y="172332"/>
                    <a:pt x="402288" y="189515"/>
                  </a:cubicBezTo>
                  <a:cubicBezTo>
                    <a:pt x="384486" y="181465"/>
                    <a:pt x="365755" y="162271"/>
                    <a:pt x="367613" y="132395"/>
                  </a:cubicBezTo>
                  <a:lnTo>
                    <a:pt x="377365" y="16761"/>
                  </a:lnTo>
                  <a:cubicBezTo>
                    <a:pt x="378139" y="8247"/>
                    <a:pt x="371792" y="817"/>
                    <a:pt x="363279" y="43"/>
                  </a:cubicBezTo>
                  <a:cubicBezTo>
                    <a:pt x="354765" y="-577"/>
                    <a:pt x="347334" y="5615"/>
                    <a:pt x="346560" y="14129"/>
                  </a:cubicBezTo>
                  <a:lnTo>
                    <a:pt x="336808" y="130073"/>
                  </a:lnTo>
                  <a:cubicBezTo>
                    <a:pt x="336808" y="130227"/>
                    <a:pt x="336808" y="130227"/>
                    <a:pt x="336808" y="130382"/>
                  </a:cubicBezTo>
                  <a:cubicBezTo>
                    <a:pt x="334796" y="161032"/>
                    <a:pt x="348573" y="189670"/>
                    <a:pt x="372257" y="207472"/>
                  </a:cubicBezTo>
                  <a:cubicBezTo>
                    <a:pt x="319780" y="234871"/>
                    <a:pt x="261267" y="249886"/>
                    <a:pt x="201051" y="249886"/>
                  </a:cubicBezTo>
                  <a:cubicBezTo>
                    <a:pt x="184178" y="249886"/>
                    <a:pt x="167460" y="248648"/>
                    <a:pt x="150896" y="246480"/>
                  </a:cubicBezTo>
                  <a:lnTo>
                    <a:pt x="165292" y="220320"/>
                  </a:lnTo>
                  <a:lnTo>
                    <a:pt x="177986" y="220320"/>
                  </a:lnTo>
                  <a:cubicBezTo>
                    <a:pt x="210803" y="220320"/>
                    <a:pt x="237428" y="193695"/>
                    <a:pt x="237428" y="160877"/>
                  </a:cubicBezTo>
                  <a:lnTo>
                    <a:pt x="237428" y="139515"/>
                  </a:lnTo>
                  <a:cubicBezTo>
                    <a:pt x="237428" y="133478"/>
                    <a:pt x="239286" y="127596"/>
                    <a:pt x="242846" y="122642"/>
                  </a:cubicBezTo>
                  <a:cubicBezTo>
                    <a:pt x="247954" y="115676"/>
                    <a:pt x="246406" y="106079"/>
                    <a:pt x="239440" y="100971"/>
                  </a:cubicBezTo>
                  <a:cubicBezTo>
                    <a:pt x="232475" y="95862"/>
                    <a:pt x="222877" y="97410"/>
                    <a:pt x="217769" y="104376"/>
                  </a:cubicBezTo>
                  <a:cubicBezTo>
                    <a:pt x="210339" y="114593"/>
                    <a:pt x="206314" y="126822"/>
                    <a:pt x="206314" y="139515"/>
                  </a:cubicBezTo>
                  <a:lnTo>
                    <a:pt x="206314" y="160877"/>
                  </a:lnTo>
                  <a:cubicBezTo>
                    <a:pt x="206314" y="176667"/>
                    <a:pt x="193466" y="189360"/>
                    <a:pt x="177831" y="189360"/>
                  </a:cubicBezTo>
                  <a:lnTo>
                    <a:pt x="156159" y="189360"/>
                  </a:lnTo>
                  <a:cubicBezTo>
                    <a:pt x="150587" y="189360"/>
                    <a:pt x="145324" y="192456"/>
                    <a:pt x="142537" y="197410"/>
                  </a:cubicBezTo>
                  <a:lnTo>
                    <a:pt x="118698" y="240598"/>
                  </a:lnTo>
                  <a:cubicBezTo>
                    <a:pt x="85262" y="232858"/>
                    <a:pt x="53064" y="220475"/>
                    <a:pt x="23033" y="203756"/>
                  </a:cubicBezTo>
                  <a:cubicBezTo>
                    <a:pt x="15603" y="199577"/>
                    <a:pt x="6160" y="202208"/>
                    <a:pt x="1981" y="209793"/>
                  </a:cubicBezTo>
                  <a:cubicBezTo>
                    <a:pt x="-2199" y="217379"/>
                    <a:pt x="433" y="226666"/>
                    <a:pt x="8018" y="230846"/>
                  </a:cubicBezTo>
                  <a:cubicBezTo>
                    <a:pt x="66686" y="263663"/>
                    <a:pt x="133404" y="281000"/>
                    <a:pt x="201051" y="281000"/>
                  </a:cubicBezTo>
                  <a:cubicBezTo>
                    <a:pt x="313589" y="281000"/>
                    <a:pt x="421328" y="232858"/>
                    <a:pt x="496405" y="148958"/>
                  </a:cubicBezTo>
                  <a:cubicBezTo>
                    <a:pt x="502132" y="142456"/>
                    <a:pt x="501513" y="132549"/>
                    <a:pt x="495166" y="126977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2" name="Forme libre 41">
              <a:extLst>
                <a:ext uri="{FF2B5EF4-FFF2-40B4-BE49-F238E27FC236}">
                  <a16:creationId xmlns:a16="http://schemas.microsoft.com/office/drawing/2014/main" id="{CF6EB969-4477-6B63-8203-29EECE68BE95}"/>
                </a:ext>
              </a:extLst>
            </p:cNvPr>
            <p:cNvSpPr/>
            <p:nvPr/>
          </p:nvSpPr>
          <p:spPr>
            <a:xfrm>
              <a:off x="3755820" y="5430153"/>
              <a:ext cx="130340" cy="130339"/>
            </a:xfrm>
            <a:custGeom>
              <a:avLst/>
              <a:gdLst>
                <a:gd name="connsiteX0" fmla="*/ 65325 w 130340"/>
                <a:gd name="connsiteY0" fmla="*/ 0 h 130339"/>
                <a:gd name="connsiteX1" fmla="*/ 0 w 130340"/>
                <a:gd name="connsiteY1" fmla="*/ 65170 h 130339"/>
                <a:gd name="connsiteX2" fmla="*/ 65170 w 130340"/>
                <a:gd name="connsiteY2" fmla="*/ 130340 h 130339"/>
                <a:gd name="connsiteX3" fmla="*/ 130340 w 130340"/>
                <a:gd name="connsiteY3" fmla="*/ 65170 h 130339"/>
                <a:gd name="connsiteX4" fmla="*/ 65325 w 130340"/>
                <a:gd name="connsiteY4" fmla="*/ 0 h 130339"/>
                <a:gd name="connsiteX5" fmla="*/ 65325 w 130340"/>
                <a:gd name="connsiteY5" fmla="*/ 99380 h 130339"/>
                <a:gd name="connsiteX6" fmla="*/ 30960 w 130340"/>
                <a:gd name="connsiteY6" fmla="*/ 65170 h 130339"/>
                <a:gd name="connsiteX7" fmla="*/ 65170 w 130340"/>
                <a:gd name="connsiteY7" fmla="*/ 30960 h 130339"/>
                <a:gd name="connsiteX8" fmla="*/ 99380 w 130340"/>
                <a:gd name="connsiteY8" fmla="*/ 65170 h 130339"/>
                <a:gd name="connsiteX9" fmla="*/ 65325 w 130340"/>
                <a:gd name="connsiteY9" fmla="*/ 99380 h 13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340" h="130339">
                  <a:moveTo>
                    <a:pt x="65325" y="0"/>
                  </a:moveTo>
                  <a:cubicBezTo>
                    <a:pt x="29257" y="0"/>
                    <a:pt x="0" y="29257"/>
                    <a:pt x="0" y="65170"/>
                  </a:cubicBezTo>
                  <a:cubicBezTo>
                    <a:pt x="0" y="101083"/>
                    <a:pt x="29257" y="130340"/>
                    <a:pt x="65170" y="130340"/>
                  </a:cubicBezTo>
                  <a:cubicBezTo>
                    <a:pt x="101083" y="130340"/>
                    <a:pt x="130340" y="101083"/>
                    <a:pt x="130340" y="65170"/>
                  </a:cubicBezTo>
                  <a:cubicBezTo>
                    <a:pt x="130494" y="29257"/>
                    <a:pt x="101238" y="0"/>
                    <a:pt x="65325" y="0"/>
                  </a:cubicBezTo>
                  <a:close/>
                  <a:moveTo>
                    <a:pt x="65325" y="99380"/>
                  </a:moveTo>
                  <a:cubicBezTo>
                    <a:pt x="46439" y="99380"/>
                    <a:pt x="30960" y="84055"/>
                    <a:pt x="30960" y="65170"/>
                  </a:cubicBezTo>
                  <a:cubicBezTo>
                    <a:pt x="30960" y="46285"/>
                    <a:pt x="46284" y="30960"/>
                    <a:pt x="65170" y="30960"/>
                  </a:cubicBezTo>
                  <a:cubicBezTo>
                    <a:pt x="84055" y="30960"/>
                    <a:pt x="99380" y="46285"/>
                    <a:pt x="99380" y="65170"/>
                  </a:cubicBezTo>
                  <a:cubicBezTo>
                    <a:pt x="99380" y="84055"/>
                    <a:pt x="84210" y="99380"/>
                    <a:pt x="65325" y="99380"/>
                  </a:cubicBezTo>
                  <a:close/>
                </a:path>
              </a:pathLst>
            </a:custGeom>
            <a:solidFill>
              <a:schemeClr val="bg1"/>
            </a:solidFill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3" name="Forme libre 42">
              <a:extLst>
                <a:ext uri="{FF2B5EF4-FFF2-40B4-BE49-F238E27FC236}">
                  <a16:creationId xmlns:a16="http://schemas.microsoft.com/office/drawing/2014/main" id="{9784A952-A393-DFC0-5121-F3A771DA9859}"/>
                </a:ext>
              </a:extLst>
            </p:cNvPr>
            <p:cNvSpPr/>
            <p:nvPr/>
          </p:nvSpPr>
          <p:spPr>
            <a:xfrm>
              <a:off x="3158147" y="5671947"/>
              <a:ext cx="380952" cy="400771"/>
            </a:xfrm>
            <a:custGeom>
              <a:avLst/>
              <a:gdLst>
                <a:gd name="connsiteX0" fmla="*/ 378171 w 380952"/>
                <a:gd name="connsiteY0" fmla="*/ 217955 h 400771"/>
                <a:gd name="connsiteX1" fmla="*/ 310369 w 380952"/>
                <a:gd name="connsiteY1" fmla="*/ 120278 h 400771"/>
                <a:gd name="connsiteX2" fmla="*/ 307893 w 380952"/>
                <a:gd name="connsiteY2" fmla="*/ 117646 h 400771"/>
                <a:gd name="connsiteX3" fmla="*/ 156346 w 380952"/>
                <a:gd name="connsiteY3" fmla="*/ 0 h 400771"/>
                <a:gd name="connsiteX4" fmla="*/ 0 w 380952"/>
                <a:gd name="connsiteY4" fmla="*/ 156346 h 400771"/>
                <a:gd name="connsiteX5" fmla="*/ 34829 w 380952"/>
                <a:gd name="connsiteY5" fmla="*/ 254642 h 400771"/>
                <a:gd name="connsiteX6" fmla="*/ 34984 w 380952"/>
                <a:gd name="connsiteY6" fmla="*/ 254797 h 400771"/>
                <a:gd name="connsiteX7" fmla="*/ 144271 w 380952"/>
                <a:gd name="connsiteY7" fmla="*/ 394889 h 400771"/>
                <a:gd name="connsiteX8" fmla="*/ 156500 w 380952"/>
                <a:gd name="connsiteY8" fmla="*/ 400771 h 400771"/>
                <a:gd name="connsiteX9" fmla="*/ 168729 w 380952"/>
                <a:gd name="connsiteY9" fmla="*/ 394889 h 400771"/>
                <a:gd name="connsiteX10" fmla="*/ 277397 w 380952"/>
                <a:gd name="connsiteY10" fmla="*/ 255571 h 400771"/>
                <a:gd name="connsiteX11" fmla="*/ 278017 w 380952"/>
                <a:gd name="connsiteY11" fmla="*/ 254797 h 400771"/>
                <a:gd name="connsiteX12" fmla="*/ 311453 w 380952"/>
                <a:gd name="connsiteY12" fmla="*/ 176469 h 400771"/>
                <a:gd name="connsiteX13" fmla="*/ 352629 w 380952"/>
                <a:gd name="connsiteY13" fmla="*/ 235757 h 400771"/>
                <a:gd name="connsiteX14" fmla="*/ 365322 w 380952"/>
                <a:gd name="connsiteY14" fmla="*/ 242413 h 400771"/>
                <a:gd name="connsiteX15" fmla="*/ 374146 w 380952"/>
                <a:gd name="connsiteY15" fmla="*/ 239627 h 400771"/>
                <a:gd name="connsiteX16" fmla="*/ 378171 w 380952"/>
                <a:gd name="connsiteY16" fmla="*/ 217955 h 400771"/>
                <a:gd name="connsiteX17" fmla="*/ 253249 w 380952"/>
                <a:gd name="connsiteY17" fmla="*/ 236066 h 400771"/>
                <a:gd name="connsiteX18" fmla="*/ 252165 w 380952"/>
                <a:gd name="connsiteY18" fmla="*/ 237614 h 400771"/>
                <a:gd name="connsiteX19" fmla="*/ 156500 w 380952"/>
                <a:gd name="connsiteY19" fmla="*/ 360059 h 400771"/>
                <a:gd name="connsiteX20" fmla="*/ 59752 w 380952"/>
                <a:gd name="connsiteY20" fmla="*/ 236066 h 400771"/>
                <a:gd name="connsiteX21" fmla="*/ 59288 w 380952"/>
                <a:gd name="connsiteY21" fmla="*/ 235447 h 400771"/>
                <a:gd name="connsiteX22" fmla="*/ 31114 w 380952"/>
                <a:gd name="connsiteY22" fmla="*/ 156346 h 400771"/>
                <a:gd name="connsiteX23" fmla="*/ 156500 w 380952"/>
                <a:gd name="connsiteY23" fmla="*/ 30960 h 400771"/>
                <a:gd name="connsiteX24" fmla="*/ 281887 w 380952"/>
                <a:gd name="connsiteY24" fmla="*/ 156346 h 400771"/>
                <a:gd name="connsiteX25" fmla="*/ 253249 w 380952"/>
                <a:gd name="connsiteY25" fmla="*/ 236066 h 40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80952" h="400771">
                  <a:moveTo>
                    <a:pt x="378171" y="217955"/>
                  </a:moveTo>
                  <a:lnTo>
                    <a:pt x="310369" y="120278"/>
                  </a:lnTo>
                  <a:cubicBezTo>
                    <a:pt x="309595" y="119194"/>
                    <a:pt x="308821" y="118420"/>
                    <a:pt x="307893" y="117646"/>
                  </a:cubicBezTo>
                  <a:cubicBezTo>
                    <a:pt x="290710" y="50154"/>
                    <a:pt x="229255" y="0"/>
                    <a:pt x="156346" y="0"/>
                  </a:cubicBezTo>
                  <a:cubicBezTo>
                    <a:pt x="70123" y="0"/>
                    <a:pt x="0" y="70123"/>
                    <a:pt x="0" y="156346"/>
                  </a:cubicBezTo>
                  <a:cubicBezTo>
                    <a:pt x="0" y="192104"/>
                    <a:pt x="12384" y="226933"/>
                    <a:pt x="34829" y="254642"/>
                  </a:cubicBezTo>
                  <a:cubicBezTo>
                    <a:pt x="34829" y="254642"/>
                    <a:pt x="34829" y="254797"/>
                    <a:pt x="34984" y="254797"/>
                  </a:cubicBezTo>
                  <a:lnTo>
                    <a:pt x="144271" y="394889"/>
                  </a:lnTo>
                  <a:cubicBezTo>
                    <a:pt x="147213" y="398604"/>
                    <a:pt x="151702" y="400771"/>
                    <a:pt x="156500" y="400771"/>
                  </a:cubicBezTo>
                  <a:cubicBezTo>
                    <a:pt x="161299" y="400771"/>
                    <a:pt x="165788" y="398604"/>
                    <a:pt x="168729" y="394889"/>
                  </a:cubicBezTo>
                  <a:lnTo>
                    <a:pt x="277397" y="255571"/>
                  </a:lnTo>
                  <a:cubicBezTo>
                    <a:pt x="277552" y="255261"/>
                    <a:pt x="277862" y="254952"/>
                    <a:pt x="278017" y="254797"/>
                  </a:cubicBezTo>
                  <a:cubicBezTo>
                    <a:pt x="296283" y="232351"/>
                    <a:pt x="307893" y="205107"/>
                    <a:pt x="311453" y="176469"/>
                  </a:cubicBezTo>
                  <a:lnTo>
                    <a:pt x="352629" y="235757"/>
                  </a:lnTo>
                  <a:cubicBezTo>
                    <a:pt x="355570" y="240091"/>
                    <a:pt x="360524" y="242413"/>
                    <a:pt x="365322" y="242413"/>
                  </a:cubicBezTo>
                  <a:cubicBezTo>
                    <a:pt x="368418" y="242413"/>
                    <a:pt x="371514" y="241484"/>
                    <a:pt x="374146" y="239627"/>
                  </a:cubicBezTo>
                  <a:cubicBezTo>
                    <a:pt x="381267" y="234673"/>
                    <a:pt x="383124" y="225076"/>
                    <a:pt x="378171" y="217955"/>
                  </a:cubicBezTo>
                  <a:close/>
                  <a:moveTo>
                    <a:pt x="253249" y="236066"/>
                  </a:moveTo>
                  <a:cubicBezTo>
                    <a:pt x="252785" y="236531"/>
                    <a:pt x="252475" y="236995"/>
                    <a:pt x="252165" y="237614"/>
                  </a:cubicBezTo>
                  <a:lnTo>
                    <a:pt x="156500" y="360059"/>
                  </a:lnTo>
                  <a:lnTo>
                    <a:pt x="59752" y="236066"/>
                  </a:lnTo>
                  <a:cubicBezTo>
                    <a:pt x="59597" y="235912"/>
                    <a:pt x="59442" y="235602"/>
                    <a:pt x="59288" y="235447"/>
                  </a:cubicBezTo>
                  <a:cubicBezTo>
                    <a:pt x="41176" y="213156"/>
                    <a:pt x="31114" y="185138"/>
                    <a:pt x="31114" y="156346"/>
                  </a:cubicBezTo>
                  <a:cubicBezTo>
                    <a:pt x="31114" y="87151"/>
                    <a:pt x="87306" y="30960"/>
                    <a:pt x="156500" y="30960"/>
                  </a:cubicBezTo>
                  <a:cubicBezTo>
                    <a:pt x="225695" y="30960"/>
                    <a:pt x="281887" y="87151"/>
                    <a:pt x="281887" y="156346"/>
                  </a:cubicBezTo>
                  <a:cubicBezTo>
                    <a:pt x="281887" y="185448"/>
                    <a:pt x="271670" y="213776"/>
                    <a:pt x="253249" y="236066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4" name="Forme libre 43">
              <a:extLst>
                <a:ext uri="{FF2B5EF4-FFF2-40B4-BE49-F238E27FC236}">
                  <a16:creationId xmlns:a16="http://schemas.microsoft.com/office/drawing/2014/main" id="{8E81B8D9-9AC6-440F-23D6-E82AC83F19F1}"/>
                </a:ext>
              </a:extLst>
            </p:cNvPr>
            <p:cNvSpPr/>
            <p:nvPr/>
          </p:nvSpPr>
          <p:spPr>
            <a:xfrm>
              <a:off x="3224864" y="5740677"/>
              <a:ext cx="179565" cy="179565"/>
            </a:xfrm>
            <a:custGeom>
              <a:avLst/>
              <a:gdLst>
                <a:gd name="connsiteX0" fmla="*/ 89783 w 179565"/>
                <a:gd name="connsiteY0" fmla="*/ 0 h 179565"/>
                <a:gd name="connsiteX1" fmla="*/ 0 w 179565"/>
                <a:gd name="connsiteY1" fmla="*/ 89783 h 179565"/>
                <a:gd name="connsiteX2" fmla="*/ 89783 w 179565"/>
                <a:gd name="connsiteY2" fmla="*/ 179565 h 179565"/>
                <a:gd name="connsiteX3" fmla="*/ 179565 w 179565"/>
                <a:gd name="connsiteY3" fmla="*/ 89783 h 179565"/>
                <a:gd name="connsiteX4" fmla="*/ 89783 w 179565"/>
                <a:gd name="connsiteY4" fmla="*/ 0 h 179565"/>
                <a:gd name="connsiteX5" fmla="*/ 89783 w 179565"/>
                <a:gd name="connsiteY5" fmla="*/ 148606 h 179565"/>
                <a:gd name="connsiteX6" fmla="*/ 30960 w 179565"/>
                <a:gd name="connsiteY6" fmla="*/ 89783 h 179565"/>
                <a:gd name="connsiteX7" fmla="*/ 89783 w 179565"/>
                <a:gd name="connsiteY7" fmla="*/ 30960 h 179565"/>
                <a:gd name="connsiteX8" fmla="*/ 148606 w 179565"/>
                <a:gd name="connsiteY8" fmla="*/ 89783 h 179565"/>
                <a:gd name="connsiteX9" fmla="*/ 89783 w 179565"/>
                <a:gd name="connsiteY9" fmla="*/ 148606 h 17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565" h="179565">
                  <a:moveTo>
                    <a:pt x="89783" y="0"/>
                  </a:moveTo>
                  <a:cubicBezTo>
                    <a:pt x="40247" y="0"/>
                    <a:pt x="0" y="40247"/>
                    <a:pt x="0" y="89783"/>
                  </a:cubicBezTo>
                  <a:cubicBezTo>
                    <a:pt x="0" y="139318"/>
                    <a:pt x="40247" y="179565"/>
                    <a:pt x="89783" y="179565"/>
                  </a:cubicBezTo>
                  <a:cubicBezTo>
                    <a:pt x="139318" y="179565"/>
                    <a:pt x="179565" y="139318"/>
                    <a:pt x="179565" y="89783"/>
                  </a:cubicBezTo>
                  <a:cubicBezTo>
                    <a:pt x="179565" y="40247"/>
                    <a:pt x="139318" y="0"/>
                    <a:pt x="89783" y="0"/>
                  </a:cubicBezTo>
                  <a:close/>
                  <a:moveTo>
                    <a:pt x="89783" y="148606"/>
                  </a:moveTo>
                  <a:cubicBezTo>
                    <a:pt x="57275" y="148606"/>
                    <a:pt x="30960" y="122290"/>
                    <a:pt x="30960" y="89783"/>
                  </a:cubicBezTo>
                  <a:cubicBezTo>
                    <a:pt x="30960" y="57275"/>
                    <a:pt x="57275" y="30960"/>
                    <a:pt x="89783" y="30960"/>
                  </a:cubicBezTo>
                  <a:cubicBezTo>
                    <a:pt x="122290" y="30960"/>
                    <a:pt x="148606" y="57275"/>
                    <a:pt x="148606" y="89783"/>
                  </a:cubicBezTo>
                  <a:cubicBezTo>
                    <a:pt x="148606" y="122290"/>
                    <a:pt x="122290" y="148606"/>
                    <a:pt x="89783" y="148606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5" name="Forme libre 44">
              <a:extLst>
                <a:ext uri="{FF2B5EF4-FFF2-40B4-BE49-F238E27FC236}">
                  <a16:creationId xmlns:a16="http://schemas.microsoft.com/office/drawing/2014/main" id="{6D031F4F-DE2A-3334-35D1-F6B71BFE09BF}"/>
                </a:ext>
              </a:extLst>
            </p:cNvPr>
            <p:cNvSpPr/>
            <p:nvPr/>
          </p:nvSpPr>
          <p:spPr>
            <a:xfrm>
              <a:off x="3691425" y="5363745"/>
              <a:ext cx="259750" cy="330957"/>
            </a:xfrm>
            <a:custGeom>
              <a:avLst/>
              <a:gdLst>
                <a:gd name="connsiteX0" fmla="*/ 129720 w 259750"/>
                <a:gd name="connsiteY0" fmla="*/ 0 h 330957"/>
                <a:gd name="connsiteX1" fmla="*/ 0 w 259750"/>
                <a:gd name="connsiteY1" fmla="*/ 129720 h 330957"/>
                <a:gd name="connsiteX2" fmla="*/ 28792 w 259750"/>
                <a:gd name="connsiteY2" fmla="*/ 211299 h 330957"/>
                <a:gd name="connsiteX3" fmla="*/ 28947 w 259750"/>
                <a:gd name="connsiteY3" fmla="*/ 211454 h 330957"/>
                <a:gd name="connsiteX4" fmla="*/ 117646 w 259750"/>
                <a:gd name="connsiteY4" fmla="*/ 325075 h 330957"/>
                <a:gd name="connsiteX5" fmla="*/ 129875 w 259750"/>
                <a:gd name="connsiteY5" fmla="*/ 330957 h 330957"/>
                <a:gd name="connsiteX6" fmla="*/ 129875 w 259750"/>
                <a:gd name="connsiteY6" fmla="*/ 330957 h 330957"/>
                <a:gd name="connsiteX7" fmla="*/ 142104 w 259750"/>
                <a:gd name="connsiteY7" fmla="*/ 325075 h 330957"/>
                <a:gd name="connsiteX8" fmla="*/ 230339 w 259750"/>
                <a:gd name="connsiteY8" fmla="*/ 212073 h 330957"/>
                <a:gd name="connsiteX9" fmla="*/ 230958 w 259750"/>
                <a:gd name="connsiteY9" fmla="*/ 211299 h 330957"/>
                <a:gd name="connsiteX10" fmla="*/ 259751 w 259750"/>
                <a:gd name="connsiteY10" fmla="*/ 129720 h 330957"/>
                <a:gd name="connsiteX11" fmla="*/ 129720 w 259750"/>
                <a:gd name="connsiteY11" fmla="*/ 0 h 330957"/>
                <a:gd name="connsiteX12" fmla="*/ 205881 w 259750"/>
                <a:gd name="connsiteY12" fmla="*/ 192723 h 330957"/>
                <a:gd name="connsiteX13" fmla="*/ 204797 w 259750"/>
                <a:gd name="connsiteY13" fmla="*/ 194116 h 330957"/>
                <a:gd name="connsiteX14" fmla="*/ 129566 w 259750"/>
                <a:gd name="connsiteY14" fmla="*/ 290400 h 330957"/>
                <a:gd name="connsiteX15" fmla="*/ 53560 w 259750"/>
                <a:gd name="connsiteY15" fmla="*/ 192723 h 330957"/>
                <a:gd name="connsiteX16" fmla="*/ 53096 w 259750"/>
                <a:gd name="connsiteY16" fmla="*/ 192104 h 330957"/>
                <a:gd name="connsiteX17" fmla="*/ 30960 w 259750"/>
                <a:gd name="connsiteY17" fmla="*/ 129720 h 330957"/>
                <a:gd name="connsiteX18" fmla="*/ 129720 w 259750"/>
                <a:gd name="connsiteY18" fmla="*/ 30960 h 330957"/>
                <a:gd name="connsiteX19" fmla="*/ 228481 w 259750"/>
                <a:gd name="connsiteY19" fmla="*/ 129720 h 330957"/>
                <a:gd name="connsiteX20" fmla="*/ 205881 w 259750"/>
                <a:gd name="connsiteY20" fmla="*/ 192723 h 330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9750" h="330957">
                  <a:moveTo>
                    <a:pt x="129720" y="0"/>
                  </a:moveTo>
                  <a:cubicBezTo>
                    <a:pt x="58204" y="0"/>
                    <a:pt x="0" y="58204"/>
                    <a:pt x="0" y="129720"/>
                  </a:cubicBezTo>
                  <a:cubicBezTo>
                    <a:pt x="0" y="159287"/>
                    <a:pt x="10217" y="188234"/>
                    <a:pt x="28792" y="211299"/>
                  </a:cubicBezTo>
                  <a:cubicBezTo>
                    <a:pt x="28792" y="211299"/>
                    <a:pt x="28792" y="211454"/>
                    <a:pt x="28947" y="211454"/>
                  </a:cubicBezTo>
                  <a:lnTo>
                    <a:pt x="117646" y="325075"/>
                  </a:lnTo>
                  <a:cubicBezTo>
                    <a:pt x="120587" y="328790"/>
                    <a:pt x="125077" y="330957"/>
                    <a:pt x="129875" y="330957"/>
                  </a:cubicBezTo>
                  <a:cubicBezTo>
                    <a:pt x="129875" y="330957"/>
                    <a:pt x="129875" y="330957"/>
                    <a:pt x="129875" y="330957"/>
                  </a:cubicBezTo>
                  <a:cubicBezTo>
                    <a:pt x="134674" y="330957"/>
                    <a:pt x="139163" y="328790"/>
                    <a:pt x="142104" y="325075"/>
                  </a:cubicBezTo>
                  <a:lnTo>
                    <a:pt x="230339" y="212073"/>
                  </a:lnTo>
                  <a:cubicBezTo>
                    <a:pt x="230494" y="211763"/>
                    <a:pt x="230649" y="211608"/>
                    <a:pt x="230958" y="211299"/>
                  </a:cubicBezTo>
                  <a:cubicBezTo>
                    <a:pt x="249534" y="188234"/>
                    <a:pt x="259751" y="159442"/>
                    <a:pt x="259751" y="129720"/>
                  </a:cubicBezTo>
                  <a:cubicBezTo>
                    <a:pt x="259441" y="58204"/>
                    <a:pt x="201237" y="0"/>
                    <a:pt x="129720" y="0"/>
                  </a:cubicBezTo>
                  <a:close/>
                  <a:moveTo>
                    <a:pt x="205881" y="192723"/>
                  </a:moveTo>
                  <a:cubicBezTo>
                    <a:pt x="205571" y="193187"/>
                    <a:pt x="205107" y="193652"/>
                    <a:pt x="204797" y="194116"/>
                  </a:cubicBezTo>
                  <a:lnTo>
                    <a:pt x="129566" y="290400"/>
                  </a:lnTo>
                  <a:lnTo>
                    <a:pt x="53560" y="192723"/>
                  </a:lnTo>
                  <a:cubicBezTo>
                    <a:pt x="53405" y="192568"/>
                    <a:pt x="53250" y="192259"/>
                    <a:pt x="53096" y="192104"/>
                  </a:cubicBezTo>
                  <a:cubicBezTo>
                    <a:pt x="38854" y="174612"/>
                    <a:pt x="30960" y="152476"/>
                    <a:pt x="30960" y="129720"/>
                  </a:cubicBezTo>
                  <a:cubicBezTo>
                    <a:pt x="30960" y="75232"/>
                    <a:pt x="75232" y="30960"/>
                    <a:pt x="129720" y="30960"/>
                  </a:cubicBezTo>
                  <a:cubicBezTo>
                    <a:pt x="184209" y="30960"/>
                    <a:pt x="228481" y="75232"/>
                    <a:pt x="228481" y="129720"/>
                  </a:cubicBezTo>
                  <a:cubicBezTo>
                    <a:pt x="228481" y="152630"/>
                    <a:pt x="220432" y="175076"/>
                    <a:pt x="205881" y="192723"/>
                  </a:cubicBezTo>
                  <a:close/>
                </a:path>
              </a:pathLst>
            </a:custGeom>
            <a:solidFill>
              <a:schemeClr val="bg1"/>
            </a:solidFill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4D0D4DB2-4517-43C8-8CA0-EAD380E1611B}"/>
              </a:ext>
            </a:extLst>
          </p:cNvPr>
          <p:cNvSpPr txBox="1"/>
          <p:nvPr/>
        </p:nvSpPr>
        <p:spPr>
          <a:xfrm>
            <a:off x="4658022" y="2759157"/>
            <a:ext cx="2243521" cy="2571749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33D0CB-204A-2F86-1CED-1E6F51997E1E}"/>
              </a:ext>
            </a:extLst>
          </p:cNvPr>
          <p:cNvSpPr/>
          <p:nvPr/>
        </p:nvSpPr>
        <p:spPr>
          <a:xfrm>
            <a:off x="4615897" y="726116"/>
            <a:ext cx="2328530" cy="16814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98000" rtlCol="0" anchor="b" anchorCtr="0"/>
          <a:lstStyle/>
          <a:p>
            <a:pPr algn="ctr">
              <a:lnSpc>
                <a:spcPct val="85000"/>
              </a:lnSpc>
            </a:pPr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b="1" noProof="0" dirty="0" err="1">
                <a:solidFill>
                  <a:schemeClr val="accent5"/>
                </a:solidFill>
              </a:rPr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r>
              <a:rPr lang="en-US" sz="1100" noProof="0" dirty="0"/>
              <a:t> </a:t>
            </a:r>
          </a:p>
          <a:p>
            <a:pPr algn="ctr">
              <a:lnSpc>
                <a:spcPct val="85000"/>
              </a:lnSpc>
            </a:pPr>
            <a:r>
              <a:rPr lang="en-US" sz="1100" noProof="0" dirty="0"/>
              <a:t>ipsum dolor </a:t>
            </a:r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02E0E8BA-6C6D-726C-4206-8D8FA3D04F30}"/>
              </a:ext>
            </a:extLst>
          </p:cNvPr>
          <p:cNvSpPr/>
          <p:nvPr/>
        </p:nvSpPr>
        <p:spPr>
          <a:xfrm rot="10800000">
            <a:off x="5574551" y="2404523"/>
            <a:ext cx="411221" cy="13883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BBD107F2-EE61-CF48-E706-CA09F9260C45}"/>
              </a:ext>
            </a:extLst>
          </p:cNvPr>
          <p:cNvGrpSpPr/>
          <p:nvPr/>
        </p:nvGrpSpPr>
        <p:grpSpPr>
          <a:xfrm>
            <a:off x="5510071" y="879853"/>
            <a:ext cx="553364" cy="553001"/>
            <a:chOff x="10827494" y="5524005"/>
            <a:chExt cx="637253" cy="636835"/>
          </a:xfrm>
          <a:solidFill>
            <a:schemeClr val="accent5"/>
          </a:solidFill>
        </p:grpSpPr>
        <p:sp>
          <p:nvSpPr>
            <p:cNvPr id="47" name="Graphique 121">
              <a:extLst>
                <a:ext uri="{FF2B5EF4-FFF2-40B4-BE49-F238E27FC236}">
                  <a16:creationId xmlns:a16="http://schemas.microsoft.com/office/drawing/2014/main" id="{9D5F8B14-1F6A-0C10-7BBF-005AEFE560D3}"/>
                </a:ext>
              </a:extLst>
            </p:cNvPr>
            <p:cNvSpPr/>
            <p:nvPr/>
          </p:nvSpPr>
          <p:spPr>
            <a:xfrm>
              <a:off x="10854052" y="5921874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8" name="Graphique 121">
              <a:extLst>
                <a:ext uri="{FF2B5EF4-FFF2-40B4-BE49-F238E27FC236}">
                  <a16:creationId xmlns:a16="http://schemas.microsoft.com/office/drawing/2014/main" id="{6119C170-1893-BC6C-676D-9202BC82BB1F}"/>
                </a:ext>
              </a:extLst>
            </p:cNvPr>
            <p:cNvSpPr/>
            <p:nvPr/>
          </p:nvSpPr>
          <p:spPr>
            <a:xfrm>
              <a:off x="10854052" y="5974978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solidFill>
              <a:schemeClr val="bg1"/>
            </a:solidFill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9" name="Graphique 121">
              <a:extLst>
                <a:ext uri="{FF2B5EF4-FFF2-40B4-BE49-F238E27FC236}">
                  <a16:creationId xmlns:a16="http://schemas.microsoft.com/office/drawing/2014/main" id="{BE444B73-802B-79F8-635D-C72CB77E1780}"/>
                </a:ext>
              </a:extLst>
            </p:cNvPr>
            <p:cNvSpPr/>
            <p:nvPr/>
          </p:nvSpPr>
          <p:spPr>
            <a:xfrm>
              <a:off x="11000087" y="5789114"/>
              <a:ext cx="292067" cy="371725"/>
            </a:xfrm>
            <a:custGeom>
              <a:avLst/>
              <a:gdLst>
                <a:gd name="connsiteX0" fmla="*/ 243159 w 292067"/>
                <a:gd name="connsiteY0" fmla="*/ 239657 h 371725"/>
                <a:gd name="connsiteX1" fmla="*/ 185861 w 292067"/>
                <a:gd name="connsiteY1" fmla="*/ 217260 h 371725"/>
                <a:gd name="connsiteX2" fmla="*/ 185861 w 292067"/>
                <a:gd name="connsiteY2" fmla="*/ 216649 h 371725"/>
                <a:gd name="connsiteX3" fmla="*/ 238965 w 292067"/>
                <a:gd name="connsiteY3" fmla="*/ 132759 h 371725"/>
                <a:gd name="connsiteX4" fmla="*/ 238965 w 292067"/>
                <a:gd name="connsiteY4" fmla="*/ 92931 h 371725"/>
                <a:gd name="connsiteX5" fmla="*/ 146034 w 292067"/>
                <a:gd name="connsiteY5" fmla="*/ 0 h 371725"/>
                <a:gd name="connsiteX6" fmla="*/ 53103 w 292067"/>
                <a:gd name="connsiteY6" fmla="*/ 92931 h 371725"/>
                <a:gd name="connsiteX7" fmla="*/ 53103 w 292067"/>
                <a:gd name="connsiteY7" fmla="*/ 132759 h 371725"/>
                <a:gd name="connsiteX8" fmla="*/ 106206 w 292067"/>
                <a:gd name="connsiteY8" fmla="*/ 216649 h 371725"/>
                <a:gd name="connsiteX9" fmla="*/ 106206 w 292067"/>
                <a:gd name="connsiteY9" fmla="*/ 217260 h 371725"/>
                <a:gd name="connsiteX10" fmla="*/ 48908 w 292067"/>
                <a:gd name="connsiteY10" fmla="*/ 239657 h 371725"/>
                <a:gd name="connsiteX11" fmla="*/ 0 w 292067"/>
                <a:gd name="connsiteY11" fmla="*/ 292070 h 371725"/>
                <a:gd name="connsiteX12" fmla="*/ 0 w 292067"/>
                <a:gd name="connsiteY12" fmla="*/ 371725 h 371725"/>
                <a:gd name="connsiteX13" fmla="*/ 26551 w 292067"/>
                <a:gd name="connsiteY13" fmla="*/ 371725 h 371725"/>
                <a:gd name="connsiteX14" fmla="*/ 26551 w 292067"/>
                <a:gd name="connsiteY14" fmla="*/ 292428 h 371725"/>
                <a:gd name="connsiteX15" fmla="*/ 57298 w 292067"/>
                <a:gd name="connsiteY15" fmla="*/ 264894 h 371725"/>
                <a:gd name="connsiteX16" fmla="*/ 125417 w 292067"/>
                <a:gd name="connsiteY16" fmla="*/ 237638 h 371725"/>
                <a:gd name="connsiteX17" fmla="*/ 132759 w 292067"/>
                <a:gd name="connsiteY17" fmla="*/ 225690 h 371725"/>
                <a:gd name="connsiteX18" fmla="*/ 132759 w 292067"/>
                <a:gd name="connsiteY18" fmla="*/ 207781 h 371725"/>
                <a:gd name="connsiteX19" fmla="*/ 123917 w 292067"/>
                <a:gd name="connsiteY19" fmla="*/ 195276 h 371725"/>
                <a:gd name="connsiteX20" fmla="*/ 79655 w 292067"/>
                <a:gd name="connsiteY20" fmla="*/ 132760 h 371725"/>
                <a:gd name="connsiteX21" fmla="*/ 79655 w 292067"/>
                <a:gd name="connsiteY21" fmla="*/ 92933 h 371725"/>
                <a:gd name="connsiteX22" fmla="*/ 146034 w 292067"/>
                <a:gd name="connsiteY22" fmla="*/ 26554 h 371725"/>
                <a:gd name="connsiteX23" fmla="*/ 212413 w 292067"/>
                <a:gd name="connsiteY23" fmla="*/ 92933 h 371725"/>
                <a:gd name="connsiteX24" fmla="*/ 212413 w 292067"/>
                <a:gd name="connsiteY24" fmla="*/ 132760 h 371725"/>
                <a:gd name="connsiteX25" fmla="*/ 168150 w 292067"/>
                <a:gd name="connsiteY25" fmla="*/ 195276 h 371725"/>
                <a:gd name="connsiteX26" fmla="*/ 159309 w 292067"/>
                <a:gd name="connsiteY26" fmla="*/ 207781 h 371725"/>
                <a:gd name="connsiteX27" fmla="*/ 159309 w 292067"/>
                <a:gd name="connsiteY27" fmla="*/ 225690 h 371725"/>
                <a:gd name="connsiteX28" fmla="*/ 166651 w 292067"/>
                <a:gd name="connsiteY28" fmla="*/ 237638 h 371725"/>
                <a:gd name="connsiteX29" fmla="*/ 234769 w 292067"/>
                <a:gd name="connsiteY29" fmla="*/ 264827 h 371725"/>
                <a:gd name="connsiteX30" fmla="*/ 265516 w 292067"/>
                <a:gd name="connsiteY30" fmla="*/ 292069 h 371725"/>
                <a:gd name="connsiteX31" fmla="*/ 265516 w 292067"/>
                <a:gd name="connsiteY31" fmla="*/ 371724 h 371725"/>
                <a:gd name="connsiteX32" fmla="*/ 292068 w 292067"/>
                <a:gd name="connsiteY32" fmla="*/ 371724 h 371725"/>
                <a:gd name="connsiteX33" fmla="*/ 292068 w 292067"/>
                <a:gd name="connsiteY33" fmla="*/ 292069 h 371725"/>
                <a:gd name="connsiteX34" fmla="*/ 243159 w 292067"/>
                <a:gd name="connsiteY34" fmla="*/ 239657 h 37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2067" h="371725">
                  <a:moveTo>
                    <a:pt x="243159" y="239657"/>
                  </a:moveTo>
                  <a:cubicBezTo>
                    <a:pt x="223684" y="233193"/>
                    <a:pt x="204558" y="225716"/>
                    <a:pt x="185861" y="217260"/>
                  </a:cubicBezTo>
                  <a:lnTo>
                    <a:pt x="185861" y="216649"/>
                  </a:lnTo>
                  <a:cubicBezTo>
                    <a:pt x="218248" y="201255"/>
                    <a:pt x="238907" y="168618"/>
                    <a:pt x="238965" y="132759"/>
                  </a:cubicBezTo>
                  <a:lnTo>
                    <a:pt x="238965" y="92931"/>
                  </a:lnTo>
                  <a:cubicBezTo>
                    <a:pt x="238965" y="41607"/>
                    <a:pt x="197359" y="0"/>
                    <a:pt x="146034" y="0"/>
                  </a:cubicBezTo>
                  <a:cubicBezTo>
                    <a:pt x="94709" y="0"/>
                    <a:pt x="53103" y="41606"/>
                    <a:pt x="53103" y="92931"/>
                  </a:cubicBezTo>
                  <a:lnTo>
                    <a:pt x="53103" y="132759"/>
                  </a:lnTo>
                  <a:cubicBezTo>
                    <a:pt x="53160" y="168618"/>
                    <a:pt x="73819" y="201255"/>
                    <a:pt x="106206" y="216649"/>
                  </a:cubicBezTo>
                  <a:lnTo>
                    <a:pt x="106206" y="217260"/>
                  </a:lnTo>
                  <a:cubicBezTo>
                    <a:pt x="87508" y="225716"/>
                    <a:pt x="68384" y="233191"/>
                    <a:pt x="48908" y="239657"/>
                  </a:cubicBezTo>
                  <a:cubicBezTo>
                    <a:pt x="558" y="255773"/>
                    <a:pt x="0" y="290596"/>
                    <a:pt x="0" y="292070"/>
                  </a:cubicBezTo>
                  <a:lnTo>
                    <a:pt x="0" y="371725"/>
                  </a:lnTo>
                  <a:lnTo>
                    <a:pt x="26551" y="371725"/>
                  </a:lnTo>
                  <a:lnTo>
                    <a:pt x="26551" y="292428"/>
                  </a:lnTo>
                  <a:cubicBezTo>
                    <a:pt x="26551" y="291712"/>
                    <a:pt x="27879" y="274639"/>
                    <a:pt x="57298" y="264894"/>
                  </a:cubicBezTo>
                  <a:cubicBezTo>
                    <a:pt x="80570" y="257291"/>
                    <a:pt x="103324" y="248186"/>
                    <a:pt x="125417" y="237638"/>
                  </a:cubicBezTo>
                  <a:cubicBezTo>
                    <a:pt x="129940" y="235378"/>
                    <a:pt x="132786" y="230746"/>
                    <a:pt x="132759" y="225690"/>
                  </a:cubicBezTo>
                  <a:lnTo>
                    <a:pt x="132759" y="207781"/>
                  </a:lnTo>
                  <a:cubicBezTo>
                    <a:pt x="132755" y="202162"/>
                    <a:pt x="129214" y="197152"/>
                    <a:pt x="123917" y="195276"/>
                  </a:cubicBezTo>
                  <a:cubicBezTo>
                    <a:pt x="97435" y="185884"/>
                    <a:pt x="79717" y="160857"/>
                    <a:pt x="79655" y="132760"/>
                  </a:cubicBezTo>
                  <a:lnTo>
                    <a:pt x="79655" y="92933"/>
                  </a:lnTo>
                  <a:cubicBezTo>
                    <a:pt x="79655" y="56273"/>
                    <a:pt x="109374" y="26554"/>
                    <a:pt x="146034" y="26554"/>
                  </a:cubicBezTo>
                  <a:cubicBezTo>
                    <a:pt x="182694" y="26554"/>
                    <a:pt x="212413" y="56273"/>
                    <a:pt x="212413" y="92933"/>
                  </a:cubicBezTo>
                  <a:lnTo>
                    <a:pt x="212413" y="132760"/>
                  </a:lnTo>
                  <a:cubicBezTo>
                    <a:pt x="212352" y="160858"/>
                    <a:pt x="194633" y="185884"/>
                    <a:pt x="168150" y="195276"/>
                  </a:cubicBezTo>
                  <a:cubicBezTo>
                    <a:pt x="162853" y="197152"/>
                    <a:pt x="159313" y="202162"/>
                    <a:pt x="159309" y="207781"/>
                  </a:cubicBezTo>
                  <a:lnTo>
                    <a:pt x="159309" y="225690"/>
                  </a:lnTo>
                  <a:cubicBezTo>
                    <a:pt x="159281" y="230746"/>
                    <a:pt x="162128" y="235378"/>
                    <a:pt x="166651" y="237638"/>
                  </a:cubicBezTo>
                  <a:cubicBezTo>
                    <a:pt x="188745" y="248164"/>
                    <a:pt x="211499" y="257246"/>
                    <a:pt x="234769" y="264827"/>
                  </a:cubicBezTo>
                  <a:cubicBezTo>
                    <a:pt x="264188" y="274638"/>
                    <a:pt x="265516" y="291710"/>
                    <a:pt x="265516" y="292069"/>
                  </a:cubicBezTo>
                  <a:lnTo>
                    <a:pt x="265516" y="371724"/>
                  </a:lnTo>
                  <a:lnTo>
                    <a:pt x="292068" y="371724"/>
                  </a:lnTo>
                  <a:lnTo>
                    <a:pt x="292068" y="292069"/>
                  </a:lnTo>
                  <a:cubicBezTo>
                    <a:pt x="292068" y="290596"/>
                    <a:pt x="291510" y="255773"/>
                    <a:pt x="243159" y="239657"/>
                  </a:cubicBez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0" name="Graphique 121">
              <a:extLst>
                <a:ext uri="{FF2B5EF4-FFF2-40B4-BE49-F238E27FC236}">
                  <a16:creationId xmlns:a16="http://schemas.microsoft.com/office/drawing/2014/main" id="{CF2E976F-0085-9594-7509-2FCF8784BCA8}"/>
                </a:ext>
              </a:extLst>
            </p:cNvPr>
            <p:cNvSpPr/>
            <p:nvPr/>
          </p:nvSpPr>
          <p:spPr>
            <a:xfrm>
              <a:off x="10867328" y="5789099"/>
              <a:ext cx="190375" cy="371741"/>
            </a:xfrm>
            <a:custGeom>
              <a:avLst/>
              <a:gdLst>
                <a:gd name="connsiteX0" fmla="*/ 146018 w 190375"/>
                <a:gd name="connsiteY0" fmla="*/ 0 h 371741"/>
                <a:gd name="connsiteX1" fmla="*/ 53103 w 190375"/>
                <a:gd name="connsiteY1" fmla="*/ 92947 h 371741"/>
                <a:gd name="connsiteX2" fmla="*/ 53103 w 190375"/>
                <a:gd name="connsiteY2" fmla="*/ 132775 h 371741"/>
                <a:gd name="connsiteX3" fmla="*/ 106206 w 190375"/>
                <a:gd name="connsiteY3" fmla="*/ 216665 h 371741"/>
                <a:gd name="connsiteX4" fmla="*/ 106206 w 190375"/>
                <a:gd name="connsiteY4" fmla="*/ 217276 h 371741"/>
                <a:gd name="connsiteX5" fmla="*/ 48908 w 190375"/>
                <a:gd name="connsiteY5" fmla="*/ 239673 h 371741"/>
                <a:gd name="connsiteX6" fmla="*/ 0 w 190375"/>
                <a:gd name="connsiteY6" fmla="*/ 292086 h 371741"/>
                <a:gd name="connsiteX7" fmla="*/ 0 w 190375"/>
                <a:gd name="connsiteY7" fmla="*/ 371741 h 371741"/>
                <a:gd name="connsiteX8" fmla="*/ 26551 w 190375"/>
                <a:gd name="connsiteY8" fmla="*/ 371741 h 371741"/>
                <a:gd name="connsiteX9" fmla="*/ 26551 w 190375"/>
                <a:gd name="connsiteY9" fmla="*/ 292443 h 371741"/>
                <a:gd name="connsiteX10" fmla="*/ 57298 w 190375"/>
                <a:gd name="connsiteY10" fmla="*/ 264909 h 371741"/>
                <a:gd name="connsiteX11" fmla="*/ 125417 w 190375"/>
                <a:gd name="connsiteY11" fmla="*/ 237653 h 371741"/>
                <a:gd name="connsiteX12" fmla="*/ 132759 w 190375"/>
                <a:gd name="connsiteY12" fmla="*/ 225705 h 371741"/>
                <a:gd name="connsiteX13" fmla="*/ 132759 w 190375"/>
                <a:gd name="connsiteY13" fmla="*/ 207796 h 371741"/>
                <a:gd name="connsiteX14" fmla="*/ 123917 w 190375"/>
                <a:gd name="connsiteY14" fmla="*/ 195290 h 371741"/>
                <a:gd name="connsiteX15" fmla="*/ 79655 w 190375"/>
                <a:gd name="connsiteY15" fmla="*/ 132775 h 371741"/>
                <a:gd name="connsiteX16" fmla="*/ 79655 w 190375"/>
                <a:gd name="connsiteY16" fmla="*/ 92947 h 371741"/>
                <a:gd name="connsiteX17" fmla="*/ 87693 w 190375"/>
                <a:gd name="connsiteY17" fmla="*/ 61211 h 371741"/>
                <a:gd name="connsiteX18" fmla="*/ 177697 w 190375"/>
                <a:gd name="connsiteY18" fmla="*/ 34533 h 371741"/>
                <a:gd name="connsiteX19" fmla="*/ 190375 w 190375"/>
                <a:gd name="connsiteY19" fmla="*/ 11260 h 371741"/>
                <a:gd name="connsiteX20" fmla="*/ 146018 w 190375"/>
                <a:gd name="connsiteY20" fmla="*/ 0 h 37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0375" h="371741">
                  <a:moveTo>
                    <a:pt x="146018" y="0"/>
                  </a:moveTo>
                  <a:cubicBezTo>
                    <a:pt x="94694" y="9"/>
                    <a:pt x="53094" y="41622"/>
                    <a:pt x="53103" y="92947"/>
                  </a:cubicBezTo>
                  <a:lnTo>
                    <a:pt x="53103" y="132775"/>
                  </a:lnTo>
                  <a:cubicBezTo>
                    <a:pt x="53160" y="168635"/>
                    <a:pt x="73819" y="201271"/>
                    <a:pt x="106206" y="216665"/>
                  </a:cubicBezTo>
                  <a:lnTo>
                    <a:pt x="106206" y="217276"/>
                  </a:lnTo>
                  <a:cubicBezTo>
                    <a:pt x="87508" y="225732"/>
                    <a:pt x="68384" y="233207"/>
                    <a:pt x="48908" y="239673"/>
                  </a:cubicBezTo>
                  <a:cubicBezTo>
                    <a:pt x="558" y="255790"/>
                    <a:pt x="0" y="290613"/>
                    <a:pt x="0" y="292086"/>
                  </a:cubicBezTo>
                  <a:lnTo>
                    <a:pt x="0" y="371741"/>
                  </a:lnTo>
                  <a:lnTo>
                    <a:pt x="26551" y="371741"/>
                  </a:lnTo>
                  <a:lnTo>
                    <a:pt x="26551" y="292443"/>
                  </a:lnTo>
                  <a:cubicBezTo>
                    <a:pt x="26551" y="291726"/>
                    <a:pt x="27879" y="274654"/>
                    <a:pt x="57298" y="264909"/>
                  </a:cubicBezTo>
                  <a:cubicBezTo>
                    <a:pt x="80570" y="257306"/>
                    <a:pt x="103324" y="248201"/>
                    <a:pt x="125417" y="237653"/>
                  </a:cubicBezTo>
                  <a:cubicBezTo>
                    <a:pt x="129940" y="235393"/>
                    <a:pt x="132786" y="230761"/>
                    <a:pt x="132759" y="225705"/>
                  </a:cubicBezTo>
                  <a:lnTo>
                    <a:pt x="132759" y="207796"/>
                  </a:lnTo>
                  <a:cubicBezTo>
                    <a:pt x="132755" y="202177"/>
                    <a:pt x="129214" y="197167"/>
                    <a:pt x="123917" y="195290"/>
                  </a:cubicBezTo>
                  <a:cubicBezTo>
                    <a:pt x="97435" y="185899"/>
                    <a:pt x="79717" y="160872"/>
                    <a:pt x="79655" y="132775"/>
                  </a:cubicBezTo>
                  <a:lnTo>
                    <a:pt x="79655" y="92947"/>
                  </a:lnTo>
                  <a:cubicBezTo>
                    <a:pt x="79643" y="81864"/>
                    <a:pt x="82407" y="70953"/>
                    <a:pt x="87693" y="61211"/>
                  </a:cubicBezTo>
                  <a:cubicBezTo>
                    <a:pt x="105179" y="28991"/>
                    <a:pt x="145476" y="17046"/>
                    <a:pt x="177697" y="34533"/>
                  </a:cubicBezTo>
                  <a:lnTo>
                    <a:pt x="190375" y="11260"/>
                  </a:lnTo>
                  <a:cubicBezTo>
                    <a:pt x="176759" y="3868"/>
                    <a:pt x="161510" y="-2"/>
                    <a:pt x="146018" y="0"/>
                  </a:cubicBez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1" name="Graphique 121">
              <a:extLst>
                <a:ext uri="{FF2B5EF4-FFF2-40B4-BE49-F238E27FC236}">
                  <a16:creationId xmlns:a16="http://schemas.microsoft.com/office/drawing/2014/main" id="{3C02EB15-4FA7-1924-5E70-73A30E122180}"/>
                </a:ext>
              </a:extLst>
            </p:cNvPr>
            <p:cNvSpPr/>
            <p:nvPr/>
          </p:nvSpPr>
          <p:spPr>
            <a:xfrm>
              <a:off x="11132844" y="6094460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2" name="Graphique 121">
              <a:extLst>
                <a:ext uri="{FF2B5EF4-FFF2-40B4-BE49-F238E27FC236}">
                  <a16:creationId xmlns:a16="http://schemas.microsoft.com/office/drawing/2014/main" id="{379E2A68-1F57-23F4-009F-E762F4E994B9}"/>
                </a:ext>
              </a:extLst>
            </p:cNvPr>
            <p:cNvSpPr/>
            <p:nvPr/>
          </p:nvSpPr>
          <p:spPr>
            <a:xfrm>
              <a:off x="11185947" y="6094460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3" name="Graphique 121">
              <a:extLst>
                <a:ext uri="{FF2B5EF4-FFF2-40B4-BE49-F238E27FC236}">
                  <a16:creationId xmlns:a16="http://schemas.microsoft.com/office/drawing/2014/main" id="{8A6F4B4E-CC5D-764C-F7AD-22822A475DBE}"/>
                </a:ext>
              </a:extLst>
            </p:cNvPr>
            <p:cNvSpPr/>
            <p:nvPr/>
          </p:nvSpPr>
          <p:spPr>
            <a:xfrm>
              <a:off x="11079741" y="6094460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4" name="Graphique 121">
              <a:extLst>
                <a:ext uri="{FF2B5EF4-FFF2-40B4-BE49-F238E27FC236}">
                  <a16:creationId xmlns:a16="http://schemas.microsoft.com/office/drawing/2014/main" id="{1D504477-4FB9-2835-962B-2F706A4093B3}"/>
                </a:ext>
              </a:extLst>
            </p:cNvPr>
            <p:cNvSpPr/>
            <p:nvPr/>
          </p:nvSpPr>
          <p:spPr>
            <a:xfrm>
              <a:off x="11234537" y="5789041"/>
              <a:ext cx="190375" cy="371797"/>
            </a:xfrm>
            <a:custGeom>
              <a:avLst/>
              <a:gdLst>
                <a:gd name="connsiteX0" fmla="*/ 190375 w 190375"/>
                <a:gd name="connsiteY0" fmla="*/ 371797 h 371797"/>
                <a:gd name="connsiteX1" fmla="*/ 190375 w 190375"/>
                <a:gd name="connsiteY1" fmla="*/ 292142 h 371797"/>
                <a:gd name="connsiteX2" fmla="*/ 141467 w 190375"/>
                <a:gd name="connsiteY2" fmla="*/ 239729 h 371797"/>
                <a:gd name="connsiteX3" fmla="*/ 84169 w 190375"/>
                <a:gd name="connsiteY3" fmla="*/ 217333 h 371797"/>
                <a:gd name="connsiteX4" fmla="*/ 84169 w 190375"/>
                <a:gd name="connsiteY4" fmla="*/ 216722 h 371797"/>
                <a:gd name="connsiteX5" fmla="*/ 137273 w 190375"/>
                <a:gd name="connsiteY5" fmla="*/ 132831 h 371797"/>
                <a:gd name="connsiteX6" fmla="*/ 137273 w 190375"/>
                <a:gd name="connsiteY6" fmla="*/ 95180 h 371797"/>
                <a:gd name="connsiteX7" fmla="*/ 65610 w 190375"/>
                <a:gd name="connsiteY7" fmla="*/ 2448 h 371797"/>
                <a:gd name="connsiteX8" fmla="*/ 0 w 190375"/>
                <a:gd name="connsiteY8" fmla="*/ 11304 h 371797"/>
                <a:gd name="connsiteX9" fmla="*/ 12679 w 190375"/>
                <a:gd name="connsiteY9" fmla="*/ 34643 h 371797"/>
                <a:gd name="connsiteX10" fmla="*/ 59821 w 190375"/>
                <a:gd name="connsiteY10" fmla="*/ 28364 h 371797"/>
                <a:gd name="connsiteX11" fmla="*/ 110720 w 190375"/>
                <a:gd name="connsiteY11" fmla="*/ 95180 h 371797"/>
                <a:gd name="connsiteX12" fmla="*/ 110720 w 190375"/>
                <a:gd name="connsiteY12" fmla="*/ 132831 h 371797"/>
                <a:gd name="connsiteX13" fmla="*/ 66458 w 190375"/>
                <a:gd name="connsiteY13" fmla="*/ 195347 h 371797"/>
                <a:gd name="connsiteX14" fmla="*/ 57617 w 190375"/>
                <a:gd name="connsiteY14" fmla="*/ 207852 h 371797"/>
                <a:gd name="connsiteX15" fmla="*/ 57617 w 190375"/>
                <a:gd name="connsiteY15" fmla="*/ 225761 h 371797"/>
                <a:gd name="connsiteX16" fmla="*/ 64959 w 190375"/>
                <a:gd name="connsiteY16" fmla="*/ 237709 h 371797"/>
                <a:gd name="connsiteX17" fmla="*/ 133077 w 190375"/>
                <a:gd name="connsiteY17" fmla="*/ 264898 h 371797"/>
                <a:gd name="connsiteX18" fmla="*/ 163824 w 190375"/>
                <a:gd name="connsiteY18" fmla="*/ 292140 h 371797"/>
                <a:gd name="connsiteX19" fmla="*/ 163824 w 190375"/>
                <a:gd name="connsiteY19" fmla="*/ 371795 h 371797"/>
                <a:gd name="connsiteX20" fmla="*/ 190375 w 190375"/>
                <a:gd name="connsiteY20" fmla="*/ 371795 h 371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0375" h="371797">
                  <a:moveTo>
                    <a:pt x="190375" y="371797"/>
                  </a:moveTo>
                  <a:lnTo>
                    <a:pt x="190375" y="292142"/>
                  </a:lnTo>
                  <a:cubicBezTo>
                    <a:pt x="190375" y="290669"/>
                    <a:pt x="189818" y="255846"/>
                    <a:pt x="141467" y="239729"/>
                  </a:cubicBezTo>
                  <a:cubicBezTo>
                    <a:pt x="121992" y="233265"/>
                    <a:pt x="102866" y="225788"/>
                    <a:pt x="84169" y="217333"/>
                  </a:cubicBezTo>
                  <a:lnTo>
                    <a:pt x="84169" y="216722"/>
                  </a:lnTo>
                  <a:cubicBezTo>
                    <a:pt x="116556" y="201327"/>
                    <a:pt x="137214" y="168691"/>
                    <a:pt x="137273" y="132831"/>
                  </a:cubicBezTo>
                  <a:lnTo>
                    <a:pt x="137273" y="95180"/>
                  </a:lnTo>
                  <a:cubicBezTo>
                    <a:pt x="137791" y="51388"/>
                    <a:pt x="108118" y="12991"/>
                    <a:pt x="65610" y="2448"/>
                  </a:cubicBezTo>
                  <a:cubicBezTo>
                    <a:pt x="43395" y="-2754"/>
                    <a:pt x="20042" y="397"/>
                    <a:pt x="0" y="11304"/>
                  </a:cubicBezTo>
                  <a:lnTo>
                    <a:pt x="12679" y="34643"/>
                  </a:lnTo>
                  <a:cubicBezTo>
                    <a:pt x="27091" y="26839"/>
                    <a:pt x="43869" y="24604"/>
                    <a:pt x="59821" y="28364"/>
                  </a:cubicBezTo>
                  <a:cubicBezTo>
                    <a:pt x="90222" y="36149"/>
                    <a:pt x="111289" y="63804"/>
                    <a:pt x="110720" y="95180"/>
                  </a:cubicBezTo>
                  <a:lnTo>
                    <a:pt x="110720" y="132831"/>
                  </a:lnTo>
                  <a:cubicBezTo>
                    <a:pt x="110659" y="160929"/>
                    <a:pt x="92941" y="185955"/>
                    <a:pt x="66458" y="195347"/>
                  </a:cubicBezTo>
                  <a:cubicBezTo>
                    <a:pt x="61161" y="197223"/>
                    <a:pt x="57620" y="202233"/>
                    <a:pt x="57617" y="207852"/>
                  </a:cubicBezTo>
                  <a:lnTo>
                    <a:pt x="57617" y="225761"/>
                  </a:lnTo>
                  <a:cubicBezTo>
                    <a:pt x="57589" y="230817"/>
                    <a:pt x="60436" y="235449"/>
                    <a:pt x="64959" y="237709"/>
                  </a:cubicBezTo>
                  <a:cubicBezTo>
                    <a:pt x="87053" y="248235"/>
                    <a:pt x="109807" y="257317"/>
                    <a:pt x="133077" y="264898"/>
                  </a:cubicBezTo>
                  <a:cubicBezTo>
                    <a:pt x="162496" y="274709"/>
                    <a:pt x="163824" y="291781"/>
                    <a:pt x="163824" y="292140"/>
                  </a:cubicBezTo>
                  <a:lnTo>
                    <a:pt x="163824" y="371795"/>
                  </a:lnTo>
                  <a:lnTo>
                    <a:pt x="190375" y="371795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5" name="Graphique 121">
              <a:extLst>
                <a:ext uri="{FF2B5EF4-FFF2-40B4-BE49-F238E27FC236}">
                  <a16:creationId xmlns:a16="http://schemas.microsoft.com/office/drawing/2014/main" id="{CA65A058-C98A-9257-0ACC-6ECF9A2EDD24}"/>
                </a:ext>
              </a:extLst>
            </p:cNvPr>
            <p:cNvSpPr/>
            <p:nvPr/>
          </p:nvSpPr>
          <p:spPr>
            <a:xfrm>
              <a:off x="11039908" y="5524005"/>
              <a:ext cx="212425" cy="251833"/>
            </a:xfrm>
            <a:custGeom>
              <a:avLst/>
              <a:gdLst>
                <a:gd name="connsiteX0" fmla="*/ 210348 w 212425"/>
                <a:gd name="connsiteY0" fmla="*/ 151775 h 251833"/>
                <a:gd name="connsiteX1" fmla="*/ 117416 w 212425"/>
                <a:gd name="connsiteY1" fmla="*/ 5741 h 251833"/>
                <a:gd name="connsiteX2" fmla="*/ 114279 w 212425"/>
                <a:gd name="connsiteY2" fmla="*/ 2603 h 251833"/>
                <a:gd name="connsiteX3" fmla="*/ 95007 w 212425"/>
                <a:gd name="connsiteY3" fmla="*/ 5741 h 251833"/>
                <a:gd name="connsiteX4" fmla="*/ 2076 w 212425"/>
                <a:gd name="connsiteY4" fmla="*/ 151775 h 251833"/>
                <a:gd name="connsiteX5" fmla="*/ 0 w 212425"/>
                <a:gd name="connsiteY5" fmla="*/ 158909 h 251833"/>
                <a:gd name="connsiteX6" fmla="*/ 13281 w 212425"/>
                <a:gd name="connsiteY6" fmla="*/ 172179 h 251833"/>
                <a:gd name="connsiteX7" fmla="*/ 53109 w 212425"/>
                <a:gd name="connsiteY7" fmla="*/ 172179 h 251833"/>
                <a:gd name="connsiteX8" fmla="*/ 53109 w 212425"/>
                <a:gd name="connsiteY8" fmla="*/ 251834 h 251833"/>
                <a:gd name="connsiteX9" fmla="*/ 79660 w 212425"/>
                <a:gd name="connsiteY9" fmla="*/ 251834 h 251833"/>
                <a:gd name="connsiteX10" fmla="*/ 79660 w 212425"/>
                <a:gd name="connsiteY10" fmla="*/ 158902 h 251833"/>
                <a:gd name="connsiteX11" fmla="*/ 66384 w 212425"/>
                <a:gd name="connsiteY11" fmla="*/ 145626 h 251833"/>
                <a:gd name="connsiteX12" fmla="*/ 37455 w 212425"/>
                <a:gd name="connsiteY12" fmla="*/ 145626 h 251833"/>
                <a:gd name="connsiteX13" fmla="*/ 106211 w 212425"/>
                <a:gd name="connsiteY13" fmla="*/ 37600 h 251833"/>
                <a:gd name="connsiteX14" fmla="*/ 174967 w 212425"/>
                <a:gd name="connsiteY14" fmla="*/ 145626 h 251833"/>
                <a:gd name="connsiteX15" fmla="*/ 146039 w 212425"/>
                <a:gd name="connsiteY15" fmla="*/ 145626 h 251833"/>
                <a:gd name="connsiteX16" fmla="*/ 132762 w 212425"/>
                <a:gd name="connsiteY16" fmla="*/ 158902 h 251833"/>
                <a:gd name="connsiteX17" fmla="*/ 132762 w 212425"/>
                <a:gd name="connsiteY17" fmla="*/ 251834 h 251833"/>
                <a:gd name="connsiteX18" fmla="*/ 159314 w 212425"/>
                <a:gd name="connsiteY18" fmla="*/ 251834 h 251833"/>
                <a:gd name="connsiteX19" fmla="*/ 159314 w 212425"/>
                <a:gd name="connsiteY19" fmla="*/ 172179 h 251833"/>
                <a:gd name="connsiteX20" fmla="*/ 199141 w 212425"/>
                <a:gd name="connsiteY20" fmla="*/ 172179 h 251833"/>
                <a:gd name="connsiteX21" fmla="*/ 206275 w 212425"/>
                <a:gd name="connsiteY21" fmla="*/ 170103 h 251833"/>
                <a:gd name="connsiteX22" fmla="*/ 210348 w 212425"/>
                <a:gd name="connsiteY22" fmla="*/ 151775 h 251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2425" h="251833">
                  <a:moveTo>
                    <a:pt x="210348" y="151775"/>
                  </a:moveTo>
                  <a:lnTo>
                    <a:pt x="117416" y="5741"/>
                  </a:lnTo>
                  <a:cubicBezTo>
                    <a:pt x="116546" y="4532"/>
                    <a:pt x="115487" y="3473"/>
                    <a:pt x="114279" y="2603"/>
                  </a:cubicBezTo>
                  <a:cubicBezTo>
                    <a:pt x="108091" y="-1853"/>
                    <a:pt x="99462" y="-447"/>
                    <a:pt x="95007" y="5741"/>
                  </a:cubicBezTo>
                  <a:lnTo>
                    <a:pt x="2076" y="151775"/>
                  </a:lnTo>
                  <a:cubicBezTo>
                    <a:pt x="718" y="153907"/>
                    <a:pt x="-1" y="156382"/>
                    <a:pt x="0" y="158909"/>
                  </a:cubicBezTo>
                  <a:cubicBezTo>
                    <a:pt x="2" y="166241"/>
                    <a:pt x="5949" y="172182"/>
                    <a:pt x="13281" y="172179"/>
                  </a:cubicBezTo>
                  <a:lnTo>
                    <a:pt x="53109" y="172179"/>
                  </a:lnTo>
                  <a:lnTo>
                    <a:pt x="53109" y="251834"/>
                  </a:lnTo>
                  <a:lnTo>
                    <a:pt x="79660" y="251834"/>
                  </a:lnTo>
                  <a:lnTo>
                    <a:pt x="79660" y="158902"/>
                  </a:lnTo>
                  <a:cubicBezTo>
                    <a:pt x="79660" y="151570"/>
                    <a:pt x="73716" y="145626"/>
                    <a:pt x="66384" y="145626"/>
                  </a:cubicBezTo>
                  <a:lnTo>
                    <a:pt x="37455" y="145626"/>
                  </a:lnTo>
                  <a:lnTo>
                    <a:pt x="106211" y="37600"/>
                  </a:lnTo>
                  <a:lnTo>
                    <a:pt x="174967" y="145626"/>
                  </a:lnTo>
                  <a:lnTo>
                    <a:pt x="146039" y="145626"/>
                  </a:lnTo>
                  <a:cubicBezTo>
                    <a:pt x="138707" y="145626"/>
                    <a:pt x="132762" y="151570"/>
                    <a:pt x="132762" y="158902"/>
                  </a:cubicBezTo>
                  <a:lnTo>
                    <a:pt x="132762" y="251834"/>
                  </a:lnTo>
                  <a:lnTo>
                    <a:pt x="159314" y="251834"/>
                  </a:lnTo>
                  <a:lnTo>
                    <a:pt x="159314" y="172179"/>
                  </a:lnTo>
                  <a:lnTo>
                    <a:pt x="199141" y="172179"/>
                  </a:lnTo>
                  <a:cubicBezTo>
                    <a:pt x="201669" y="172180"/>
                    <a:pt x="204143" y="171459"/>
                    <a:pt x="206275" y="170103"/>
                  </a:cubicBezTo>
                  <a:cubicBezTo>
                    <a:pt x="212462" y="166166"/>
                    <a:pt x="214284" y="157960"/>
                    <a:pt x="210348" y="151775"/>
                  </a:cubicBezTo>
                  <a:close/>
                </a:path>
              </a:pathLst>
            </a:custGeom>
            <a:solidFill>
              <a:schemeClr val="bg1"/>
            </a:solidFill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6" name="Graphique 121">
              <a:extLst>
                <a:ext uri="{FF2B5EF4-FFF2-40B4-BE49-F238E27FC236}">
                  <a16:creationId xmlns:a16="http://schemas.microsoft.com/office/drawing/2014/main" id="{D8F1CE9E-6CCD-0D36-3833-3FB368B5D3D0}"/>
                </a:ext>
              </a:extLst>
            </p:cNvPr>
            <p:cNvSpPr/>
            <p:nvPr/>
          </p:nvSpPr>
          <p:spPr>
            <a:xfrm>
              <a:off x="10827494" y="5577108"/>
              <a:ext cx="212426" cy="318213"/>
            </a:xfrm>
            <a:custGeom>
              <a:avLst/>
              <a:gdLst>
                <a:gd name="connsiteX0" fmla="*/ 210348 w 212426"/>
                <a:gd name="connsiteY0" fmla="*/ 151776 h 318213"/>
                <a:gd name="connsiteX1" fmla="*/ 117416 w 212426"/>
                <a:gd name="connsiteY1" fmla="*/ 5741 h 318213"/>
                <a:gd name="connsiteX2" fmla="*/ 114279 w 212426"/>
                <a:gd name="connsiteY2" fmla="*/ 2603 h 318213"/>
                <a:gd name="connsiteX3" fmla="*/ 95007 w 212426"/>
                <a:gd name="connsiteY3" fmla="*/ 5741 h 318213"/>
                <a:gd name="connsiteX4" fmla="*/ 2076 w 212426"/>
                <a:gd name="connsiteY4" fmla="*/ 151776 h 318213"/>
                <a:gd name="connsiteX5" fmla="*/ 0 w 212426"/>
                <a:gd name="connsiteY5" fmla="*/ 158910 h 318213"/>
                <a:gd name="connsiteX6" fmla="*/ 13281 w 212426"/>
                <a:gd name="connsiteY6" fmla="*/ 172180 h 318213"/>
                <a:gd name="connsiteX7" fmla="*/ 53109 w 212426"/>
                <a:gd name="connsiteY7" fmla="*/ 172180 h 318213"/>
                <a:gd name="connsiteX8" fmla="*/ 53109 w 212426"/>
                <a:gd name="connsiteY8" fmla="*/ 212007 h 318213"/>
                <a:gd name="connsiteX9" fmla="*/ 53348 w 212426"/>
                <a:gd name="connsiteY9" fmla="*/ 214463 h 318213"/>
                <a:gd name="connsiteX10" fmla="*/ 30447 w 212426"/>
                <a:gd name="connsiteY10" fmla="*/ 269001 h 318213"/>
                <a:gd name="connsiteX11" fmla="*/ 26557 w 212426"/>
                <a:gd name="connsiteY11" fmla="*/ 278386 h 318213"/>
                <a:gd name="connsiteX12" fmla="*/ 26557 w 212426"/>
                <a:gd name="connsiteY12" fmla="*/ 318214 h 318213"/>
                <a:gd name="connsiteX13" fmla="*/ 53109 w 212426"/>
                <a:gd name="connsiteY13" fmla="*/ 318214 h 318213"/>
                <a:gd name="connsiteX14" fmla="*/ 53109 w 212426"/>
                <a:gd name="connsiteY14" fmla="*/ 283697 h 318213"/>
                <a:gd name="connsiteX15" fmla="*/ 79660 w 212426"/>
                <a:gd name="connsiteY15" fmla="*/ 210998 h 318213"/>
                <a:gd name="connsiteX16" fmla="*/ 79660 w 212426"/>
                <a:gd name="connsiteY16" fmla="*/ 158904 h 318213"/>
                <a:gd name="connsiteX17" fmla="*/ 66384 w 212426"/>
                <a:gd name="connsiteY17" fmla="*/ 145627 h 318213"/>
                <a:gd name="connsiteX18" fmla="*/ 37457 w 212426"/>
                <a:gd name="connsiteY18" fmla="*/ 145627 h 318213"/>
                <a:gd name="connsiteX19" fmla="*/ 106212 w 212426"/>
                <a:gd name="connsiteY19" fmla="*/ 37602 h 318213"/>
                <a:gd name="connsiteX20" fmla="*/ 174968 w 212426"/>
                <a:gd name="connsiteY20" fmla="*/ 145627 h 318213"/>
                <a:gd name="connsiteX21" fmla="*/ 146040 w 212426"/>
                <a:gd name="connsiteY21" fmla="*/ 145627 h 318213"/>
                <a:gd name="connsiteX22" fmla="*/ 132764 w 212426"/>
                <a:gd name="connsiteY22" fmla="*/ 158904 h 318213"/>
                <a:gd name="connsiteX23" fmla="*/ 132764 w 212426"/>
                <a:gd name="connsiteY23" fmla="*/ 198731 h 318213"/>
                <a:gd name="connsiteX24" fmla="*/ 159315 w 212426"/>
                <a:gd name="connsiteY24" fmla="*/ 198731 h 318213"/>
                <a:gd name="connsiteX25" fmla="*/ 159315 w 212426"/>
                <a:gd name="connsiteY25" fmla="*/ 172180 h 318213"/>
                <a:gd name="connsiteX26" fmla="*/ 199142 w 212426"/>
                <a:gd name="connsiteY26" fmla="*/ 172180 h 318213"/>
                <a:gd name="connsiteX27" fmla="*/ 206277 w 212426"/>
                <a:gd name="connsiteY27" fmla="*/ 170104 h 318213"/>
                <a:gd name="connsiteX28" fmla="*/ 210348 w 212426"/>
                <a:gd name="connsiteY28" fmla="*/ 151776 h 318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426" h="318213">
                  <a:moveTo>
                    <a:pt x="210348" y="151776"/>
                  </a:moveTo>
                  <a:lnTo>
                    <a:pt x="117416" y="5741"/>
                  </a:lnTo>
                  <a:cubicBezTo>
                    <a:pt x="116546" y="4532"/>
                    <a:pt x="115487" y="3473"/>
                    <a:pt x="114279" y="2603"/>
                  </a:cubicBezTo>
                  <a:cubicBezTo>
                    <a:pt x="108091" y="-1853"/>
                    <a:pt x="99462" y="-447"/>
                    <a:pt x="95007" y="5741"/>
                  </a:cubicBezTo>
                  <a:lnTo>
                    <a:pt x="2076" y="151776"/>
                  </a:lnTo>
                  <a:cubicBezTo>
                    <a:pt x="719" y="153908"/>
                    <a:pt x="-1" y="156383"/>
                    <a:pt x="0" y="158910"/>
                  </a:cubicBezTo>
                  <a:cubicBezTo>
                    <a:pt x="2" y="166242"/>
                    <a:pt x="5949" y="172184"/>
                    <a:pt x="13281" y="172180"/>
                  </a:cubicBezTo>
                  <a:lnTo>
                    <a:pt x="53109" y="172180"/>
                  </a:lnTo>
                  <a:lnTo>
                    <a:pt x="53109" y="212007"/>
                  </a:lnTo>
                  <a:cubicBezTo>
                    <a:pt x="53115" y="212831"/>
                    <a:pt x="53196" y="213654"/>
                    <a:pt x="53348" y="214463"/>
                  </a:cubicBezTo>
                  <a:cubicBezTo>
                    <a:pt x="54743" y="235237"/>
                    <a:pt x="46255" y="255450"/>
                    <a:pt x="30447" y="269001"/>
                  </a:cubicBezTo>
                  <a:cubicBezTo>
                    <a:pt x="27956" y="271490"/>
                    <a:pt x="26557" y="274866"/>
                    <a:pt x="26557" y="278386"/>
                  </a:cubicBezTo>
                  <a:lnTo>
                    <a:pt x="26557" y="318214"/>
                  </a:lnTo>
                  <a:lnTo>
                    <a:pt x="53109" y="318214"/>
                  </a:lnTo>
                  <a:lnTo>
                    <a:pt x="53109" y="283697"/>
                  </a:lnTo>
                  <a:cubicBezTo>
                    <a:pt x="72251" y="264567"/>
                    <a:pt x="81967" y="237961"/>
                    <a:pt x="79660" y="210998"/>
                  </a:cubicBezTo>
                  <a:lnTo>
                    <a:pt x="79660" y="158904"/>
                  </a:lnTo>
                  <a:cubicBezTo>
                    <a:pt x="79660" y="151572"/>
                    <a:pt x="73716" y="145627"/>
                    <a:pt x="66384" y="145627"/>
                  </a:cubicBezTo>
                  <a:lnTo>
                    <a:pt x="37457" y="145627"/>
                  </a:lnTo>
                  <a:lnTo>
                    <a:pt x="106212" y="37602"/>
                  </a:lnTo>
                  <a:lnTo>
                    <a:pt x="174968" y="145627"/>
                  </a:lnTo>
                  <a:lnTo>
                    <a:pt x="146040" y="145627"/>
                  </a:lnTo>
                  <a:cubicBezTo>
                    <a:pt x="138708" y="145627"/>
                    <a:pt x="132764" y="151572"/>
                    <a:pt x="132764" y="158904"/>
                  </a:cubicBezTo>
                  <a:lnTo>
                    <a:pt x="132764" y="198731"/>
                  </a:lnTo>
                  <a:lnTo>
                    <a:pt x="159315" y="198731"/>
                  </a:lnTo>
                  <a:lnTo>
                    <a:pt x="159315" y="172180"/>
                  </a:lnTo>
                  <a:lnTo>
                    <a:pt x="199142" y="172180"/>
                  </a:lnTo>
                  <a:cubicBezTo>
                    <a:pt x="201670" y="172181"/>
                    <a:pt x="204145" y="171461"/>
                    <a:pt x="206277" y="170104"/>
                  </a:cubicBezTo>
                  <a:cubicBezTo>
                    <a:pt x="212462" y="166166"/>
                    <a:pt x="214286" y="157960"/>
                    <a:pt x="210348" y="151776"/>
                  </a:cubicBezTo>
                  <a:close/>
                </a:path>
              </a:pathLst>
            </a:custGeom>
            <a:solidFill>
              <a:schemeClr val="bg1"/>
            </a:solidFill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7" name="Graphique 121">
              <a:extLst>
                <a:ext uri="{FF2B5EF4-FFF2-40B4-BE49-F238E27FC236}">
                  <a16:creationId xmlns:a16="http://schemas.microsoft.com/office/drawing/2014/main" id="{E5ADD284-B489-6552-0C70-98ED6DCD46BF}"/>
                </a:ext>
              </a:extLst>
            </p:cNvPr>
            <p:cNvSpPr/>
            <p:nvPr/>
          </p:nvSpPr>
          <p:spPr>
            <a:xfrm>
              <a:off x="11252322" y="5577108"/>
              <a:ext cx="212425" cy="318211"/>
            </a:xfrm>
            <a:custGeom>
              <a:avLst/>
              <a:gdLst>
                <a:gd name="connsiteX0" fmla="*/ 210346 w 212425"/>
                <a:gd name="connsiteY0" fmla="*/ 151776 h 318211"/>
                <a:gd name="connsiteX1" fmla="*/ 117416 w 212425"/>
                <a:gd name="connsiteY1" fmla="*/ 5741 h 318211"/>
                <a:gd name="connsiteX2" fmla="*/ 114279 w 212425"/>
                <a:gd name="connsiteY2" fmla="*/ 2603 h 318211"/>
                <a:gd name="connsiteX3" fmla="*/ 95007 w 212425"/>
                <a:gd name="connsiteY3" fmla="*/ 5741 h 318211"/>
                <a:gd name="connsiteX4" fmla="*/ 2076 w 212425"/>
                <a:gd name="connsiteY4" fmla="*/ 151775 h 318211"/>
                <a:gd name="connsiteX5" fmla="*/ 0 w 212425"/>
                <a:gd name="connsiteY5" fmla="*/ 158909 h 318211"/>
                <a:gd name="connsiteX6" fmla="*/ 13281 w 212425"/>
                <a:gd name="connsiteY6" fmla="*/ 172179 h 318211"/>
                <a:gd name="connsiteX7" fmla="*/ 53109 w 212425"/>
                <a:gd name="connsiteY7" fmla="*/ 172179 h 318211"/>
                <a:gd name="connsiteX8" fmla="*/ 53109 w 212425"/>
                <a:gd name="connsiteY8" fmla="*/ 198730 h 318211"/>
                <a:gd name="connsiteX9" fmla="*/ 79660 w 212425"/>
                <a:gd name="connsiteY9" fmla="*/ 198730 h 318211"/>
                <a:gd name="connsiteX10" fmla="*/ 79660 w 212425"/>
                <a:gd name="connsiteY10" fmla="*/ 158902 h 318211"/>
                <a:gd name="connsiteX11" fmla="*/ 66384 w 212425"/>
                <a:gd name="connsiteY11" fmla="*/ 145626 h 318211"/>
                <a:gd name="connsiteX12" fmla="*/ 37455 w 212425"/>
                <a:gd name="connsiteY12" fmla="*/ 145626 h 318211"/>
                <a:gd name="connsiteX13" fmla="*/ 106211 w 212425"/>
                <a:gd name="connsiteY13" fmla="*/ 37600 h 318211"/>
                <a:gd name="connsiteX14" fmla="*/ 174967 w 212425"/>
                <a:gd name="connsiteY14" fmla="*/ 145626 h 318211"/>
                <a:gd name="connsiteX15" fmla="*/ 146039 w 212425"/>
                <a:gd name="connsiteY15" fmla="*/ 145626 h 318211"/>
                <a:gd name="connsiteX16" fmla="*/ 132762 w 212425"/>
                <a:gd name="connsiteY16" fmla="*/ 158902 h 318211"/>
                <a:gd name="connsiteX17" fmla="*/ 132762 w 212425"/>
                <a:gd name="connsiteY17" fmla="*/ 210983 h 318211"/>
                <a:gd name="connsiteX18" fmla="*/ 159314 w 212425"/>
                <a:gd name="connsiteY18" fmla="*/ 283694 h 318211"/>
                <a:gd name="connsiteX19" fmla="*/ 159314 w 212425"/>
                <a:gd name="connsiteY19" fmla="*/ 318211 h 318211"/>
                <a:gd name="connsiteX20" fmla="*/ 185865 w 212425"/>
                <a:gd name="connsiteY20" fmla="*/ 318211 h 318211"/>
                <a:gd name="connsiteX21" fmla="*/ 185865 w 212425"/>
                <a:gd name="connsiteY21" fmla="*/ 278384 h 318211"/>
                <a:gd name="connsiteX22" fmla="*/ 181976 w 212425"/>
                <a:gd name="connsiteY22" fmla="*/ 269090 h 318211"/>
                <a:gd name="connsiteX23" fmla="*/ 159049 w 212425"/>
                <a:gd name="connsiteY23" fmla="*/ 214660 h 318211"/>
                <a:gd name="connsiteX24" fmla="*/ 159314 w 212425"/>
                <a:gd name="connsiteY24" fmla="*/ 212005 h 318211"/>
                <a:gd name="connsiteX25" fmla="*/ 159314 w 212425"/>
                <a:gd name="connsiteY25" fmla="*/ 172177 h 318211"/>
                <a:gd name="connsiteX26" fmla="*/ 199141 w 212425"/>
                <a:gd name="connsiteY26" fmla="*/ 172177 h 318211"/>
                <a:gd name="connsiteX27" fmla="*/ 206275 w 212425"/>
                <a:gd name="connsiteY27" fmla="*/ 170101 h 318211"/>
                <a:gd name="connsiteX28" fmla="*/ 210346 w 212425"/>
                <a:gd name="connsiteY28" fmla="*/ 151776 h 318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425" h="318211">
                  <a:moveTo>
                    <a:pt x="210346" y="151776"/>
                  </a:moveTo>
                  <a:lnTo>
                    <a:pt x="117416" y="5741"/>
                  </a:lnTo>
                  <a:cubicBezTo>
                    <a:pt x="116546" y="4532"/>
                    <a:pt x="115487" y="3473"/>
                    <a:pt x="114279" y="2603"/>
                  </a:cubicBezTo>
                  <a:cubicBezTo>
                    <a:pt x="108091" y="-1853"/>
                    <a:pt x="99462" y="-447"/>
                    <a:pt x="95007" y="5741"/>
                  </a:cubicBezTo>
                  <a:lnTo>
                    <a:pt x="2076" y="151775"/>
                  </a:lnTo>
                  <a:cubicBezTo>
                    <a:pt x="719" y="153907"/>
                    <a:pt x="-1" y="156382"/>
                    <a:pt x="0" y="158909"/>
                  </a:cubicBezTo>
                  <a:cubicBezTo>
                    <a:pt x="4" y="166241"/>
                    <a:pt x="5949" y="172182"/>
                    <a:pt x="13281" y="172179"/>
                  </a:cubicBezTo>
                  <a:lnTo>
                    <a:pt x="53109" y="172179"/>
                  </a:lnTo>
                  <a:lnTo>
                    <a:pt x="53109" y="198730"/>
                  </a:lnTo>
                  <a:lnTo>
                    <a:pt x="79660" y="198730"/>
                  </a:lnTo>
                  <a:lnTo>
                    <a:pt x="79660" y="158902"/>
                  </a:lnTo>
                  <a:cubicBezTo>
                    <a:pt x="79660" y="151570"/>
                    <a:pt x="73716" y="145626"/>
                    <a:pt x="66384" y="145626"/>
                  </a:cubicBezTo>
                  <a:lnTo>
                    <a:pt x="37455" y="145626"/>
                  </a:lnTo>
                  <a:lnTo>
                    <a:pt x="106211" y="37600"/>
                  </a:lnTo>
                  <a:lnTo>
                    <a:pt x="174967" y="145626"/>
                  </a:lnTo>
                  <a:lnTo>
                    <a:pt x="146039" y="145626"/>
                  </a:lnTo>
                  <a:cubicBezTo>
                    <a:pt x="138707" y="145626"/>
                    <a:pt x="132762" y="151570"/>
                    <a:pt x="132762" y="158902"/>
                  </a:cubicBezTo>
                  <a:lnTo>
                    <a:pt x="132762" y="210983"/>
                  </a:lnTo>
                  <a:cubicBezTo>
                    <a:pt x="130451" y="237951"/>
                    <a:pt x="140169" y="264562"/>
                    <a:pt x="159314" y="283694"/>
                  </a:cubicBezTo>
                  <a:lnTo>
                    <a:pt x="159314" y="318211"/>
                  </a:lnTo>
                  <a:lnTo>
                    <a:pt x="185865" y="318211"/>
                  </a:lnTo>
                  <a:lnTo>
                    <a:pt x="185865" y="278384"/>
                  </a:lnTo>
                  <a:cubicBezTo>
                    <a:pt x="185840" y="274895"/>
                    <a:pt x="184442" y="271557"/>
                    <a:pt x="181976" y="269090"/>
                  </a:cubicBezTo>
                  <a:cubicBezTo>
                    <a:pt x="166198" y="255563"/>
                    <a:pt x="157704" y="235399"/>
                    <a:pt x="159049" y="214660"/>
                  </a:cubicBezTo>
                  <a:cubicBezTo>
                    <a:pt x="159227" y="213786"/>
                    <a:pt x="159315" y="212896"/>
                    <a:pt x="159314" y="212005"/>
                  </a:cubicBezTo>
                  <a:lnTo>
                    <a:pt x="159314" y="172177"/>
                  </a:lnTo>
                  <a:lnTo>
                    <a:pt x="199141" y="172177"/>
                  </a:lnTo>
                  <a:cubicBezTo>
                    <a:pt x="201669" y="172179"/>
                    <a:pt x="204143" y="171458"/>
                    <a:pt x="206275" y="170101"/>
                  </a:cubicBezTo>
                  <a:cubicBezTo>
                    <a:pt x="212462" y="166166"/>
                    <a:pt x="214284" y="157960"/>
                    <a:pt x="210346" y="151776"/>
                  </a:cubicBezTo>
                  <a:close/>
                </a:path>
              </a:pathLst>
            </a:custGeom>
            <a:solidFill>
              <a:schemeClr val="bg1"/>
            </a:solidFill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8" name="Graphique 121">
              <a:extLst>
                <a:ext uri="{FF2B5EF4-FFF2-40B4-BE49-F238E27FC236}">
                  <a16:creationId xmlns:a16="http://schemas.microsoft.com/office/drawing/2014/main" id="{A54D08D1-F37C-2D06-6050-2A8EFD225D19}"/>
                </a:ext>
              </a:extLst>
            </p:cNvPr>
            <p:cNvSpPr/>
            <p:nvPr/>
          </p:nvSpPr>
          <p:spPr>
            <a:xfrm>
              <a:off x="11411637" y="5974978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solidFill>
              <a:schemeClr val="bg1"/>
            </a:solidFill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9" name="Graphique 121">
              <a:extLst>
                <a:ext uri="{FF2B5EF4-FFF2-40B4-BE49-F238E27FC236}">
                  <a16:creationId xmlns:a16="http://schemas.microsoft.com/office/drawing/2014/main" id="{8A9CF60B-2BC6-4F09-83C1-958DCF2AA5F5}"/>
                </a:ext>
              </a:extLst>
            </p:cNvPr>
            <p:cNvSpPr/>
            <p:nvPr/>
          </p:nvSpPr>
          <p:spPr>
            <a:xfrm>
              <a:off x="11411637" y="5921874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D650872E-3EED-A04C-D4EA-C8002B145FE4}"/>
              </a:ext>
            </a:extLst>
          </p:cNvPr>
          <p:cNvSpPr txBox="1"/>
          <p:nvPr/>
        </p:nvSpPr>
        <p:spPr>
          <a:xfrm>
            <a:off x="6987565" y="2759157"/>
            <a:ext cx="2079497" cy="2571749"/>
          </a:xfrm>
          <a:prstGeom prst="rect">
            <a:avLst/>
          </a:prstGeom>
          <a:noFill/>
        </p:spPr>
        <p:txBody>
          <a:bodyPr wrap="square" lIns="90000" tIns="0" rIns="72000" bIns="216000" rtlCol="0" anchor="t" anchorCtr="0">
            <a:noAutofit/>
          </a:bodyPr>
          <a:lstStyle/>
          <a:p>
            <a:pPr marL="126000" indent="-126000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6000" indent="-126000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6000" indent="-126000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6000" indent="-126000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E0CF21-0062-BEE1-40E2-34D29FACF808}"/>
              </a:ext>
            </a:extLst>
          </p:cNvPr>
          <p:cNvSpPr/>
          <p:nvPr/>
        </p:nvSpPr>
        <p:spPr>
          <a:xfrm>
            <a:off x="6944426" y="726116"/>
            <a:ext cx="2199573" cy="1681494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98000" rtlCol="0" anchor="b" anchorCtr="0"/>
          <a:lstStyle/>
          <a:p>
            <a:pPr algn="ctr">
              <a:lnSpc>
                <a:spcPct val="85000"/>
              </a:lnSpc>
            </a:pPr>
            <a:r>
              <a:rPr lang="en-US" sz="1100" noProof="0" dirty="0"/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1100" noProof="0" dirty="0"/>
              <a:t>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b="1" noProof="0" dirty="0" err="1">
                <a:solidFill>
                  <a:schemeClr val="accent5"/>
                </a:solidFill>
              </a:rPr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r>
              <a:rPr lang="en-US" sz="1100" noProof="0" dirty="0"/>
              <a:t> </a:t>
            </a:r>
          </a:p>
          <a:p>
            <a:pPr algn="ctr">
              <a:lnSpc>
                <a:spcPct val="85000"/>
              </a:lnSpc>
            </a:pPr>
            <a:r>
              <a:rPr lang="en-US" sz="1100" noProof="0" dirty="0"/>
              <a:t>ipsum dolor </a:t>
            </a:r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D7CC40B5-3DE0-00E7-4B14-B6E8C8026057}"/>
              </a:ext>
            </a:extLst>
          </p:cNvPr>
          <p:cNvSpPr/>
          <p:nvPr/>
        </p:nvSpPr>
        <p:spPr>
          <a:xfrm rot="10800000">
            <a:off x="7838602" y="2404523"/>
            <a:ext cx="411221" cy="138839"/>
          </a:xfrm>
          <a:prstGeom prst="triangle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grpSp>
        <p:nvGrpSpPr>
          <p:cNvPr id="60" name="Graphique 138">
            <a:extLst>
              <a:ext uri="{FF2B5EF4-FFF2-40B4-BE49-F238E27FC236}">
                <a16:creationId xmlns:a16="http://schemas.microsoft.com/office/drawing/2014/main" id="{A68EB78B-9C00-4AF9-9C09-A3B8FCCFEDD8}"/>
              </a:ext>
            </a:extLst>
          </p:cNvPr>
          <p:cNvGrpSpPr/>
          <p:nvPr/>
        </p:nvGrpSpPr>
        <p:grpSpPr>
          <a:xfrm>
            <a:off x="7873190" y="960978"/>
            <a:ext cx="471798" cy="471875"/>
            <a:chOff x="14274496" y="8626386"/>
            <a:chExt cx="647895" cy="648000"/>
          </a:xfrm>
          <a:solidFill>
            <a:schemeClr val="accent5"/>
          </a:solidFill>
        </p:grpSpPr>
        <p:sp>
          <p:nvSpPr>
            <p:cNvPr id="61" name="Graphique 138">
              <a:extLst>
                <a:ext uri="{FF2B5EF4-FFF2-40B4-BE49-F238E27FC236}">
                  <a16:creationId xmlns:a16="http://schemas.microsoft.com/office/drawing/2014/main" id="{032D46C5-2420-B8C5-73C0-5C19442A2666}"/>
                </a:ext>
              </a:extLst>
            </p:cNvPr>
            <p:cNvSpPr/>
            <p:nvPr/>
          </p:nvSpPr>
          <p:spPr>
            <a:xfrm>
              <a:off x="14327250" y="8674132"/>
              <a:ext cx="85219" cy="78857"/>
            </a:xfrm>
            <a:custGeom>
              <a:avLst/>
              <a:gdLst>
                <a:gd name="connsiteX0" fmla="*/ 85219 w 85219"/>
                <a:gd name="connsiteY0" fmla="*/ 12825 h 78857"/>
                <a:gd name="connsiteX1" fmla="*/ 72411 w 85219"/>
                <a:gd name="connsiteY1" fmla="*/ 0 h 78857"/>
                <a:gd name="connsiteX2" fmla="*/ 24856 w 85219"/>
                <a:gd name="connsiteY2" fmla="*/ 0 h 78857"/>
                <a:gd name="connsiteX3" fmla="*/ 0 w 85219"/>
                <a:gd name="connsiteY3" fmla="*/ 24889 h 78857"/>
                <a:gd name="connsiteX4" fmla="*/ 0 w 85219"/>
                <a:gd name="connsiteY4" fmla="*/ 66032 h 78857"/>
                <a:gd name="connsiteX5" fmla="*/ 12808 w 85219"/>
                <a:gd name="connsiteY5" fmla="*/ 78857 h 78857"/>
                <a:gd name="connsiteX6" fmla="*/ 25617 w 85219"/>
                <a:gd name="connsiteY6" fmla="*/ 66032 h 78857"/>
                <a:gd name="connsiteX7" fmla="*/ 25617 w 85219"/>
                <a:gd name="connsiteY7" fmla="*/ 25524 h 78857"/>
                <a:gd name="connsiteX8" fmla="*/ 72538 w 85219"/>
                <a:gd name="connsiteY8" fmla="*/ 25524 h 78857"/>
                <a:gd name="connsiteX9" fmla="*/ 85219 w 85219"/>
                <a:gd name="connsiteY9" fmla="*/ 12825 h 78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219" h="78857">
                  <a:moveTo>
                    <a:pt x="85219" y="12825"/>
                  </a:moveTo>
                  <a:cubicBezTo>
                    <a:pt x="85219" y="5714"/>
                    <a:pt x="79513" y="0"/>
                    <a:pt x="72411" y="0"/>
                  </a:cubicBezTo>
                  <a:lnTo>
                    <a:pt x="24856" y="0"/>
                  </a:lnTo>
                  <a:cubicBezTo>
                    <a:pt x="11160" y="0"/>
                    <a:pt x="0" y="11175"/>
                    <a:pt x="0" y="24889"/>
                  </a:cubicBezTo>
                  <a:lnTo>
                    <a:pt x="0" y="66032"/>
                  </a:lnTo>
                  <a:cubicBezTo>
                    <a:pt x="0" y="73143"/>
                    <a:pt x="5707" y="78857"/>
                    <a:pt x="12808" y="78857"/>
                  </a:cubicBezTo>
                  <a:cubicBezTo>
                    <a:pt x="19910" y="78857"/>
                    <a:pt x="25617" y="73143"/>
                    <a:pt x="25617" y="66032"/>
                  </a:cubicBezTo>
                  <a:lnTo>
                    <a:pt x="25617" y="25524"/>
                  </a:lnTo>
                  <a:lnTo>
                    <a:pt x="72538" y="25524"/>
                  </a:lnTo>
                  <a:cubicBezTo>
                    <a:pt x="79513" y="25524"/>
                    <a:pt x="85219" y="19810"/>
                    <a:pt x="85219" y="12825"/>
                  </a:cubicBezTo>
                  <a:close/>
                </a:path>
              </a:pathLst>
            </a:custGeom>
            <a:grpFill/>
            <a:ln w="12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2" name="Graphique 138">
              <a:extLst>
                <a:ext uri="{FF2B5EF4-FFF2-40B4-BE49-F238E27FC236}">
                  <a16:creationId xmlns:a16="http://schemas.microsoft.com/office/drawing/2014/main" id="{C8A7CCEC-88F4-3A8F-BFD3-16390B99F1D7}"/>
                </a:ext>
              </a:extLst>
            </p:cNvPr>
            <p:cNvSpPr/>
            <p:nvPr/>
          </p:nvSpPr>
          <p:spPr>
            <a:xfrm>
              <a:off x="14445566" y="8673876"/>
              <a:ext cx="25748" cy="26161"/>
            </a:xfrm>
            <a:custGeom>
              <a:avLst/>
              <a:gdLst>
                <a:gd name="connsiteX0" fmla="*/ 1144 w 25748"/>
                <a:gd name="connsiteY0" fmla="*/ 18161 h 26161"/>
                <a:gd name="connsiteX1" fmla="*/ 12937 w 25748"/>
                <a:gd name="connsiteY1" fmla="*/ 26161 h 26161"/>
                <a:gd name="connsiteX2" fmla="*/ 17756 w 25748"/>
                <a:gd name="connsiteY2" fmla="*/ 25272 h 26161"/>
                <a:gd name="connsiteX3" fmla="*/ 24858 w 25748"/>
                <a:gd name="connsiteY3" fmla="*/ 8637 h 26161"/>
                <a:gd name="connsiteX4" fmla="*/ 24604 w 25748"/>
                <a:gd name="connsiteY4" fmla="*/ 8002 h 26161"/>
                <a:gd name="connsiteX5" fmla="*/ 7992 w 25748"/>
                <a:gd name="connsiteY5" fmla="*/ 891 h 26161"/>
                <a:gd name="connsiteX6" fmla="*/ 890 w 25748"/>
                <a:gd name="connsiteY6" fmla="*/ 17526 h 26161"/>
                <a:gd name="connsiteX7" fmla="*/ 1144 w 25748"/>
                <a:gd name="connsiteY7" fmla="*/ 18161 h 26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748" h="26161">
                  <a:moveTo>
                    <a:pt x="1144" y="18161"/>
                  </a:moveTo>
                  <a:cubicBezTo>
                    <a:pt x="3173" y="23113"/>
                    <a:pt x="7992" y="26161"/>
                    <a:pt x="12937" y="26161"/>
                  </a:cubicBezTo>
                  <a:cubicBezTo>
                    <a:pt x="14586" y="26161"/>
                    <a:pt x="16108" y="25907"/>
                    <a:pt x="17756" y="25272"/>
                  </a:cubicBezTo>
                  <a:cubicBezTo>
                    <a:pt x="24351" y="22606"/>
                    <a:pt x="27394" y="15113"/>
                    <a:pt x="24858" y="8637"/>
                  </a:cubicBezTo>
                  <a:lnTo>
                    <a:pt x="24604" y="8002"/>
                  </a:lnTo>
                  <a:cubicBezTo>
                    <a:pt x="21941" y="1399"/>
                    <a:pt x="14459" y="-1648"/>
                    <a:pt x="7992" y="891"/>
                  </a:cubicBezTo>
                  <a:cubicBezTo>
                    <a:pt x="1397" y="3558"/>
                    <a:pt x="-1646" y="11050"/>
                    <a:pt x="890" y="17526"/>
                  </a:cubicBezTo>
                  <a:lnTo>
                    <a:pt x="1144" y="18161"/>
                  </a:lnTo>
                  <a:close/>
                </a:path>
              </a:pathLst>
            </a:custGeom>
            <a:grpFill/>
            <a:ln w="12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3" name="Graphique 138">
              <a:extLst>
                <a:ext uri="{FF2B5EF4-FFF2-40B4-BE49-F238E27FC236}">
                  <a16:creationId xmlns:a16="http://schemas.microsoft.com/office/drawing/2014/main" id="{A47B695A-DD54-A5DF-BEBF-66CB738A51A2}"/>
                </a:ext>
              </a:extLst>
            </p:cNvPr>
            <p:cNvSpPr/>
            <p:nvPr/>
          </p:nvSpPr>
          <p:spPr>
            <a:xfrm>
              <a:off x="14731170" y="9055207"/>
              <a:ext cx="133393" cy="127350"/>
            </a:xfrm>
            <a:custGeom>
              <a:avLst/>
              <a:gdLst>
                <a:gd name="connsiteX0" fmla="*/ 124136 w 133393"/>
                <a:gd name="connsiteY0" fmla="*/ 41275 h 127350"/>
                <a:gd name="connsiteX1" fmla="*/ 91671 w 133393"/>
                <a:gd name="connsiteY1" fmla="*/ 35941 h 127350"/>
                <a:gd name="connsiteX2" fmla="*/ 77722 w 133393"/>
                <a:gd name="connsiteY2" fmla="*/ 6354 h 127350"/>
                <a:gd name="connsiteX3" fmla="*/ 67830 w 133393"/>
                <a:gd name="connsiteY3" fmla="*/ 5 h 127350"/>
                <a:gd name="connsiteX4" fmla="*/ 57685 w 133393"/>
                <a:gd name="connsiteY4" fmla="*/ 5973 h 127350"/>
                <a:gd name="connsiteX5" fmla="*/ 42467 w 133393"/>
                <a:gd name="connsiteY5" fmla="*/ 34925 h 127350"/>
                <a:gd name="connsiteX6" fmla="*/ 9749 w 133393"/>
                <a:gd name="connsiteY6" fmla="*/ 38989 h 127350"/>
                <a:gd name="connsiteX7" fmla="*/ 619 w 133393"/>
                <a:gd name="connsiteY7" fmla="*/ 46354 h 127350"/>
                <a:gd name="connsiteX8" fmla="*/ 3155 w 133393"/>
                <a:gd name="connsiteY8" fmla="*/ 57783 h 127350"/>
                <a:gd name="connsiteX9" fmla="*/ 26235 w 133393"/>
                <a:gd name="connsiteY9" fmla="*/ 81021 h 127350"/>
                <a:gd name="connsiteX10" fmla="*/ 20148 w 133393"/>
                <a:gd name="connsiteY10" fmla="*/ 112894 h 127350"/>
                <a:gd name="connsiteX11" fmla="*/ 24333 w 133393"/>
                <a:gd name="connsiteY11" fmla="*/ 123814 h 127350"/>
                <a:gd name="connsiteX12" fmla="*/ 36000 w 133393"/>
                <a:gd name="connsiteY12" fmla="*/ 124830 h 127350"/>
                <a:gd name="connsiteX13" fmla="*/ 65421 w 133393"/>
                <a:gd name="connsiteY13" fmla="*/ 110227 h 127350"/>
                <a:gd name="connsiteX14" fmla="*/ 93954 w 133393"/>
                <a:gd name="connsiteY14" fmla="*/ 125846 h 127350"/>
                <a:gd name="connsiteX15" fmla="*/ 97885 w 133393"/>
                <a:gd name="connsiteY15" fmla="*/ 127243 h 127350"/>
                <a:gd name="connsiteX16" fmla="*/ 106002 w 133393"/>
                <a:gd name="connsiteY16" fmla="*/ 125465 h 127350"/>
                <a:gd name="connsiteX17" fmla="*/ 110694 w 133393"/>
                <a:gd name="connsiteY17" fmla="*/ 114798 h 127350"/>
                <a:gd name="connsiteX18" fmla="*/ 105748 w 133393"/>
                <a:gd name="connsiteY18" fmla="*/ 82544 h 127350"/>
                <a:gd name="connsiteX19" fmla="*/ 129843 w 133393"/>
                <a:gd name="connsiteY19" fmla="*/ 60195 h 127350"/>
                <a:gd name="connsiteX20" fmla="*/ 132886 w 133393"/>
                <a:gd name="connsiteY20" fmla="*/ 48894 h 127350"/>
                <a:gd name="connsiteX21" fmla="*/ 124136 w 133393"/>
                <a:gd name="connsiteY21" fmla="*/ 41275 h 127350"/>
                <a:gd name="connsiteX22" fmla="*/ 86345 w 133393"/>
                <a:gd name="connsiteY22" fmla="*/ 70354 h 127350"/>
                <a:gd name="connsiteX23" fmla="*/ 82921 w 133393"/>
                <a:gd name="connsiteY23" fmla="*/ 80005 h 127350"/>
                <a:gd name="connsiteX24" fmla="*/ 85331 w 133393"/>
                <a:gd name="connsiteY24" fmla="*/ 96005 h 127350"/>
                <a:gd name="connsiteX25" fmla="*/ 71128 w 133393"/>
                <a:gd name="connsiteY25" fmla="*/ 88259 h 127350"/>
                <a:gd name="connsiteX26" fmla="*/ 60856 w 133393"/>
                <a:gd name="connsiteY26" fmla="*/ 88005 h 127350"/>
                <a:gd name="connsiteX27" fmla="*/ 46272 w 133393"/>
                <a:gd name="connsiteY27" fmla="*/ 95243 h 127350"/>
                <a:gd name="connsiteX28" fmla="*/ 49315 w 133393"/>
                <a:gd name="connsiteY28" fmla="*/ 79370 h 127350"/>
                <a:gd name="connsiteX29" fmla="*/ 46272 w 133393"/>
                <a:gd name="connsiteY29" fmla="*/ 69592 h 127350"/>
                <a:gd name="connsiteX30" fmla="*/ 34859 w 133393"/>
                <a:gd name="connsiteY30" fmla="*/ 58163 h 127350"/>
                <a:gd name="connsiteX31" fmla="*/ 50964 w 133393"/>
                <a:gd name="connsiteY31" fmla="*/ 56132 h 127350"/>
                <a:gd name="connsiteX32" fmla="*/ 59461 w 133393"/>
                <a:gd name="connsiteY32" fmla="*/ 50291 h 127350"/>
                <a:gd name="connsiteX33" fmla="*/ 66943 w 133393"/>
                <a:gd name="connsiteY33" fmla="*/ 35941 h 127350"/>
                <a:gd name="connsiteX34" fmla="*/ 73917 w 133393"/>
                <a:gd name="connsiteY34" fmla="*/ 50544 h 127350"/>
                <a:gd name="connsiteX35" fmla="*/ 82160 w 133393"/>
                <a:gd name="connsiteY35" fmla="*/ 56767 h 127350"/>
                <a:gd name="connsiteX36" fmla="*/ 98266 w 133393"/>
                <a:gd name="connsiteY36" fmla="*/ 59433 h 127350"/>
                <a:gd name="connsiteX37" fmla="*/ 86345 w 133393"/>
                <a:gd name="connsiteY37" fmla="*/ 70354 h 12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3393" h="127350">
                  <a:moveTo>
                    <a:pt x="124136" y="41275"/>
                  </a:moveTo>
                  <a:lnTo>
                    <a:pt x="91671" y="35941"/>
                  </a:lnTo>
                  <a:lnTo>
                    <a:pt x="77722" y="6354"/>
                  </a:lnTo>
                  <a:cubicBezTo>
                    <a:pt x="75946" y="2544"/>
                    <a:pt x="72142" y="132"/>
                    <a:pt x="67830" y="5"/>
                  </a:cubicBezTo>
                  <a:cubicBezTo>
                    <a:pt x="63645" y="-122"/>
                    <a:pt x="59714" y="2290"/>
                    <a:pt x="57685" y="5973"/>
                  </a:cubicBezTo>
                  <a:lnTo>
                    <a:pt x="42467" y="34925"/>
                  </a:lnTo>
                  <a:lnTo>
                    <a:pt x="9749" y="38989"/>
                  </a:lnTo>
                  <a:cubicBezTo>
                    <a:pt x="5564" y="39497"/>
                    <a:pt x="2014" y="42290"/>
                    <a:pt x="619" y="46354"/>
                  </a:cubicBezTo>
                  <a:cubicBezTo>
                    <a:pt x="-776" y="50291"/>
                    <a:pt x="238" y="54735"/>
                    <a:pt x="3155" y="57783"/>
                  </a:cubicBezTo>
                  <a:lnTo>
                    <a:pt x="26235" y="81021"/>
                  </a:lnTo>
                  <a:lnTo>
                    <a:pt x="20148" y="112894"/>
                  </a:lnTo>
                  <a:cubicBezTo>
                    <a:pt x="19387" y="117084"/>
                    <a:pt x="20909" y="121275"/>
                    <a:pt x="24333" y="123814"/>
                  </a:cubicBezTo>
                  <a:cubicBezTo>
                    <a:pt x="27757" y="126354"/>
                    <a:pt x="32195" y="126735"/>
                    <a:pt x="36000" y="124830"/>
                  </a:cubicBezTo>
                  <a:lnTo>
                    <a:pt x="65421" y="110227"/>
                  </a:lnTo>
                  <a:lnTo>
                    <a:pt x="93954" y="125846"/>
                  </a:lnTo>
                  <a:cubicBezTo>
                    <a:pt x="95349" y="126608"/>
                    <a:pt x="96617" y="126989"/>
                    <a:pt x="97885" y="127243"/>
                  </a:cubicBezTo>
                  <a:cubicBezTo>
                    <a:pt x="100802" y="127624"/>
                    <a:pt x="103592" y="126989"/>
                    <a:pt x="106002" y="125465"/>
                  </a:cubicBezTo>
                  <a:cubicBezTo>
                    <a:pt x="109552" y="123052"/>
                    <a:pt x="111328" y="118989"/>
                    <a:pt x="110694" y="114798"/>
                  </a:cubicBezTo>
                  <a:lnTo>
                    <a:pt x="105748" y="82544"/>
                  </a:lnTo>
                  <a:lnTo>
                    <a:pt x="129843" y="60195"/>
                  </a:lnTo>
                  <a:cubicBezTo>
                    <a:pt x="133013" y="57275"/>
                    <a:pt x="134154" y="52957"/>
                    <a:pt x="132886" y="48894"/>
                  </a:cubicBezTo>
                  <a:cubicBezTo>
                    <a:pt x="131745" y="44830"/>
                    <a:pt x="128321" y="41910"/>
                    <a:pt x="124136" y="41275"/>
                  </a:cubicBezTo>
                  <a:close/>
                  <a:moveTo>
                    <a:pt x="86345" y="70354"/>
                  </a:moveTo>
                  <a:cubicBezTo>
                    <a:pt x="83682" y="72894"/>
                    <a:pt x="82414" y="76449"/>
                    <a:pt x="82921" y="80005"/>
                  </a:cubicBezTo>
                  <a:lnTo>
                    <a:pt x="85331" y="96005"/>
                  </a:lnTo>
                  <a:lnTo>
                    <a:pt x="71128" y="88259"/>
                  </a:lnTo>
                  <a:cubicBezTo>
                    <a:pt x="67957" y="86481"/>
                    <a:pt x="64026" y="86481"/>
                    <a:pt x="60856" y="88005"/>
                  </a:cubicBezTo>
                  <a:lnTo>
                    <a:pt x="46272" y="95243"/>
                  </a:lnTo>
                  <a:lnTo>
                    <a:pt x="49315" y="79370"/>
                  </a:lnTo>
                  <a:cubicBezTo>
                    <a:pt x="49949" y="75814"/>
                    <a:pt x="48935" y="72132"/>
                    <a:pt x="46272" y="69592"/>
                  </a:cubicBezTo>
                  <a:lnTo>
                    <a:pt x="34859" y="58163"/>
                  </a:lnTo>
                  <a:lnTo>
                    <a:pt x="50964" y="56132"/>
                  </a:lnTo>
                  <a:cubicBezTo>
                    <a:pt x="54642" y="55624"/>
                    <a:pt x="57812" y="53465"/>
                    <a:pt x="59461" y="50291"/>
                  </a:cubicBezTo>
                  <a:lnTo>
                    <a:pt x="66943" y="35941"/>
                  </a:lnTo>
                  <a:lnTo>
                    <a:pt x="73917" y="50544"/>
                  </a:lnTo>
                  <a:cubicBezTo>
                    <a:pt x="75439" y="53846"/>
                    <a:pt x="78610" y="56132"/>
                    <a:pt x="82160" y="56767"/>
                  </a:cubicBezTo>
                  <a:lnTo>
                    <a:pt x="98266" y="59433"/>
                  </a:lnTo>
                  <a:lnTo>
                    <a:pt x="86345" y="70354"/>
                  </a:lnTo>
                  <a:close/>
                </a:path>
              </a:pathLst>
            </a:custGeom>
            <a:solidFill>
              <a:schemeClr val="bg1"/>
            </a:solidFill>
            <a:ln w="12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4" name="Graphique 138">
              <a:extLst>
                <a:ext uri="{FF2B5EF4-FFF2-40B4-BE49-F238E27FC236}">
                  <a16:creationId xmlns:a16="http://schemas.microsoft.com/office/drawing/2014/main" id="{46C42731-9FE2-B820-DD87-CC5299F6C3C3}"/>
                </a:ext>
              </a:extLst>
            </p:cNvPr>
            <p:cNvSpPr/>
            <p:nvPr/>
          </p:nvSpPr>
          <p:spPr>
            <a:xfrm>
              <a:off x="14274496" y="8626386"/>
              <a:ext cx="647895" cy="648000"/>
            </a:xfrm>
            <a:custGeom>
              <a:avLst/>
              <a:gdLst>
                <a:gd name="connsiteX0" fmla="*/ 336185 w 647895"/>
                <a:gd name="connsiteY0" fmla="*/ 560254 h 648000"/>
                <a:gd name="connsiteX1" fmla="*/ 336185 w 647895"/>
                <a:gd name="connsiteY1" fmla="*/ 539175 h 648000"/>
                <a:gd name="connsiteX2" fmla="*/ 358505 w 647895"/>
                <a:gd name="connsiteY2" fmla="*/ 539175 h 648000"/>
                <a:gd name="connsiteX3" fmla="*/ 422039 w 647895"/>
                <a:gd name="connsiteY3" fmla="*/ 475556 h 648000"/>
                <a:gd name="connsiteX4" fmla="*/ 358505 w 647895"/>
                <a:gd name="connsiteY4" fmla="*/ 411937 h 648000"/>
                <a:gd name="connsiteX5" fmla="*/ 336185 w 647895"/>
                <a:gd name="connsiteY5" fmla="*/ 411937 h 648000"/>
                <a:gd name="connsiteX6" fmla="*/ 336185 w 647895"/>
                <a:gd name="connsiteY6" fmla="*/ 337270 h 648000"/>
                <a:gd name="connsiteX7" fmla="*/ 434847 w 647895"/>
                <a:gd name="connsiteY7" fmla="*/ 337270 h 648000"/>
                <a:gd name="connsiteX8" fmla="*/ 447656 w 647895"/>
                <a:gd name="connsiteY8" fmla="*/ 324444 h 648000"/>
                <a:gd name="connsiteX9" fmla="*/ 447656 w 647895"/>
                <a:gd name="connsiteY9" fmla="*/ 289270 h 648000"/>
                <a:gd name="connsiteX10" fmla="*/ 484685 w 647895"/>
                <a:gd name="connsiteY10" fmla="*/ 251302 h 648000"/>
                <a:gd name="connsiteX11" fmla="*/ 521715 w 647895"/>
                <a:gd name="connsiteY11" fmla="*/ 289270 h 648000"/>
                <a:gd name="connsiteX12" fmla="*/ 521715 w 647895"/>
                <a:gd name="connsiteY12" fmla="*/ 324444 h 648000"/>
                <a:gd name="connsiteX13" fmla="*/ 534524 w 647895"/>
                <a:gd name="connsiteY13" fmla="*/ 337270 h 648000"/>
                <a:gd name="connsiteX14" fmla="*/ 622406 w 647895"/>
                <a:gd name="connsiteY14" fmla="*/ 337270 h 648000"/>
                <a:gd name="connsiteX15" fmla="*/ 647896 w 647895"/>
                <a:gd name="connsiteY15" fmla="*/ 337270 h 648000"/>
                <a:gd name="connsiteX16" fmla="*/ 647135 w 647895"/>
                <a:gd name="connsiteY16" fmla="*/ 40000 h 648000"/>
                <a:gd name="connsiteX17" fmla="*/ 607188 w 647895"/>
                <a:gd name="connsiteY17" fmla="*/ 0 h 648000"/>
                <a:gd name="connsiteX18" fmla="*/ 40581 w 647895"/>
                <a:gd name="connsiteY18" fmla="*/ 0 h 648000"/>
                <a:gd name="connsiteX19" fmla="*/ 761 w 647895"/>
                <a:gd name="connsiteY19" fmla="*/ 40000 h 648000"/>
                <a:gd name="connsiteX20" fmla="*/ 761 w 647895"/>
                <a:gd name="connsiteY20" fmla="*/ 320127 h 648000"/>
                <a:gd name="connsiteX21" fmla="*/ 0 w 647895"/>
                <a:gd name="connsiteY21" fmla="*/ 324444 h 648000"/>
                <a:gd name="connsiteX22" fmla="*/ 0 w 647895"/>
                <a:gd name="connsiteY22" fmla="*/ 608000 h 648000"/>
                <a:gd name="connsiteX23" fmla="*/ 39820 w 647895"/>
                <a:gd name="connsiteY23" fmla="*/ 648000 h 648000"/>
                <a:gd name="connsiteX24" fmla="*/ 322616 w 647895"/>
                <a:gd name="connsiteY24" fmla="*/ 648000 h 648000"/>
                <a:gd name="connsiteX25" fmla="*/ 322997 w 647895"/>
                <a:gd name="connsiteY25" fmla="*/ 648000 h 648000"/>
                <a:gd name="connsiteX26" fmla="*/ 323377 w 647895"/>
                <a:gd name="connsiteY26" fmla="*/ 648000 h 648000"/>
                <a:gd name="connsiteX27" fmla="*/ 336185 w 647895"/>
                <a:gd name="connsiteY27" fmla="*/ 648000 h 648000"/>
                <a:gd name="connsiteX28" fmla="*/ 336185 w 647895"/>
                <a:gd name="connsiteY28" fmla="*/ 622476 h 648000"/>
                <a:gd name="connsiteX29" fmla="*/ 336185 w 647895"/>
                <a:gd name="connsiteY29" fmla="*/ 560254 h 648000"/>
                <a:gd name="connsiteX30" fmla="*/ 336185 w 647895"/>
                <a:gd name="connsiteY30" fmla="*/ 115429 h 648000"/>
                <a:gd name="connsiteX31" fmla="*/ 336185 w 647895"/>
                <a:gd name="connsiteY31" fmla="*/ 25651 h 648000"/>
                <a:gd name="connsiteX32" fmla="*/ 607315 w 647895"/>
                <a:gd name="connsiteY32" fmla="*/ 25651 h 648000"/>
                <a:gd name="connsiteX33" fmla="*/ 621645 w 647895"/>
                <a:gd name="connsiteY33" fmla="*/ 40000 h 648000"/>
                <a:gd name="connsiteX34" fmla="*/ 621645 w 647895"/>
                <a:gd name="connsiteY34" fmla="*/ 311746 h 648000"/>
                <a:gd name="connsiteX35" fmla="*/ 549107 w 647895"/>
                <a:gd name="connsiteY35" fmla="*/ 311746 h 648000"/>
                <a:gd name="connsiteX36" fmla="*/ 549107 w 647895"/>
                <a:gd name="connsiteY36" fmla="*/ 289397 h 648000"/>
                <a:gd name="connsiteX37" fmla="*/ 485573 w 647895"/>
                <a:gd name="connsiteY37" fmla="*/ 225778 h 648000"/>
                <a:gd name="connsiteX38" fmla="*/ 484685 w 647895"/>
                <a:gd name="connsiteY38" fmla="*/ 225778 h 648000"/>
                <a:gd name="connsiteX39" fmla="*/ 483798 w 647895"/>
                <a:gd name="connsiteY39" fmla="*/ 225778 h 648000"/>
                <a:gd name="connsiteX40" fmla="*/ 420264 w 647895"/>
                <a:gd name="connsiteY40" fmla="*/ 289397 h 648000"/>
                <a:gd name="connsiteX41" fmla="*/ 420264 w 647895"/>
                <a:gd name="connsiteY41" fmla="*/ 311746 h 648000"/>
                <a:gd name="connsiteX42" fmla="*/ 336185 w 647895"/>
                <a:gd name="connsiteY42" fmla="*/ 311746 h 648000"/>
                <a:gd name="connsiteX43" fmla="*/ 336185 w 647895"/>
                <a:gd name="connsiteY43" fmla="*/ 217143 h 648000"/>
                <a:gd name="connsiteX44" fmla="*/ 323377 w 647895"/>
                <a:gd name="connsiteY44" fmla="*/ 204317 h 648000"/>
                <a:gd name="connsiteX45" fmla="*/ 288250 w 647895"/>
                <a:gd name="connsiteY45" fmla="*/ 204317 h 648000"/>
                <a:gd name="connsiteX46" fmla="*/ 250332 w 647895"/>
                <a:gd name="connsiteY46" fmla="*/ 166349 h 648000"/>
                <a:gd name="connsiteX47" fmla="*/ 288250 w 647895"/>
                <a:gd name="connsiteY47" fmla="*/ 128381 h 648000"/>
                <a:gd name="connsiteX48" fmla="*/ 323377 w 647895"/>
                <a:gd name="connsiteY48" fmla="*/ 128381 h 648000"/>
                <a:gd name="connsiteX49" fmla="*/ 336185 w 647895"/>
                <a:gd name="connsiteY49" fmla="*/ 115429 h 648000"/>
                <a:gd name="connsiteX50" fmla="*/ 26251 w 647895"/>
                <a:gd name="connsiteY50" fmla="*/ 40000 h 648000"/>
                <a:gd name="connsiteX51" fmla="*/ 40581 w 647895"/>
                <a:gd name="connsiteY51" fmla="*/ 25651 h 648000"/>
                <a:gd name="connsiteX52" fmla="*/ 310569 w 647895"/>
                <a:gd name="connsiteY52" fmla="*/ 25651 h 648000"/>
                <a:gd name="connsiteX53" fmla="*/ 310569 w 647895"/>
                <a:gd name="connsiteY53" fmla="*/ 102730 h 648000"/>
                <a:gd name="connsiteX54" fmla="*/ 288250 w 647895"/>
                <a:gd name="connsiteY54" fmla="*/ 102730 h 648000"/>
                <a:gd name="connsiteX55" fmla="*/ 224715 w 647895"/>
                <a:gd name="connsiteY55" fmla="*/ 166349 h 648000"/>
                <a:gd name="connsiteX56" fmla="*/ 288250 w 647895"/>
                <a:gd name="connsiteY56" fmla="*/ 229968 h 648000"/>
                <a:gd name="connsiteX57" fmla="*/ 310569 w 647895"/>
                <a:gd name="connsiteY57" fmla="*/ 229968 h 648000"/>
                <a:gd name="connsiteX58" fmla="*/ 310569 w 647895"/>
                <a:gd name="connsiteY58" fmla="*/ 311746 h 648000"/>
                <a:gd name="connsiteX59" fmla="*/ 219389 w 647895"/>
                <a:gd name="connsiteY59" fmla="*/ 311746 h 648000"/>
                <a:gd name="connsiteX60" fmla="*/ 206581 w 647895"/>
                <a:gd name="connsiteY60" fmla="*/ 324571 h 648000"/>
                <a:gd name="connsiteX61" fmla="*/ 206581 w 647895"/>
                <a:gd name="connsiteY61" fmla="*/ 359238 h 648000"/>
                <a:gd name="connsiteX62" fmla="*/ 168663 w 647895"/>
                <a:gd name="connsiteY62" fmla="*/ 397206 h 648000"/>
                <a:gd name="connsiteX63" fmla="*/ 130746 w 647895"/>
                <a:gd name="connsiteY63" fmla="*/ 359238 h 648000"/>
                <a:gd name="connsiteX64" fmla="*/ 130746 w 647895"/>
                <a:gd name="connsiteY64" fmla="*/ 329016 h 648000"/>
                <a:gd name="connsiteX65" fmla="*/ 131507 w 647895"/>
                <a:gd name="connsiteY65" fmla="*/ 324698 h 648000"/>
                <a:gd name="connsiteX66" fmla="*/ 118698 w 647895"/>
                <a:gd name="connsiteY66" fmla="*/ 311873 h 648000"/>
                <a:gd name="connsiteX67" fmla="*/ 26251 w 647895"/>
                <a:gd name="connsiteY67" fmla="*/ 311873 h 648000"/>
                <a:gd name="connsiteX68" fmla="*/ 26251 w 647895"/>
                <a:gd name="connsiteY68" fmla="*/ 40000 h 648000"/>
                <a:gd name="connsiteX69" fmla="*/ 310569 w 647895"/>
                <a:gd name="connsiteY69" fmla="*/ 526349 h 648000"/>
                <a:gd name="connsiteX70" fmla="*/ 310569 w 647895"/>
                <a:gd name="connsiteY70" fmla="*/ 622476 h 648000"/>
                <a:gd name="connsiteX71" fmla="*/ 39820 w 647895"/>
                <a:gd name="connsiteY71" fmla="*/ 622476 h 648000"/>
                <a:gd name="connsiteX72" fmla="*/ 25490 w 647895"/>
                <a:gd name="connsiteY72" fmla="*/ 608127 h 648000"/>
                <a:gd name="connsiteX73" fmla="*/ 25490 w 647895"/>
                <a:gd name="connsiteY73" fmla="*/ 337270 h 648000"/>
                <a:gd name="connsiteX74" fmla="*/ 105129 w 647895"/>
                <a:gd name="connsiteY74" fmla="*/ 337270 h 648000"/>
                <a:gd name="connsiteX75" fmla="*/ 105129 w 647895"/>
                <a:gd name="connsiteY75" fmla="*/ 359111 h 648000"/>
                <a:gd name="connsiteX76" fmla="*/ 168663 w 647895"/>
                <a:gd name="connsiteY76" fmla="*/ 422730 h 648000"/>
                <a:gd name="connsiteX77" fmla="*/ 232198 w 647895"/>
                <a:gd name="connsiteY77" fmla="*/ 359111 h 648000"/>
                <a:gd name="connsiteX78" fmla="*/ 232198 w 647895"/>
                <a:gd name="connsiteY78" fmla="*/ 337270 h 648000"/>
                <a:gd name="connsiteX79" fmla="*/ 310569 w 647895"/>
                <a:gd name="connsiteY79" fmla="*/ 337270 h 648000"/>
                <a:gd name="connsiteX80" fmla="*/ 310569 w 647895"/>
                <a:gd name="connsiteY80" fmla="*/ 424762 h 648000"/>
                <a:gd name="connsiteX81" fmla="*/ 323377 w 647895"/>
                <a:gd name="connsiteY81" fmla="*/ 437587 h 648000"/>
                <a:gd name="connsiteX82" fmla="*/ 358505 w 647895"/>
                <a:gd name="connsiteY82" fmla="*/ 437587 h 648000"/>
                <a:gd name="connsiteX83" fmla="*/ 396422 w 647895"/>
                <a:gd name="connsiteY83" fmla="*/ 475556 h 648000"/>
                <a:gd name="connsiteX84" fmla="*/ 358505 w 647895"/>
                <a:gd name="connsiteY84" fmla="*/ 513524 h 648000"/>
                <a:gd name="connsiteX85" fmla="*/ 323377 w 647895"/>
                <a:gd name="connsiteY85" fmla="*/ 513524 h 648000"/>
                <a:gd name="connsiteX86" fmla="*/ 310569 w 647895"/>
                <a:gd name="connsiteY86" fmla="*/ 526349 h 6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647895" h="648000">
                  <a:moveTo>
                    <a:pt x="336185" y="560254"/>
                  </a:moveTo>
                  <a:lnTo>
                    <a:pt x="336185" y="539175"/>
                  </a:lnTo>
                  <a:lnTo>
                    <a:pt x="358505" y="539175"/>
                  </a:lnTo>
                  <a:cubicBezTo>
                    <a:pt x="393506" y="539175"/>
                    <a:pt x="422039" y="510603"/>
                    <a:pt x="422039" y="475556"/>
                  </a:cubicBezTo>
                  <a:cubicBezTo>
                    <a:pt x="422039" y="440508"/>
                    <a:pt x="393506" y="411937"/>
                    <a:pt x="358505" y="411937"/>
                  </a:cubicBezTo>
                  <a:lnTo>
                    <a:pt x="336185" y="411937"/>
                  </a:lnTo>
                  <a:lnTo>
                    <a:pt x="336185" y="337270"/>
                  </a:lnTo>
                  <a:lnTo>
                    <a:pt x="434847" y="337270"/>
                  </a:lnTo>
                  <a:cubicBezTo>
                    <a:pt x="441949" y="337270"/>
                    <a:pt x="447656" y="331556"/>
                    <a:pt x="447656" y="324444"/>
                  </a:cubicBezTo>
                  <a:lnTo>
                    <a:pt x="447656" y="289270"/>
                  </a:lnTo>
                  <a:cubicBezTo>
                    <a:pt x="447656" y="268571"/>
                    <a:pt x="464268" y="251683"/>
                    <a:pt x="484685" y="251302"/>
                  </a:cubicBezTo>
                  <a:cubicBezTo>
                    <a:pt x="505229" y="251810"/>
                    <a:pt x="521715" y="268698"/>
                    <a:pt x="521715" y="289270"/>
                  </a:cubicBezTo>
                  <a:lnTo>
                    <a:pt x="521715" y="324444"/>
                  </a:lnTo>
                  <a:cubicBezTo>
                    <a:pt x="521715" y="331556"/>
                    <a:pt x="527422" y="337270"/>
                    <a:pt x="534524" y="337270"/>
                  </a:cubicBezTo>
                  <a:lnTo>
                    <a:pt x="622406" y="337270"/>
                  </a:lnTo>
                  <a:lnTo>
                    <a:pt x="647896" y="337270"/>
                  </a:lnTo>
                  <a:lnTo>
                    <a:pt x="647135" y="40000"/>
                  </a:lnTo>
                  <a:cubicBezTo>
                    <a:pt x="647135" y="18032"/>
                    <a:pt x="629254" y="0"/>
                    <a:pt x="607188" y="0"/>
                  </a:cubicBezTo>
                  <a:lnTo>
                    <a:pt x="40581" y="0"/>
                  </a:lnTo>
                  <a:cubicBezTo>
                    <a:pt x="18642" y="0"/>
                    <a:pt x="761" y="17905"/>
                    <a:pt x="761" y="40000"/>
                  </a:cubicBezTo>
                  <a:lnTo>
                    <a:pt x="761" y="320127"/>
                  </a:lnTo>
                  <a:cubicBezTo>
                    <a:pt x="254" y="321524"/>
                    <a:pt x="0" y="322921"/>
                    <a:pt x="0" y="324444"/>
                  </a:cubicBezTo>
                  <a:lnTo>
                    <a:pt x="0" y="608000"/>
                  </a:lnTo>
                  <a:cubicBezTo>
                    <a:pt x="0" y="629968"/>
                    <a:pt x="17881" y="648000"/>
                    <a:pt x="39820" y="648000"/>
                  </a:cubicBezTo>
                  <a:lnTo>
                    <a:pt x="322616" y="648000"/>
                  </a:lnTo>
                  <a:cubicBezTo>
                    <a:pt x="322743" y="648000"/>
                    <a:pt x="322870" y="648000"/>
                    <a:pt x="322997" y="648000"/>
                  </a:cubicBezTo>
                  <a:cubicBezTo>
                    <a:pt x="323124" y="648000"/>
                    <a:pt x="323250" y="648000"/>
                    <a:pt x="323377" y="648000"/>
                  </a:cubicBezTo>
                  <a:lnTo>
                    <a:pt x="336185" y="648000"/>
                  </a:lnTo>
                  <a:lnTo>
                    <a:pt x="336185" y="622476"/>
                  </a:lnTo>
                  <a:lnTo>
                    <a:pt x="336185" y="560254"/>
                  </a:lnTo>
                  <a:close/>
                  <a:moveTo>
                    <a:pt x="336185" y="115429"/>
                  </a:moveTo>
                  <a:lnTo>
                    <a:pt x="336185" y="25651"/>
                  </a:lnTo>
                  <a:lnTo>
                    <a:pt x="607315" y="25651"/>
                  </a:lnTo>
                  <a:cubicBezTo>
                    <a:pt x="615178" y="25651"/>
                    <a:pt x="621645" y="32127"/>
                    <a:pt x="621645" y="40000"/>
                  </a:cubicBezTo>
                  <a:lnTo>
                    <a:pt x="621645" y="311746"/>
                  </a:lnTo>
                  <a:lnTo>
                    <a:pt x="549107" y="311746"/>
                  </a:lnTo>
                  <a:lnTo>
                    <a:pt x="549107" y="289397"/>
                  </a:lnTo>
                  <a:cubicBezTo>
                    <a:pt x="549107" y="254349"/>
                    <a:pt x="520574" y="225778"/>
                    <a:pt x="485573" y="225778"/>
                  </a:cubicBezTo>
                  <a:cubicBezTo>
                    <a:pt x="485319" y="225778"/>
                    <a:pt x="484939" y="225778"/>
                    <a:pt x="484685" y="225778"/>
                  </a:cubicBezTo>
                  <a:cubicBezTo>
                    <a:pt x="484432" y="225778"/>
                    <a:pt x="484051" y="225778"/>
                    <a:pt x="483798" y="225778"/>
                  </a:cubicBezTo>
                  <a:cubicBezTo>
                    <a:pt x="448797" y="225778"/>
                    <a:pt x="420264" y="254349"/>
                    <a:pt x="420264" y="289397"/>
                  </a:cubicBezTo>
                  <a:lnTo>
                    <a:pt x="420264" y="311746"/>
                  </a:lnTo>
                  <a:lnTo>
                    <a:pt x="336185" y="311746"/>
                  </a:lnTo>
                  <a:lnTo>
                    <a:pt x="336185" y="217143"/>
                  </a:lnTo>
                  <a:cubicBezTo>
                    <a:pt x="336185" y="210032"/>
                    <a:pt x="330479" y="204317"/>
                    <a:pt x="323377" y="204317"/>
                  </a:cubicBezTo>
                  <a:lnTo>
                    <a:pt x="288250" y="204317"/>
                  </a:lnTo>
                  <a:cubicBezTo>
                    <a:pt x="267325" y="204317"/>
                    <a:pt x="250332" y="187302"/>
                    <a:pt x="250332" y="166349"/>
                  </a:cubicBezTo>
                  <a:cubicBezTo>
                    <a:pt x="250332" y="145397"/>
                    <a:pt x="267325" y="128381"/>
                    <a:pt x="288250" y="128381"/>
                  </a:cubicBezTo>
                  <a:lnTo>
                    <a:pt x="323377" y="128381"/>
                  </a:lnTo>
                  <a:cubicBezTo>
                    <a:pt x="330479" y="128254"/>
                    <a:pt x="336185" y="122540"/>
                    <a:pt x="336185" y="115429"/>
                  </a:cubicBezTo>
                  <a:close/>
                  <a:moveTo>
                    <a:pt x="26251" y="40000"/>
                  </a:moveTo>
                  <a:cubicBezTo>
                    <a:pt x="26251" y="32127"/>
                    <a:pt x="32718" y="25651"/>
                    <a:pt x="40581" y="25651"/>
                  </a:cubicBezTo>
                  <a:lnTo>
                    <a:pt x="310569" y="25651"/>
                  </a:lnTo>
                  <a:lnTo>
                    <a:pt x="310569" y="102730"/>
                  </a:lnTo>
                  <a:lnTo>
                    <a:pt x="288250" y="102730"/>
                  </a:lnTo>
                  <a:cubicBezTo>
                    <a:pt x="253249" y="102730"/>
                    <a:pt x="224715" y="131302"/>
                    <a:pt x="224715" y="166349"/>
                  </a:cubicBezTo>
                  <a:cubicBezTo>
                    <a:pt x="224715" y="201397"/>
                    <a:pt x="253249" y="229968"/>
                    <a:pt x="288250" y="229968"/>
                  </a:cubicBezTo>
                  <a:lnTo>
                    <a:pt x="310569" y="229968"/>
                  </a:lnTo>
                  <a:lnTo>
                    <a:pt x="310569" y="311746"/>
                  </a:lnTo>
                  <a:lnTo>
                    <a:pt x="219389" y="311746"/>
                  </a:lnTo>
                  <a:cubicBezTo>
                    <a:pt x="212288" y="311746"/>
                    <a:pt x="206581" y="317460"/>
                    <a:pt x="206581" y="324571"/>
                  </a:cubicBezTo>
                  <a:lnTo>
                    <a:pt x="206581" y="359238"/>
                  </a:lnTo>
                  <a:cubicBezTo>
                    <a:pt x="206581" y="380190"/>
                    <a:pt x="189588" y="397206"/>
                    <a:pt x="168663" y="397206"/>
                  </a:cubicBezTo>
                  <a:cubicBezTo>
                    <a:pt x="147739" y="397206"/>
                    <a:pt x="130746" y="380190"/>
                    <a:pt x="130746" y="359238"/>
                  </a:cubicBezTo>
                  <a:lnTo>
                    <a:pt x="130746" y="329016"/>
                  </a:lnTo>
                  <a:cubicBezTo>
                    <a:pt x="131253" y="327619"/>
                    <a:pt x="131507" y="326222"/>
                    <a:pt x="131507" y="324698"/>
                  </a:cubicBezTo>
                  <a:cubicBezTo>
                    <a:pt x="131507" y="317587"/>
                    <a:pt x="125800" y="311873"/>
                    <a:pt x="118698" y="311873"/>
                  </a:cubicBezTo>
                  <a:lnTo>
                    <a:pt x="26251" y="311873"/>
                  </a:lnTo>
                  <a:lnTo>
                    <a:pt x="26251" y="40000"/>
                  </a:lnTo>
                  <a:close/>
                  <a:moveTo>
                    <a:pt x="310569" y="526349"/>
                  </a:moveTo>
                  <a:lnTo>
                    <a:pt x="310569" y="622476"/>
                  </a:lnTo>
                  <a:lnTo>
                    <a:pt x="39820" y="622476"/>
                  </a:lnTo>
                  <a:cubicBezTo>
                    <a:pt x="31957" y="622476"/>
                    <a:pt x="25490" y="616000"/>
                    <a:pt x="25490" y="608127"/>
                  </a:cubicBezTo>
                  <a:lnTo>
                    <a:pt x="25490" y="337270"/>
                  </a:lnTo>
                  <a:lnTo>
                    <a:pt x="105129" y="337270"/>
                  </a:lnTo>
                  <a:lnTo>
                    <a:pt x="105129" y="359111"/>
                  </a:lnTo>
                  <a:cubicBezTo>
                    <a:pt x="105129" y="394159"/>
                    <a:pt x="133663" y="422730"/>
                    <a:pt x="168663" y="422730"/>
                  </a:cubicBezTo>
                  <a:cubicBezTo>
                    <a:pt x="203664" y="422730"/>
                    <a:pt x="232198" y="394159"/>
                    <a:pt x="232198" y="359111"/>
                  </a:cubicBezTo>
                  <a:lnTo>
                    <a:pt x="232198" y="337270"/>
                  </a:lnTo>
                  <a:lnTo>
                    <a:pt x="310569" y="337270"/>
                  </a:lnTo>
                  <a:lnTo>
                    <a:pt x="310569" y="424762"/>
                  </a:lnTo>
                  <a:cubicBezTo>
                    <a:pt x="310569" y="431873"/>
                    <a:pt x="316276" y="437587"/>
                    <a:pt x="323377" y="437587"/>
                  </a:cubicBezTo>
                  <a:lnTo>
                    <a:pt x="358505" y="437587"/>
                  </a:lnTo>
                  <a:cubicBezTo>
                    <a:pt x="379429" y="437587"/>
                    <a:pt x="396422" y="454603"/>
                    <a:pt x="396422" y="475556"/>
                  </a:cubicBezTo>
                  <a:cubicBezTo>
                    <a:pt x="396422" y="496508"/>
                    <a:pt x="379429" y="513524"/>
                    <a:pt x="358505" y="513524"/>
                  </a:cubicBezTo>
                  <a:lnTo>
                    <a:pt x="323377" y="513524"/>
                  </a:lnTo>
                  <a:cubicBezTo>
                    <a:pt x="316276" y="513524"/>
                    <a:pt x="310569" y="519365"/>
                    <a:pt x="310569" y="526349"/>
                  </a:cubicBezTo>
                  <a:close/>
                </a:path>
              </a:pathLst>
            </a:custGeom>
            <a:grpFill/>
            <a:ln w="12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6188921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7BFDB3B4-2966-4F5E-A54B-C44EEF2CBFB4}"/>
              </a:ext>
            </a:extLst>
          </p:cNvPr>
          <p:cNvSpPr txBox="1"/>
          <p:nvPr/>
        </p:nvSpPr>
        <p:spPr>
          <a:xfrm>
            <a:off x="694876" y="1440526"/>
            <a:ext cx="2010621" cy="270056"/>
          </a:xfrm>
          <a:prstGeom prst="rect">
            <a:avLst/>
          </a:prstGeom>
          <a:solidFill>
            <a:schemeClr val="tx1"/>
          </a:soli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69A82799-70B9-E128-1C51-87A571C20427}"/>
              </a:ext>
            </a:extLst>
          </p:cNvPr>
          <p:cNvGrpSpPr/>
          <p:nvPr/>
        </p:nvGrpSpPr>
        <p:grpSpPr>
          <a:xfrm>
            <a:off x="3762000" y="846688"/>
            <a:ext cx="2691000" cy="2511693"/>
            <a:chOff x="7524000" y="1693376"/>
            <a:chExt cx="5382000" cy="50233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8CCD3D-67D6-D33F-59A2-265C1A65014D}"/>
                </a:ext>
              </a:extLst>
            </p:cNvPr>
            <p:cNvSpPr/>
            <p:nvPr/>
          </p:nvSpPr>
          <p:spPr>
            <a:xfrm>
              <a:off x="7524000" y="1693376"/>
              <a:ext cx="5382000" cy="502338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C7914941-C303-9EB8-0424-A846527BF91B}"/>
                </a:ext>
              </a:extLst>
            </p:cNvPr>
            <p:cNvSpPr txBox="1"/>
            <p:nvPr/>
          </p:nvSpPr>
          <p:spPr>
            <a:xfrm>
              <a:off x="7963347" y="2313372"/>
              <a:ext cx="3968449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50%</a:t>
              </a:r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8C6C10-44FE-5B68-64B0-01CCFCB88D1E}"/>
                </a:ext>
              </a:extLst>
            </p:cNvPr>
            <p:cNvSpPr txBox="1"/>
            <p:nvPr/>
          </p:nvSpPr>
          <p:spPr>
            <a:xfrm>
              <a:off x="7963347" y="3516005"/>
              <a:ext cx="4379143" cy="235653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densas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opponunt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b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et fortes,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deinde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leves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armaturas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2FE218E7-09F1-E0F2-4965-B85DFFB10573}"/>
              </a:ext>
            </a:extLst>
          </p:cNvPr>
          <p:cNvGrpSpPr/>
          <p:nvPr/>
        </p:nvGrpSpPr>
        <p:grpSpPr>
          <a:xfrm>
            <a:off x="6453000" y="846688"/>
            <a:ext cx="2691000" cy="1679413"/>
            <a:chOff x="12906000" y="1693376"/>
            <a:chExt cx="5382000" cy="335882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0EC8EF-DA72-1A1E-64FB-1C20FE4A5CBF}"/>
                </a:ext>
              </a:extLst>
            </p:cNvPr>
            <p:cNvSpPr/>
            <p:nvPr/>
          </p:nvSpPr>
          <p:spPr>
            <a:xfrm>
              <a:off x="12906000" y="1693376"/>
              <a:ext cx="5382000" cy="335882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82528E13-262B-7276-D9C7-928CCF2D5167}"/>
                </a:ext>
              </a:extLst>
            </p:cNvPr>
            <p:cNvSpPr txBox="1"/>
            <p:nvPr/>
          </p:nvSpPr>
          <p:spPr>
            <a:xfrm>
              <a:off x="13331020" y="2313372"/>
              <a:ext cx="3968449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15%</a:t>
              </a:r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D751A774-A9A6-07DD-4FF8-B3EC4E593A65}"/>
                </a:ext>
              </a:extLst>
            </p:cNvPr>
            <p:cNvSpPr txBox="1"/>
            <p:nvPr/>
          </p:nvSpPr>
          <p:spPr>
            <a:xfrm>
              <a:off x="13256889" y="3516005"/>
              <a:ext cx="4379143" cy="9405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0D320E34-6C9C-2604-B467-90C72EEC9DAC}"/>
              </a:ext>
            </a:extLst>
          </p:cNvPr>
          <p:cNvGrpSpPr/>
          <p:nvPr/>
        </p:nvGrpSpPr>
        <p:grpSpPr>
          <a:xfrm>
            <a:off x="6453000" y="2526101"/>
            <a:ext cx="2691000" cy="2631181"/>
            <a:chOff x="12906000" y="5052202"/>
            <a:chExt cx="5382000" cy="526236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9847950-DAE2-5D7E-D801-9939E42C570A}"/>
                </a:ext>
              </a:extLst>
            </p:cNvPr>
            <p:cNvSpPr/>
            <p:nvPr/>
          </p:nvSpPr>
          <p:spPr>
            <a:xfrm>
              <a:off x="12906000" y="5052202"/>
              <a:ext cx="5382000" cy="52623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3EF36050-84C1-0788-0953-44FC35D83E10}"/>
                </a:ext>
              </a:extLst>
            </p:cNvPr>
            <p:cNvSpPr txBox="1"/>
            <p:nvPr/>
          </p:nvSpPr>
          <p:spPr>
            <a:xfrm>
              <a:off x="13331020" y="5618025"/>
              <a:ext cx="3968449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76%</a:t>
              </a:r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B1F8F8FC-C9F6-2E2B-E645-3BF4F718B4FC}"/>
                </a:ext>
              </a:extLst>
            </p:cNvPr>
            <p:cNvSpPr txBox="1"/>
            <p:nvPr/>
          </p:nvSpPr>
          <p:spPr>
            <a:xfrm>
              <a:off x="13350122" y="6820658"/>
              <a:ext cx="4379143" cy="279140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densas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opponunt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b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Fortes,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deinde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leves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armaturas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>
                <a:lnSpc>
                  <a:spcPct val="90000"/>
                </a:lnSpc>
              </a:pP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B46C19EC-4345-926B-7038-647614E501AB}"/>
              </a:ext>
            </a:extLst>
          </p:cNvPr>
          <p:cNvGrpSpPr/>
          <p:nvPr/>
        </p:nvGrpSpPr>
        <p:grpSpPr>
          <a:xfrm>
            <a:off x="3762000" y="3346442"/>
            <a:ext cx="2691000" cy="1798901"/>
            <a:chOff x="7524000" y="6692884"/>
            <a:chExt cx="5382000" cy="359780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97FCE6E-FFB5-091E-5241-CFB5536C048D}"/>
                </a:ext>
              </a:extLst>
            </p:cNvPr>
            <p:cNvSpPr/>
            <p:nvPr/>
          </p:nvSpPr>
          <p:spPr>
            <a:xfrm>
              <a:off x="7524000" y="6692884"/>
              <a:ext cx="5382000" cy="359780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TextBox 7">
              <a:extLst>
                <a:ext uri="{FF2B5EF4-FFF2-40B4-BE49-F238E27FC236}">
                  <a16:creationId xmlns:a16="http://schemas.microsoft.com/office/drawing/2014/main" id="{39CDAFCB-B38E-192E-2CF8-13ABC285B45F}"/>
                </a:ext>
              </a:extLst>
            </p:cNvPr>
            <p:cNvSpPr txBox="1"/>
            <p:nvPr/>
          </p:nvSpPr>
          <p:spPr>
            <a:xfrm>
              <a:off x="7963347" y="7184393"/>
              <a:ext cx="3968449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7%</a:t>
              </a:r>
            </a:p>
          </p:txBody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F6C0B287-96CD-AEA4-25EF-4843F74F5B3B}"/>
                </a:ext>
              </a:extLst>
            </p:cNvPr>
            <p:cNvSpPr txBox="1"/>
            <p:nvPr/>
          </p:nvSpPr>
          <p:spPr>
            <a:xfrm>
              <a:off x="7963347" y="8387026"/>
              <a:ext cx="4379143" cy="122503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densas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opponunt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6" name="TextBox 7">
            <a:extLst>
              <a:ext uri="{FF2B5EF4-FFF2-40B4-BE49-F238E27FC236}">
                <a16:creationId xmlns:a16="http://schemas.microsoft.com/office/drawing/2014/main" id="{FEA7CE29-44F7-D233-3AEB-63DFF120A73E}"/>
              </a:ext>
            </a:extLst>
          </p:cNvPr>
          <p:cNvSpPr txBox="1"/>
          <p:nvPr/>
        </p:nvSpPr>
        <p:spPr>
          <a:xfrm>
            <a:off x="705283" y="1882835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D74BDFB8-471C-8F09-183A-8256EE75BE4C}"/>
              </a:ext>
            </a:extLst>
          </p:cNvPr>
          <p:cNvSpPr txBox="1"/>
          <p:nvPr/>
        </p:nvSpPr>
        <p:spPr>
          <a:xfrm>
            <a:off x="705283" y="3064606"/>
            <a:ext cx="2000215" cy="1163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13179AB-156D-B9B9-6486-91DE896358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566313-66D4-F38B-7610-1F735BBC69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745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453F61-B3BE-92A7-7A1A-D399194FC1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Title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978821-4FEC-9234-349B-8FA5635C17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E87C59BD-8469-D398-CA0B-8762B1DE062A}"/>
              </a:ext>
            </a:extLst>
          </p:cNvPr>
          <p:cNvGrpSpPr/>
          <p:nvPr/>
        </p:nvGrpSpPr>
        <p:grpSpPr>
          <a:xfrm>
            <a:off x="6083120" y="945119"/>
            <a:ext cx="2846872" cy="3758609"/>
            <a:chOff x="12166239" y="1757032"/>
            <a:chExt cx="5693743" cy="751721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1CF6220-CCB4-CB9A-A0D9-9226DC3E3429}"/>
                </a:ext>
              </a:extLst>
            </p:cNvPr>
            <p:cNvSpPr/>
            <p:nvPr/>
          </p:nvSpPr>
          <p:spPr>
            <a:xfrm>
              <a:off x="12166239" y="1757032"/>
              <a:ext cx="5693743" cy="751721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7F4B4356-FEE2-EFFA-10ED-90BBF366DAAA}"/>
                </a:ext>
              </a:extLst>
            </p:cNvPr>
            <p:cNvSpPr txBox="1"/>
            <p:nvPr/>
          </p:nvSpPr>
          <p:spPr>
            <a:xfrm>
              <a:off x="13178575" y="3302234"/>
              <a:ext cx="4179499" cy="1954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 fontAlgn="base"/>
              <a:r>
                <a:rPr lang="en-US" sz="5750" b="1" noProof="0" dirty="0">
                  <a:latin typeface="Arial Black" panose="020B0604020202020204" pitchFamily="34" charset="0"/>
                  <a:cs typeface="Arial Black" panose="020B0604020202020204" pitchFamily="34" charset="0"/>
                </a:rPr>
                <a:t>95%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28814C8A-4E08-6B76-1292-E598C554B956}"/>
                </a:ext>
              </a:extLst>
            </p:cNvPr>
            <p:cNvSpPr txBox="1"/>
            <p:nvPr/>
          </p:nvSpPr>
          <p:spPr>
            <a:xfrm>
              <a:off x="13178577" y="4867428"/>
              <a:ext cx="4013243" cy="32624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 fontAlgn="base"/>
              <a:r>
                <a:rPr lang="en-US" sz="2000" b="1" noProof="0" dirty="0">
                  <a:latin typeface="Calibri" panose="020F0502020204030204" pitchFamily="34" charset="0"/>
                </a:rPr>
                <a:t>lorem ipsum dolor sit </a:t>
              </a:r>
              <a:r>
                <a:rPr lang="en-US" sz="2000" b="1" noProof="0" dirty="0" err="1">
                  <a:latin typeface="Calibri" panose="020F0502020204030204" pitchFamily="34" charset="0"/>
                </a:rPr>
                <a:t>amet</a:t>
              </a:r>
              <a:r>
                <a:rPr lang="en-US" sz="2000" b="1" noProof="0" dirty="0">
                  <a:latin typeface="Calibri" panose="020F0502020204030204" pitchFamily="34" charset="0"/>
                </a:rPr>
                <a:t>, </a:t>
              </a:r>
              <a:r>
                <a:rPr lang="en-US" sz="2000" b="1" noProof="0" dirty="0" err="1">
                  <a:latin typeface="Calibri" panose="020F0502020204030204" pitchFamily="34" charset="0"/>
                </a:rPr>
                <a:t>consectetur</a:t>
              </a:r>
              <a:r>
                <a:rPr lang="en-US" sz="2000" b="1" noProof="0" dirty="0">
                  <a:latin typeface="Calibri" panose="020F0502020204030204" pitchFamily="34" charset="0"/>
                </a:rPr>
                <a:t> </a:t>
              </a:r>
              <a:r>
                <a:rPr lang="en-US" sz="2000" b="1" noProof="0" dirty="0" err="1">
                  <a:latin typeface="Calibri" panose="020F0502020204030204" pitchFamily="34" charset="0"/>
                </a:rPr>
                <a:t>adipiscing</a:t>
              </a:r>
              <a:r>
                <a:rPr lang="en-US" sz="2000" b="1" noProof="0" dirty="0">
                  <a:latin typeface="Calibri" panose="020F0502020204030204" pitchFamily="34" charset="0"/>
                </a:rPr>
                <a:t> </a:t>
              </a:r>
              <a:r>
                <a:rPr lang="en-US" sz="2000" b="1" noProof="0" dirty="0" err="1">
                  <a:latin typeface="Calibri" panose="020F0502020204030204" pitchFamily="34" charset="0"/>
                </a:rPr>
                <a:t>elit</a:t>
              </a:r>
              <a:r>
                <a:rPr lang="en-US" sz="2000" b="1" noProof="0" dirty="0">
                  <a:latin typeface="Calibri" panose="020F0502020204030204" pitchFamily="34" charset="0"/>
                </a:rPr>
                <a:t>.</a:t>
              </a:r>
            </a:p>
            <a:p>
              <a:pPr algn="l" rtl="0" fontAlgn="base"/>
              <a:endParaRPr lang="en-US" sz="2000" b="1" noProof="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8" name="Image 7" descr="Une image contenant Visage humain, personne, habits, sourire&#10;&#10;Le contenu généré par l’IA peut être incorrect.">
            <a:extLst>
              <a:ext uri="{FF2B5EF4-FFF2-40B4-BE49-F238E27FC236}">
                <a16:creationId xmlns:a16="http://schemas.microsoft.com/office/drawing/2014/main" id="{5820A434-987D-5E3D-440A-DF65334EC4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6783" y="1114343"/>
            <a:ext cx="3040027" cy="4029158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52425409-1B7B-34EA-531B-73B90353934D}"/>
              </a:ext>
            </a:extLst>
          </p:cNvPr>
          <p:cNvSpPr txBox="1"/>
          <p:nvPr/>
        </p:nvSpPr>
        <p:spPr>
          <a:xfrm>
            <a:off x="694876" y="1440526"/>
            <a:ext cx="2657826" cy="270056"/>
          </a:xfrm>
          <a:prstGeom prst="rect">
            <a:avLst/>
          </a:prstGeom>
          <a:solidFill>
            <a:schemeClr val="tx1"/>
          </a:soli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36AE0882-0FD5-45EA-DA43-59AC41568DF1}"/>
              </a:ext>
            </a:extLst>
          </p:cNvPr>
          <p:cNvSpPr txBox="1"/>
          <p:nvPr/>
        </p:nvSpPr>
        <p:spPr>
          <a:xfrm>
            <a:off x="705283" y="1882835"/>
            <a:ext cx="2647419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279DCED-5A9E-25E8-A085-5D9EC047A575}"/>
              </a:ext>
            </a:extLst>
          </p:cNvPr>
          <p:cNvSpPr txBox="1"/>
          <p:nvPr/>
        </p:nvSpPr>
        <p:spPr>
          <a:xfrm>
            <a:off x="705283" y="3064606"/>
            <a:ext cx="2647419" cy="1163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433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Graphique 15">
            <a:extLst>
              <a:ext uri="{FF2B5EF4-FFF2-40B4-BE49-F238E27FC236}">
                <a16:creationId xmlns:a16="http://schemas.microsoft.com/office/drawing/2014/main" id="{61113F20-3438-7BBE-64AE-4B9BA3463C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2388447"/>
              </p:ext>
            </p:extLst>
          </p:nvPr>
        </p:nvGraphicFramePr>
        <p:xfrm>
          <a:off x="2516598" y="1429137"/>
          <a:ext cx="3458400" cy="2883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0" name="Groupe 29">
            <a:extLst>
              <a:ext uri="{FF2B5EF4-FFF2-40B4-BE49-F238E27FC236}">
                <a16:creationId xmlns:a16="http://schemas.microsoft.com/office/drawing/2014/main" id="{B3014170-5CE2-6D10-B5E3-416C82F8331A}"/>
              </a:ext>
            </a:extLst>
          </p:cNvPr>
          <p:cNvGrpSpPr/>
          <p:nvPr/>
        </p:nvGrpSpPr>
        <p:grpSpPr>
          <a:xfrm>
            <a:off x="5722211" y="941072"/>
            <a:ext cx="571805" cy="4013882"/>
            <a:chOff x="8010285" y="926642"/>
            <a:chExt cx="1209512" cy="1665726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D15F930-EC03-0D46-B721-9964A238A672}"/>
                </a:ext>
              </a:extLst>
            </p:cNvPr>
            <p:cNvSpPr/>
            <p:nvPr/>
          </p:nvSpPr>
          <p:spPr>
            <a:xfrm>
              <a:off x="8475518" y="1007810"/>
              <a:ext cx="646548" cy="15107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373273-8BBE-9F2B-1CC5-50F940F5C1C6}"/>
                </a:ext>
              </a:extLst>
            </p:cNvPr>
            <p:cNvSpPr/>
            <p:nvPr/>
          </p:nvSpPr>
          <p:spPr>
            <a:xfrm>
              <a:off x="8010285" y="926642"/>
              <a:ext cx="1209512" cy="16657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</p:grpSp>
      <p:sp>
        <p:nvSpPr>
          <p:cNvPr id="31" name="TextBox 642">
            <a:extLst>
              <a:ext uri="{FF2B5EF4-FFF2-40B4-BE49-F238E27FC236}">
                <a16:creationId xmlns:a16="http://schemas.microsoft.com/office/drawing/2014/main" id="{658C7984-3CF3-3612-259E-5A9ACB16CE2E}"/>
              </a:ext>
            </a:extLst>
          </p:cNvPr>
          <p:cNvSpPr txBox="1"/>
          <p:nvPr/>
        </p:nvSpPr>
        <p:spPr>
          <a:xfrm>
            <a:off x="7208452" y="1380617"/>
            <a:ext cx="134301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Utque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proeliorum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periti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rectores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primo </a:t>
            </a:r>
          </a:p>
        </p:txBody>
      </p:sp>
      <p:sp>
        <p:nvSpPr>
          <p:cNvPr id="32" name="TextBox 642">
            <a:extLst>
              <a:ext uri="{FF2B5EF4-FFF2-40B4-BE49-F238E27FC236}">
                <a16:creationId xmlns:a16="http://schemas.microsoft.com/office/drawing/2014/main" id="{6AE54793-7647-45AD-4B7B-A0A58B455216}"/>
              </a:ext>
            </a:extLst>
          </p:cNvPr>
          <p:cNvSpPr txBox="1"/>
          <p:nvPr/>
        </p:nvSpPr>
        <p:spPr>
          <a:xfrm>
            <a:off x="7208452" y="3200142"/>
            <a:ext cx="134301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Utque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proeliorum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periti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rectores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primo </a:t>
            </a:r>
          </a:p>
        </p:txBody>
      </p:sp>
      <p:sp>
        <p:nvSpPr>
          <p:cNvPr id="51" name="Rounded Rectangle 523">
            <a:extLst>
              <a:ext uri="{FF2B5EF4-FFF2-40B4-BE49-F238E27FC236}">
                <a16:creationId xmlns:a16="http://schemas.microsoft.com/office/drawing/2014/main" id="{0BE6146D-2C0F-A4BC-1E20-7AC16E2F3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118" y="1310720"/>
            <a:ext cx="526484" cy="510231"/>
          </a:xfrm>
          <a:prstGeom prst="roundRect">
            <a:avLst>
              <a:gd name="adj" fmla="val 14829"/>
            </a:avLst>
          </a:prstGeom>
          <a:gradFill>
            <a:gsLst>
              <a:gs pos="0">
                <a:schemeClr val="tx1"/>
              </a:gs>
              <a:gs pos="51000">
                <a:schemeClr val="accent4"/>
              </a:gs>
              <a:gs pos="100000">
                <a:schemeClr val="accent1"/>
              </a:gs>
            </a:gsLst>
            <a:lin ang="0" scaled="1"/>
          </a:gradFill>
          <a:ln w="57150">
            <a:noFill/>
          </a:ln>
          <a:effectLst/>
        </p:spPr>
        <p:txBody>
          <a:bodyPr wrap="none" anchor="ctr"/>
          <a:lstStyle/>
          <a:p>
            <a:pPr defTabSz="457109">
              <a:defRPr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Rounded Rectangle 523">
            <a:extLst>
              <a:ext uri="{FF2B5EF4-FFF2-40B4-BE49-F238E27FC236}">
                <a16:creationId xmlns:a16="http://schemas.microsoft.com/office/drawing/2014/main" id="{3D1799A1-DE8C-F3A5-8013-E2B2EE2C9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42" y="2154398"/>
            <a:ext cx="526484" cy="510232"/>
          </a:xfrm>
          <a:prstGeom prst="roundRect">
            <a:avLst>
              <a:gd name="adj" fmla="val 14829"/>
            </a:avLst>
          </a:prstGeom>
          <a:gradFill>
            <a:gsLst>
              <a:gs pos="0">
                <a:schemeClr val="tx1"/>
              </a:gs>
              <a:gs pos="51000">
                <a:schemeClr val="accent4"/>
              </a:gs>
              <a:gs pos="100000">
                <a:schemeClr val="accent1"/>
              </a:gs>
            </a:gsLst>
            <a:lin ang="0" scaled="1"/>
          </a:gradFill>
          <a:ln w="57150">
            <a:noFill/>
          </a:ln>
          <a:effectLst/>
        </p:spPr>
        <p:txBody>
          <a:bodyPr wrap="none" anchor="ctr"/>
          <a:lstStyle/>
          <a:p>
            <a:pPr defTabSz="457109">
              <a:defRPr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aphique 48">
            <a:extLst>
              <a:ext uri="{FF2B5EF4-FFF2-40B4-BE49-F238E27FC236}">
                <a16:creationId xmlns:a16="http://schemas.microsoft.com/office/drawing/2014/main" id="{4429726A-2DEC-227A-B5B6-C305BA501576}"/>
              </a:ext>
            </a:extLst>
          </p:cNvPr>
          <p:cNvGrpSpPr/>
          <p:nvPr/>
        </p:nvGrpSpPr>
        <p:grpSpPr>
          <a:xfrm>
            <a:off x="6631910" y="2236187"/>
            <a:ext cx="368614" cy="368738"/>
            <a:chOff x="14880127" y="4081589"/>
            <a:chExt cx="492618" cy="492783"/>
          </a:xfrm>
          <a:solidFill>
            <a:schemeClr val="bg1"/>
          </a:solidFill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7068C5D3-0877-DFE0-37C9-7A5B8DF95C35}"/>
                </a:ext>
              </a:extLst>
            </p:cNvPr>
            <p:cNvSpPr/>
            <p:nvPr/>
          </p:nvSpPr>
          <p:spPr>
            <a:xfrm>
              <a:off x="14880127" y="4081589"/>
              <a:ext cx="492618" cy="492783"/>
            </a:xfrm>
            <a:custGeom>
              <a:avLst/>
              <a:gdLst>
                <a:gd name="connsiteX0" fmla="*/ 492619 w 492618"/>
                <a:gd name="connsiteY0" fmla="*/ 401644 h 492783"/>
                <a:gd name="connsiteX1" fmla="*/ 477045 w 492618"/>
                <a:gd name="connsiteY1" fmla="*/ 401644 h 492783"/>
                <a:gd name="connsiteX2" fmla="*/ 450364 w 492618"/>
                <a:gd name="connsiteY2" fmla="*/ 345877 h 492783"/>
                <a:gd name="connsiteX3" fmla="*/ 405907 w 492618"/>
                <a:gd name="connsiteY3" fmla="*/ 328444 h 492783"/>
                <a:gd name="connsiteX4" fmla="*/ 332191 w 492618"/>
                <a:gd name="connsiteY4" fmla="*/ 379072 h 492783"/>
                <a:gd name="connsiteX5" fmla="*/ 353577 w 492618"/>
                <a:gd name="connsiteY5" fmla="*/ 456724 h 492783"/>
                <a:gd name="connsiteX6" fmla="*/ 375180 w 492618"/>
                <a:gd name="connsiteY6" fmla="*/ 406830 h 492783"/>
                <a:gd name="connsiteX7" fmla="*/ 370088 w 492618"/>
                <a:gd name="connsiteY7" fmla="*/ 373620 h 492783"/>
                <a:gd name="connsiteX8" fmla="*/ 398643 w 492618"/>
                <a:gd name="connsiteY8" fmla="*/ 345221 h 492783"/>
                <a:gd name="connsiteX9" fmla="*/ 417935 w 492618"/>
                <a:gd name="connsiteY9" fmla="*/ 347877 h 492783"/>
                <a:gd name="connsiteX10" fmla="*/ 434275 w 492618"/>
                <a:gd name="connsiteY10" fmla="*/ 366294 h 492783"/>
                <a:gd name="connsiteX11" fmla="*/ 430526 w 492618"/>
                <a:gd name="connsiteY11" fmla="*/ 406877 h 492783"/>
                <a:gd name="connsiteX12" fmla="*/ 452410 w 492618"/>
                <a:gd name="connsiteY12" fmla="*/ 456021 h 492783"/>
                <a:gd name="connsiteX13" fmla="*/ 475295 w 492618"/>
                <a:gd name="connsiteY13" fmla="*/ 417843 h 492783"/>
                <a:gd name="connsiteX14" fmla="*/ 490838 w 492618"/>
                <a:gd name="connsiteY14" fmla="*/ 420827 h 492783"/>
                <a:gd name="connsiteX15" fmla="*/ 449677 w 492618"/>
                <a:gd name="connsiteY15" fmla="*/ 479327 h 492783"/>
                <a:gd name="connsiteX16" fmla="*/ 313587 w 492618"/>
                <a:gd name="connsiteY16" fmla="*/ 416281 h 492783"/>
                <a:gd name="connsiteX17" fmla="*/ 306995 w 492618"/>
                <a:gd name="connsiteY17" fmla="*/ 410454 h 492783"/>
                <a:gd name="connsiteX18" fmla="*/ 292530 w 492618"/>
                <a:gd name="connsiteY18" fmla="*/ 410470 h 492783"/>
                <a:gd name="connsiteX19" fmla="*/ 287141 w 492618"/>
                <a:gd name="connsiteY19" fmla="*/ 415781 h 492783"/>
                <a:gd name="connsiteX20" fmla="*/ 275753 w 492618"/>
                <a:gd name="connsiteY20" fmla="*/ 426950 h 492783"/>
                <a:gd name="connsiteX21" fmla="*/ 216581 w 492618"/>
                <a:gd name="connsiteY21" fmla="*/ 426934 h 492783"/>
                <a:gd name="connsiteX22" fmla="*/ 205599 w 492618"/>
                <a:gd name="connsiteY22" fmla="*/ 416062 h 492783"/>
                <a:gd name="connsiteX23" fmla="*/ 199819 w 492618"/>
                <a:gd name="connsiteY23" fmla="*/ 410470 h 492783"/>
                <a:gd name="connsiteX24" fmla="*/ 182496 w 492618"/>
                <a:gd name="connsiteY24" fmla="*/ 411298 h 492783"/>
                <a:gd name="connsiteX25" fmla="*/ 176966 w 492618"/>
                <a:gd name="connsiteY25" fmla="*/ 426919 h 492783"/>
                <a:gd name="connsiteX26" fmla="*/ 88129 w 492618"/>
                <a:gd name="connsiteY26" fmla="*/ 492683 h 492783"/>
                <a:gd name="connsiteX27" fmla="*/ 1933 w 492618"/>
                <a:gd name="connsiteY27" fmla="*/ 421030 h 492783"/>
                <a:gd name="connsiteX28" fmla="*/ 75929 w 492618"/>
                <a:gd name="connsiteY28" fmla="*/ 313682 h 492783"/>
                <a:gd name="connsiteX29" fmla="*/ 82303 w 492618"/>
                <a:gd name="connsiteY29" fmla="*/ 306215 h 492783"/>
                <a:gd name="connsiteX30" fmla="*/ 82271 w 492618"/>
                <a:gd name="connsiteY30" fmla="*/ 281894 h 492783"/>
                <a:gd name="connsiteX31" fmla="*/ 100860 w 492618"/>
                <a:gd name="connsiteY31" fmla="*/ 263258 h 492783"/>
                <a:gd name="connsiteX32" fmla="*/ 139350 w 492618"/>
                <a:gd name="connsiteY32" fmla="*/ 263211 h 492783"/>
                <a:gd name="connsiteX33" fmla="*/ 139350 w 492618"/>
                <a:gd name="connsiteY33" fmla="*/ 229579 h 492783"/>
                <a:gd name="connsiteX34" fmla="*/ 114622 w 492618"/>
                <a:gd name="connsiteY34" fmla="*/ 229579 h 492783"/>
                <a:gd name="connsiteX35" fmla="*/ 100157 w 492618"/>
                <a:gd name="connsiteY35" fmla="*/ 229516 h 492783"/>
                <a:gd name="connsiteX36" fmla="*/ 82287 w 492618"/>
                <a:gd name="connsiteY36" fmla="*/ 211459 h 492783"/>
                <a:gd name="connsiteX37" fmla="*/ 82303 w 492618"/>
                <a:gd name="connsiteY37" fmla="*/ 186465 h 492783"/>
                <a:gd name="connsiteX38" fmla="*/ 75867 w 492618"/>
                <a:gd name="connsiteY38" fmla="*/ 179029 h 492783"/>
                <a:gd name="connsiteX39" fmla="*/ 558 w 492618"/>
                <a:gd name="connsiteY39" fmla="*/ 80055 h 492783"/>
                <a:gd name="connsiteX40" fmla="*/ 2011 w 492618"/>
                <a:gd name="connsiteY40" fmla="*/ 72572 h 492783"/>
                <a:gd name="connsiteX41" fmla="*/ 17023 w 492618"/>
                <a:gd name="connsiteY41" fmla="*/ 75556 h 492783"/>
                <a:gd name="connsiteX42" fmla="*/ 40532 w 492618"/>
                <a:gd name="connsiteY42" fmla="*/ 144179 h 492783"/>
                <a:gd name="connsiteX43" fmla="*/ 60324 w 492618"/>
                <a:gd name="connsiteY43" fmla="*/ 95770 h 492783"/>
                <a:gd name="connsiteX44" fmla="*/ 57778 w 492618"/>
                <a:gd name="connsiteY44" fmla="*/ 65059 h 492783"/>
                <a:gd name="connsiteX45" fmla="*/ 90379 w 492618"/>
                <a:gd name="connsiteY45" fmla="*/ 32739 h 492783"/>
                <a:gd name="connsiteX46" fmla="*/ 119481 w 492618"/>
                <a:gd name="connsiteY46" fmla="*/ 48063 h 492783"/>
                <a:gd name="connsiteX47" fmla="*/ 122527 w 492618"/>
                <a:gd name="connsiteY47" fmla="*/ 57326 h 492783"/>
                <a:gd name="connsiteX48" fmla="*/ 118075 w 492618"/>
                <a:gd name="connsiteY48" fmla="*/ 94379 h 492783"/>
                <a:gd name="connsiteX49" fmla="*/ 140178 w 492618"/>
                <a:gd name="connsiteY49" fmla="*/ 143929 h 492783"/>
                <a:gd name="connsiteX50" fmla="*/ 163500 w 492618"/>
                <a:gd name="connsiteY50" fmla="*/ 79727 h 492783"/>
                <a:gd name="connsiteX51" fmla="*/ 107234 w 492618"/>
                <a:gd name="connsiteY51" fmla="*/ 18243 h 492783"/>
                <a:gd name="connsiteX52" fmla="*/ 21678 w 492618"/>
                <a:gd name="connsiteY52" fmla="*/ 59966 h 492783"/>
                <a:gd name="connsiteX53" fmla="*/ 12102 w 492618"/>
                <a:gd name="connsiteY53" fmla="*/ 55874 h 492783"/>
                <a:gd name="connsiteX54" fmla="*/ 7712 w 492618"/>
                <a:gd name="connsiteY54" fmla="*/ 53484 h 492783"/>
                <a:gd name="connsiteX55" fmla="*/ 61980 w 492618"/>
                <a:gd name="connsiteY55" fmla="*/ 4699 h 492783"/>
                <a:gd name="connsiteX56" fmla="*/ 179090 w 492618"/>
                <a:gd name="connsiteY56" fmla="*/ 76368 h 492783"/>
                <a:gd name="connsiteX57" fmla="*/ 186291 w 492618"/>
                <a:gd name="connsiteY57" fmla="*/ 82273 h 492783"/>
                <a:gd name="connsiteX58" fmla="*/ 194836 w 492618"/>
                <a:gd name="connsiteY58" fmla="*/ 82226 h 492783"/>
                <a:gd name="connsiteX59" fmla="*/ 205568 w 492618"/>
                <a:gd name="connsiteY59" fmla="*/ 73135 h 492783"/>
                <a:gd name="connsiteX60" fmla="*/ 213550 w 492618"/>
                <a:gd name="connsiteY60" fmla="*/ 65965 h 492783"/>
                <a:gd name="connsiteX61" fmla="*/ 279314 w 492618"/>
                <a:gd name="connsiteY61" fmla="*/ 65996 h 492783"/>
                <a:gd name="connsiteX62" fmla="*/ 287156 w 492618"/>
                <a:gd name="connsiteY62" fmla="*/ 75259 h 492783"/>
                <a:gd name="connsiteX63" fmla="*/ 294107 w 492618"/>
                <a:gd name="connsiteY63" fmla="*/ 82304 h 492783"/>
                <a:gd name="connsiteX64" fmla="*/ 310744 w 492618"/>
                <a:gd name="connsiteY64" fmla="*/ 81320 h 492783"/>
                <a:gd name="connsiteX65" fmla="*/ 315758 w 492618"/>
                <a:gd name="connsiteY65" fmla="*/ 65934 h 492783"/>
                <a:gd name="connsiteX66" fmla="*/ 398549 w 492618"/>
                <a:gd name="connsiteY66" fmla="*/ 76 h 492783"/>
                <a:gd name="connsiteX67" fmla="*/ 486886 w 492618"/>
                <a:gd name="connsiteY67" fmla="*/ 58326 h 492783"/>
                <a:gd name="connsiteX68" fmla="*/ 458550 w 492618"/>
                <a:gd name="connsiteY68" fmla="*/ 160800 h 492783"/>
                <a:gd name="connsiteX69" fmla="*/ 408422 w 492618"/>
                <a:gd name="connsiteY69" fmla="*/ 180201 h 492783"/>
                <a:gd name="connsiteX70" fmla="*/ 402252 w 492618"/>
                <a:gd name="connsiteY70" fmla="*/ 180779 h 492783"/>
                <a:gd name="connsiteX71" fmla="*/ 402252 w 492618"/>
                <a:gd name="connsiteY71" fmla="*/ 206272 h 492783"/>
                <a:gd name="connsiteX72" fmla="*/ 378976 w 492618"/>
                <a:gd name="connsiteY72" fmla="*/ 229563 h 492783"/>
                <a:gd name="connsiteX73" fmla="*/ 353217 w 492618"/>
                <a:gd name="connsiteY73" fmla="*/ 229563 h 492783"/>
                <a:gd name="connsiteX74" fmla="*/ 353217 w 492618"/>
                <a:gd name="connsiteY74" fmla="*/ 263180 h 492783"/>
                <a:gd name="connsiteX75" fmla="*/ 381179 w 492618"/>
                <a:gd name="connsiteY75" fmla="*/ 263195 h 492783"/>
                <a:gd name="connsiteX76" fmla="*/ 402236 w 492618"/>
                <a:gd name="connsiteY76" fmla="*/ 284049 h 492783"/>
                <a:gd name="connsiteX77" fmla="*/ 402252 w 492618"/>
                <a:gd name="connsiteY77" fmla="*/ 312026 h 492783"/>
                <a:gd name="connsiteX78" fmla="*/ 475858 w 492618"/>
                <a:gd name="connsiteY78" fmla="*/ 350157 h 492783"/>
                <a:gd name="connsiteX79" fmla="*/ 492619 w 492618"/>
                <a:gd name="connsiteY79" fmla="*/ 401644 h 492783"/>
                <a:gd name="connsiteX80" fmla="*/ 451380 w 492618"/>
                <a:gd name="connsiteY80" fmla="*/ 144851 h 492783"/>
                <a:gd name="connsiteX81" fmla="*/ 472265 w 492618"/>
                <a:gd name="connsiteY81" fmla="*/ 64731 h 492783"/>
                <a:gd name="connsiteX82" fmla="*/ 399174 w 492618"/>
                <a:gd name="connsiteY82" fmla="*/ 16009 h 492783"/>
                <a:gd name="connsiteX83" fmla="*/ 331426 w 492618"/>
                <a:gd name="connsiteY83" fmla="*/ 69308 h 492783"/>
                <a:gd name="connsiteX84" fmla="*/ 353498 w 492618"/>
                <a:gd name="connsiteY84" fmla="*/ 144382 h 492783"/>
                <a:gd name="connsiteX85" fmla="*/ 374946 w 492618"/>
                <a:gd name="connsiteY85" fmla="*/ 94348 h 492783"/>
                <a:gd name="connsiteX86" fmla="*/ 370682 w 492618"/>
                <a:gd name="connsiteY86" fmla="*/ 56561 h 492783"/>
                <a:gd name="connsiteX87" fmla="*/ 409265 w 492618"/>
                <a:gd name="connsiteY87" fmla="*/ 32989 h 492783"/>
                <a:gd name="connsiteX88" fmla="*/ 434806 w 492618"/>
                <a:gd name="connsiteY88" fmla="*/ 57201 h 492783"/>
                <a:gd name="connsiteX89" fmla="*/ 430463 w 492618"/>
                <a:gd name="connsiteY89" fmla="*/ 94333 h 492783"/>
                <a:gd name="connsiteX90" fmla="*/ 451380 w 492618"/>
                <a:gd name="connsiteY90" fmla="*/ 144851 h 492783"/>
                <a:gd name="connsiteX91" fmla="*/ 435868 w 492618"/>
                <a:gd name="connsiteY91" fmla="*/ 138680 h 492783"/>
                <a:gd name="connsiteX92" fmla="*/ 403798 w 492618"/>
                <a:gd name="connsiteY92" fmla="*/ 106064 h 492783"/>
                <a:gd name="connsiteX93" fmla="*/ 369572 w 492618"/>
                <a:gd name="connsiteY93" fmla="*/ 140477 h 492783"/>
                <a:gd name="connsiteX94" fmla="*/ 369479 w 492618"/>
                <a:gd name="connsiteY94" fmla="*/ 149006 h 492783"/>
                <a:gd name="connsiteX95" fmla="*/ 377445 w 492618"/>
                <a:gd name="connsiteY95" fmla="*/ 160112 h 492783"/>
                <a:gd name="connsiteX96" fmla="*/ 425183 w 492618"/>
                <a:gd name="connsiteY96" fmla="*/ 160847 h 492783"/>
                <a:gd name="connsiteX97" fmla="*/ 435852 w 492618"/>
                <a:gd name="connsiteY97" fmla="*/ 146553 h 492783"/>
                <a:gd name="connsiteX98" fmla="*/ 435868 w 492618"/>
                <a:gd name="connsiteY98" fmla="*/ 138680 h 492783"/>
                <a:gd name="connsiteX99" fmla="*/ 435837 w 492618"/>
                <a:gd name="connsiteY99" fmla="*/ 449163 h 492783"/>
                <a:gd name="connsiteX100" fmla="*/ 435821 w 492618"/>
                <a:gd name="connsiteY100" fmla="*/ 442602 h 492783"/>
                <a:gd name="connsiteX101" fmla="*/ 411796 w 492618"/>
                <a:gd name="connsiteY101" fmla="*/ 418765 h 492783"/>
                <a:gd name="connsiteX102" fmla="*/ 393441 w 492618"/>
                <a:gd name="connsiteY102" fmla="*/ 418765 h 492783"/>
                <a:gd name="connsiteX103" fmla="*/ 369604 w 492618"/>
                <a:gd name="connsiteY103" fmla="*/ 442165 h 492783"/>
                <a:gd name="connsiteX104" fmla="*/ 369479 w 492618"/>
                <a:gd name="connsiteY104" fmla="*/ 463800 h 492783"/>
                <a:gd name="connsiteX105" fmla="*/ 374884 w 492618"/>
                <a:gd name="connsiteY105" fmla="*/ 471407 h 492783"/>
                <a:gd name="connsiteX106" fmla="*/ 419310 w 492618"/>
                <a:gd name="connsiteY106" fmla="*/ 474735 h 492783"/>
                <a:gd name="connsiteX107" fmla="*/ 435852 w 492618"/>
                <a:gd name="connsiteY107" fmla="*/ 453740 h 492783"/>
                <a:gd name="connsiteX108" fmla="*/ 435852 w 492618"/>
                <a:gd name="connsiteY108" fmla="*/ 452428 h 492783"/>
                <a:gd name="connsiteX109" fmla="*/ 435837 w 492618"/>
                <a:gd name="connsiteY109" fmla="*/ 449163 h 492783"/>
                <a:gd name="connsiteX110" fmla="*/ 419310 w 492618"/>
                <a:gd name="connsiteY110" fmla="*/ 389866 h 492783"/>
                <a:gd name="connsiteX111" fmla="*/ 419450 w 492618"/>
                <a:gd name="connsiteY111" fmla="*/ 386632 h 492783"/>
                <a:gd name="connsiteX112" fmla="*/ 419403 w 492618"/>
                <a:gd name="connsiteY112" fmla="*/ 382009 h 492783"/>
                <a:gd name="connsiteX113" fmla="*/ 419403 w 492618"/>
                <a:gd name="connsiteY113" fmla="*/ 376135 h 492783"/>
                <a:gd name="connsiteX114" fmla="*/ 419388 w 492618"/>
                <a:gd name="connsiteY114" fmla="*/ 374807 h 492783"/>
                <a:gd name="connsiteX115" fmla="*/ 403892 w 492618"/>
                <a:gd name="connsiteY115" fmla="*/ 361045 h 492783"/>
                <a:gd name="connsiteX116" fmla="*/ 386021 w 492618"/>
                <a:gd name="connsiteY116" fmla="*/ 374448 h 492783"/>
                <a:gd name="connsiteX117" fmla="*/ 386021 w 492618"/>
                <a:gd name="connsiteY117" fmla="*/ 389507 h 492783"/>
                <a:gd name="connsiteX118" fmla="*/ 396019 w 492618"/>
                <a:gd name="connsiteY118" fmla="*/ 402409 h 492783"/>
                <a:gd name="connsiteX119" fmla="*/ 417748 w 492618"/>
                <a:gd name="connsiteY119" fmla="*/ 396130 h 492783"/>
                <a:gd name="connsiteX120" fmla="*/ 419310 w 492618"/>
                <a:gd name="connsiteY120" fmla="*/ 389866 h 492783"/>
                <a:gd name="connsiteX121" fmla="*/ 419372 w 492618"/>
                <a:gd name="connsiteY121" fmla="*/ 70120 h 492783"/>
                <a:gd name="connsiteX122" fmla="*/ 419341 w 492618"/>
                <a:gd name="connsiteY122" fmla="*/ 61591 h 492783"/>
                <a:gd name="connsiteX123" fmla="*/ 406329 w 492618"/>
                <a:gd name="connsiteY123" fmla="*/ 48860 h 492783"/>
                <a:gd name="connsiteX124" fmla="*/ 399127 w 492618"/>
                <a:gd name="connsiteY124" fmla="*/ 48860 h 492783"/>
                <a:gd name="connsiteX125" fmla="*/ 386037 w 492618"/>
                <a:gd name="connsiteY125" fmla="*/ 61575 h 492783"/>
                <a:gd name="connsiteX126" fmla="*/ 385943 w 492618"/>
                <a:gd name="connsiteY126" fmla="*/ 75993 h 492783"/>
                <a:gd name="connsiteX127" fmla="*/ 395534 w 492618"/>
                <a:gd name="connsiteY127" fmla="*/ 89974 h 492783"/>
                <a:gd name="connsiteX128" fmla="*/ 417107 w 492618"/>
                <a:gd name="connsiteY128" fmla="*/ 84710 h 492783"/>
                <a:gd name="connsiteX129" fmla="*/ 419263 w 492618"/>
                <a:gd name="connsiteY129" fmla="*/ 77962 h 492783"/>
                <a:gd name="connsiteX130" fmla="*/ 419325 w 492618"/>
                <a:gd name="connsiteY130" fmla="*/ 70120 h 492783"/>
                <a:gd name="connsiteX131" fmla="*/ 419372 w 492618"/>
                <a:gd name="connsiteY131" fmla="*/ 70120 h 492783"/>
                <a:gd name="connsiteX132" fmla="*/ 386006 w 492618"/>
                <a:gd name="connsiteY132" fmla="*/ 208803 h 492783"/>
                <a:gd name="connsiteX133" fmla="*/ 386240 w 492618"/>
                <a:gd name="connsiteY133" fmla="*/ 191073 h 492783"/>
                <a:gd name="connsiteX134" fmla="*/ 375602 w 492618"/>
                <a:gd name="connsiteY134" fmla="*/ 176202 h 492783"/>
                <a:gd name="connsiteX135" fmla="*/ 368823 w 492618"/>
                <a:gd name="connsiteY135" fmla="*/ 173750 h 492783"/>
                <a:gd name="connsiteX136" fmla="*/ 313477 w 492618"/>
                <a:gd name="connsiteY136" fmla="*/ 104439 h 492783"/>
                <a:gd name="connsiteX137" fmla="*/ 310056 w 492618"/>
                <a:gd name="connsiteY137" fmla="*/ 98628 h 492783"/>
                <a:gd name="connsiteX138" fmla="*/ 287875 w 492618"/>
                <a:gd name="connsiteY138" fmla="*/ 98347 h 492783"/>
                <a:gd name="connsiteX139" fmla="*/ 287297 w 492618"/>
                <a:gd name="connsiteY139" fmla="*/ 102377 h 492783"/>
                <a:gd name="connsiteX140" fmla="*/ 274238 w 492618"/>
                <a:gd name="connsiteY140" fmla="*/ 114640 h 492783"/>
                <a:gd name="connsiteX141" fmla="*/ 221642 w 492618"/>
                <a:gd name="connsiteY141" fmla="*/ 114640 h 492783"/>
                <a:gd name="connsiteX142" fmla="*/ 205318 w 492618"/>
                <a:gd name="connsiteY142" fmla="*/ 100206 h 492783"/>
                <a:gd name="connsiteX143" fmla="*/ 204224 w 492618"/>
                <a:gd name="connsiteY143" fmla="*/ 98285 h 492783"/>
                <a:gd name="connsiteX144" fmla="*/ 185792 w 492618"/>
                <a:gd name="connsiteY144" fmla="*/ 98191 h 492783"/>
                <a:gd name="connsiteX145" fmla="*/ 179153 w 492618"/>
                <a:gd name="connsiteY145" fmla="*/ 103924 h 492783"/>
                <a:gd name="connsiteX146" fmla="*/ 164297 w 492618"/>
                <a:gd name="connsiteY146" fmla="*/ 141461 h 492783"/>
                <a:gd name="connsiteX147" fmla="*/ 103563 w 492618"/>
                <a:gd name="connsiteY147" fmla="*/ 179217 h 492783"/>
                <a:gd name="connsiteX148" fmla="*/ 98283 w 492618"/>
                <a:gd name="connsiteY148" fmla="*/ 184216 h 492783"/>
                <a:gd name="connsiteX149" fmla="*/ 98533 w 492618"/>
                <a:gd name="connsiteY149" fmla="*/ 209194 h 492783"/>
                <a:gd name="connsiteX150" fmla="*/ 101954 w 492618"/>
                <a:gd name="connsiteY150" fmla="*/ 213396 h 492783"/>
                <a:gd name="connsiteX151" fmla="*/ 139866 w 492618"/>
                <a:gd name="connsiteY151" fmla="*/ 213583 h 492783"/>
                <a:gd name="connsiteX152" fmla="*/ 139866 w 492618"/>
                <a:gd name="connsiteY152" fmla="*/ 193838 h 492783"/>
                <a:gd name="connsiteX153" fmla="*/ 161282 w 492618"/>
                <a:gd name="connsiteY153" fmla="*/ 172625 h 492783"/>
                <a:gd name="connsiteX154" fmla="*/ 331535 w 492618"/>
                <a:gd name="connsiteY154" fmla="*/ 172625 h 492783"/>
                <a:gd name="connsiteX155" fmla="*/ 352920 w 492618"/>
                <a:gd name="connsiteY155" fmla="*/ 193885 h 492783"/>
                <a:gd name="connsiteX156" fmla="*/ 352920 w 492618"/>
                <a:gd name="connsiteY156" fmla="*/ 213630 h 492783"/>
                <a:gd name="connsiteX157" fmla="*/ 381694 w 492618"/>
                <a:gd name="connsiteY157" fmla="*/ 213427 h 492783"/>
                <a:gd name="connsiteX158" fmla="*/ 386006 w 492618"/>
                <a:gd name="connsiteY158" fmla="*/ 208803 h 492783"/>
                <a:gd name="connsiteX159" fmla="*/ 386021 w 492618"/>
                <a:gd name="connsiteY159" fmla="*/ 310527 h 492783"/>
                <a:gd name="connsiteX160" fmla="*/ 386053 w 492618"/>
                <a:gd name="connsiteY160" fmla="*/ 282940 h 492783"/>
                <a:gd name="connsiteX161" fmla="*/ 383319 w 492618"/>
                <a:gd name="connsiteY161" fmla="*/ 279332 h 492783"/>
                <a:gd name="connsiteX162" fmla="*/ 352874 w 492618"/>
                <a:gd name="connsiteY162" fmla="*/ 279176 h 492783"/>
                <a:gd name="connsiteX163" fmla="*/ 352874 w 492618"/>
                <a:gd name="connsiteY163" fmla="*/ 299764 h 492783"/>
                <a:gd name="connsiteX164" fmla="*/ 332535 w 492618"/>
                <a:gd name="connsiteY164" fmla="*/ 320040 h 492783"/>
                <a:gd name="connsiteX165" fmla="*/ 290468 w 492618"/>
                <a:gd name="connsiteY165" fmla="*/ 320134 h 492783"/>
                <a:gd name="connsiteX166" fmla="*/ 284766 w 492618"/>
                <a:gd name="connsiteY166" fmla="*/ 321883 h 492783"/>
                <a:gd name="connsiteX167" fmla="*/ 277534 w 492618"/>
                <a:gd name="connsiteY167" fmla="*/ 345190 h 492783"/>
                <a:gd name="connsiteX168" fmla="*/ 295279 w 492618"/>
                <a:gd name="connsiteY168" fmla="*/ 345190 h 492783"/>
                <a:gd name="connsiteX169" fmla="*/ 295279 w 492618"/>
                <a:gd name="connsiteY169" fmla="*/ 360608 h 492783"/>
                <a:gd name="connsiteX170" fmla="*/ 197695 w 492618"/>
                <a:gd name="connsiteY170" fmla="*/ 360608 h 492783"/>
                <a:gd name="connsiteX171" fmla="*/ 197695 w 492618"/>
                <a:gd name="connsiteY171" fmla="*/ 344971 h 492783"/>
                <a:gd name="connsiteX172" fmla="*/ 214878 w 492618"/>
                <a:gd name="connsiteY172" fmla="*/ 344971 h 492783"/>
                <a:gd name="connsiteX173" fmla="*/ 209551 w 492618"/>
                <a:gd name="connsiteY173" fmla="*/ 325367 h 492783"/>
                <a:gd name="connsiteX174" fmla="*/ 202116 w 492618"/>
                <a:gd name="connsiteY174" fmla="*/ 319962 h 492783"/>
                <a:gd name="connsiteX175" fmla="*/ 158736 w 492618"/>
                <a:gd name="connsiteY175" fmla="*/ 320009 h 492783"/>
                <a:gd name="connsiteX176" fmla="*/ 139850 w 492618"/>
                <a:gd name="connsiteY176" fmla="*/ 300951 h 492783"/>
                <a:gd name="connsiteX177" fmla="*/ 139835 w 492618"/>
                <a:gd name="connsiteY177" fmla="*/ 279082 h 492783"/>
                <a:gd name="connsiteX178" fmla="*/ 102719 w 492618"/>
                <a:gd name="connsiteY178" fmla="*/ 279316 h 492783"/>
                <a:gd name="connsiteX179" fmla="*/ 98533 w 492618"/>
                <a:gd name="connsiteY179" fmla="*/ 284065 h 492783"/>
                <a:gd name="connsiteX180" fmla="*/ 98205 w 492618"/>
                <a:gd name="connsiteY180" fmla="*/ 306387 h 492783"/>
                <a:gd name="connsiteX181" fmla="*/ 104672 w 492618"/>
                <a:gd name="connsiteY181" fmla="*/ 313729 h 492783"/>
                <a:gd name="connsiteX182" fmla="*/ 177200 w 492618"/>
                <a:gd name="connsiteY182" fmla="*/ 378947 h 492783"/>
                <a:gd name="connsiteX183" fmla="*/ 182043 w 492618"/>
                <a:gd name="connsiteY183" fmla="*/ 393646 h 492783"/>
                <a:gd name="connsiteX184" fmla="*/ 198038 w 492618"/>
                <a:gd name="connsiteY184" fmla="*/ 394599 h 492783"/>
                <a:gd name="connsiteX185" fmla="*/ 205630 w 492618"/>
                <a:gd name="connsiteY185" fmla="*/ 387476 h 492783"/>
                <a:gd name="connsiteX186" fmla="*/ 214128 w 492618"/>
                <a:gd name="connsiteY186" fmla="*/ 378150 h 492783"/>
                <a:gd name="connsiteX187" fmla="*/ 278549 w 492618"/>
                <a:gd name="connsiteY187" fmla="*/ 378134 h 492783"/>
                <a:gd name="connsiteX188" fmla="*/ 287125 w 492618"/>
                <a:gd name="connsiteY188" fmla="*/ 385476 h 492783"/>
                <a:gd name="connsiteX189" fmla="*/ 297950 w 492618"/>
                <a:gd name="connsiteY189" fmla="*/ 394521 h 492783"/>
                <a:gd name="connsiteX190" fmla="*/ 307807 w 492618"/>
                <a:gd name="connsiteY190" fmla="*/ 394537 h 492783"/>
                <a:gd name="connsiteX191" fmla="*/ 313431 w 492618"/>
                <a:gd name="connsiteY191" fmla="*/ 389928 h 492783"/>
                <a:gd name="connsiteX192" fmla="*/ 382210 w 492618"/>
                <a:gd name="connsiteY192" fmla="*/ 314635 h 492783"/>
                <a:gd name="connsiteX193" fmla="*/ 386021 w 492618"/>
                <a:gd name="connsiteY193" fmla="*/ 310527 h 492783"/>
                <a:gd name="connsiteX194" fmla="*/ 337221 w 492618"/>
                <a:gd name="connsiteY194" fmla="*/ 195713 h 492783"/>
                <a:gd name="connsiteX195" fmla="*/ 329614 w 492618"/>
                <a:gd name="connsiteY195" fmla="*/ 188371 h 492783"/>
                <a:gd name="connsiteX196" fmla="*/ 163391 w 492618"/>
                <a:gd name="connsiteY196" fmla="*/ 188371 h 492783"/>
                <a:gd name="connsiteX197" fmla="*/ 155471 w 492618"/>
                <a:gd name="connsiteY197" fmla="*/ 196088 h 492783"/>
                <a:gd name="connsiteX198" fmla="*/ 155628 w 492618"/>
                <a:gd name="connsiteY198" fmla="*/ 272302 h 492783"/>
                <a:gd name="connsiteX199" fmla="*/ 155956 w 492618"/>
                <a:gd name="connsiteY199" fmla="*/ 279051 h 492783"/>
                <a:gd name="connsiteX200" fmla="*/ 336784 w 492618"/>
                <a:gd name="connsiteY200" fmla="*/ 279051 h 492783"/>
                <a:gd name="connsiteX201" fmla="*/ 337081 w 492618"/>
                <a:gd name="connsiteY201" fmla="*/ 273240 h 492783"/>
                <a:gd name="connsiteX202" fmla="*/ 337221 w 492618"/>
                <a:gd name="connsiteY202" fmla="*/ 195713 h 492783"/>
                <a:gd name="connsiteX203" fmla="*/ 330504 w 492618"/>
                <a:gd name="connsiteY203" fmla="*/ 304294 h 492783"/>
                <a:gd name="connsiteX204" fmla="*/ 336409 w 492618"/>
                <a:gd name="connsiteY204" fmla="*/ 296015 h 492783"/>
                <a:gd name="connsiteX205" fmla="*/ 156174 w 492618"/>
                <a:gd name="connsiteY205" fmla="*/ 296015 h 492783"/>
                <a:gd name="connsiteX206" fmla="*/ 162220 w 492618"/>
                <a:gd name="connsiteY206" fmla="*/ 304294 h 492783"/>
                <a:gd name="connsiteX207" fmla="*/ 330504 w 492618"/>
                <a:gd name="connsiteY207" fmla="*/ 304294 h 492783"/>
                <a:gd name="connsiteX208" fmla="*/ 271363 w 492618"/>
                <a:gd name="connsiteY208" fmla="*/ 88693 h 492783"/>
                <a:gd name="connsiteX209" fmla="*/ 264474 w 492618"/>
                <a:gd name="connsiteY209" fmla="*/ 81601 h 492783"/>
                <a:gd name="connsiteX210" fmla="*/ 232983 w 492618"/>
                <a:gd name="connsiteY210" fmla="*/ 81726 h 492783"/>
                <a:gd name="connsiteX211" fmla="*/ 221595 w 492618"/>
                <a:gd name="connsiteY211" fmla="*/ 95114 h 492783"/>
                <a:gd name="connsiteX212" fmla="*/ 225016 w 492618"/>
                <a:gd name="connsiteY212" fmla="*/ 98597 h 492783"/>
                <a:gd name="connsiteX213" fmla="*/ 271316 w 492618"/>
                <a:gd name="connsiteY213" fmla="*/ 98738 h 492783"/>
                <a:gd name="connsiteX214" fmla="*/ 271363 w 492618"/>
                <a:gd name="connsiteY214" fmla="*/ 88693 h 492783"/>
                <a:gd name="connsiteX215" fmla="*/ 271395 w 492618"/>
                <a:gd name="connsiteY215" fmla="*/ 399738 h 492783"/>
                <a:gd name="connsiteX216" fmla="*/ 265287 w 492618"/>
                <a:gd name="connsiteY216" fmla="*/ 393865 h 492783"/>
                <a:gd name="connsiteX217" fmla="*/ 229874 w 492618"/>
                <a:gd name="connsiteY217" fmla="*/ 393927 h 492783"/>
                <a:gd name="connsiteX218" fmla="*/ 221423 w 492618"/>
                <a:gd name="connsiteY218" fmla="*/ 402566 h 492783"/>
                <a:gd name="connsiteX219" fmla="*/ 221423 w 492618"/>
                <a:gd name="connsiteY219" fmla="*/ 405830 h 492783"/>
                <a:gd name="connsiteX220" fmla="*/ 226812 w 492618"/>
                <a:gd name="connsiteY220" fmla="*/ 411017 h 492783"/>
                <a:gd name="connsiteX221" fmla="*/ 240652 w 492618"/>
                <a:gd name="connsiteY221" fmla="*/ 410954 h 492783"/>
                <a:gd name="connsiteX222" fmla="*/ 246495 w 492618"/>
                <a:gd name="connsiteY222" fmla="*/ 410985 h 492783"/>
                <a:gd name="connsiteX223" fmla="*/ 254758 w 492618"/>
                <a:gd name="connsiteY223" fmla="*/ 411001 h 492783"/>
                <a:gd name="connsiteX224" fmla="*/ 260272 w 492618"/>
                <a:gd name="connsiteY224" fmla="*/ 410970 h 492783"/>
                <a:gd name="connsiteX225" fmla="*/ 271395 w 492618"/>
                <a:gd name="connsiteY225" fmla="*/ 399738 h 492783"/>
                <a:gd name="connsiteX226" fmla="*/ 267146 w 492618"/>
                <a:gd name="connsiteY226" fmla="*/ 320540 h 492783"/>
                <a:gd name="connsiteX227" fmla="*/ 225547 w 492618"/>
                <a:gd name="connsiteY227" fmla="*/ 320540 h 492783"/>
                <a:gd name="connsiteX228" fmla="*/ 230827 w 492618"/>
                <a:gd name="connsiteY228" fmla="*/ 344706 h 492783"/>
                <a:gd name="connsiteX229" fmla="*/ 262038 w 492618"/>
                <a:gd name="connsiteY229" fmla="*/ 344706 h 492783"/>
                <a:gd name="connsiteX230" fmla="*/ 267146 w 492618"/>
                <a:gd name="connsiteY230" fmla="*/ 320540 h 492783"/>
                <a:gd name="connsiteX231" fmla="*/ 139475 w 492618"/>
                <a:gd name="connsiteY231" fmla="*/ 456536 h 492783"/>
                <a:gd name="connsiteX232" fmla="*/ 159908 w 492618"/>
                <a:gd name="connsiteY232" fmla="*/ 377041 h 492783"/>
                <a:gd name="connsiteX233" fmla="*/ 82849 w 492618"/>
                <a:gd name="connsiteY233" fmla="*/ 328772 h 492783"/>
                <a:gd name="connsiteX234" fmla="*/ 16413 w 492618"/>
                <a:gd name="connsiteY234" fmla="*/ 393849 h 492783"/>
                <a:gd name="connsiteX235" fmla="*/ 40110 w 492618"/>
                <a:gd name="connsiteY235" fmla="*/ 455474 h 492783"/>
                <a:gd name="connsiteX236" fmla="*/ 43984 w 492618"/>
                <a:gd name="connsiteY236" fmla="*/ 427919 h 492783"/>
                <a:gd name="connsiteX237" fmla="*/ 62417 w 492618"/>
                <a:gd name="connsiteY237" fmla="*/ 407049 h 492783"/>
                <a:gd name="connsiteX238" fmla="*/ 58824 w 492618"/>
                <a:gd name="connsiteY238" fmla="*/ 367247 h 492783"/>
                <a:gd name="connsiteX239" fmla="*/ 70399 w 492618"/>
                <a:gd name="connsiteY239" fmla="*/ 350517 h 492783"/>
                <a:gd name="connsiteX240" fmla="*/ 111264 w 492618"/>
                <a:gd name="connsiteY240" fmla="*/ 350829 h 492783"/>
                <a:gd name="connsiteX241" fmla="*/ 122714 w 492618"/>
                <a:gd name="connsiteY241" fmla="*/ 371324 h 492783"/>
                <a:gd name="connsiteX242" fmla="*/ 117950 w 492618"/>
                <a:gd name="connsiteY242" fmla="*/ 406815 h 492783"/>
                <a:gd name="connsiteX243" fmla="*/ 139475 w 492618"/>
                <a:gd name="connsiteY243" fmla="*/ 456536 h 492783"/>
                <a:gd name="connsiteX244" fmla="*/ 123542 w 492618"/>
                <a:gd name="connsiteY244" fmla="*/ 139258 h 492783"/>
                <a:gd name="connsiteX245" fmla="*/ 90660 w 492618"/>
                <a:gd name="connsiteY245" fmla="*/ 106532 h 492783"/>
                <a:gd name="connsiteX246" fmla="*/ 82115 w 492618"/>
                <a:gd name="connsiteY246" fmla="*/ 106532 h 492783"/>
                <a:gd name="connsiteX247" fmla="*/ 57122 w 492618"/>
                <a:gd name="connsiteY247" fmla="*/ 131370 h 492783"/>
                <a:gd name="connsiteX248" fmla="*/ 56997 w 492618"/>
                <a:gd name="connsiteY248" fmla="*/ 151052 h 492783"/>
                <a:gd name="connsiteX249" fmla="*/ 62683 w 492618"/>
                <a:gd name="connsiteY249" fmla="*/ 159191 h 492783"/>
                <a:gd name="connsiteX250" fmla="*/ 108452 w 492618"/>
                <a:gd name="connsiteY250" fmla="*/ 162065 h 492783"/>
                <a:gd name="connsiteX251" fmla="*/ 123511 w 492618"/>
                <a:gd name="connsiteY251" fmla="*/ 143195 h 492783"/>
                <a:gd name="connsiteX252" fmla="*/ 123542 w 492618"/>
                <a:gd name="connsiteY252" fmla="*/ 139258 h 492783"/>
                <a:gd name="connsiteX253" fmla="*/ 123542 w 492618"/>
                <a:gd name="connsiteY253" fmla="*/ 451553 h 492783"/>
                <a:gd name="connsiteX254" fmla="*/ 90613 w 492618"/>
                <a:gd name="connsiteY254" fmla="*/ 418280 h 492783"/>
                <a:gd name="connsiteX255" fmla="*/ 57122 w 492618"/>
                <a:gd name="connsiteY255" fmla="*/ 452303 h 492783"/>
                <a:gd name="connsiteX256" fmla="*/ 57059 w 492618"/>
                <a:gd name="connsiteY256" fmla="*/ 461472 h 492783"/>
                <a:gd name="connsiteX257" fmla="*/ 64604 w 492618"/>
                <a:gd name="connsiteY257" fmla="*/ 472282 h 492783"/>
                <a:gd name="connsiteX258" fmla="*/ 108499 w 492618"/>
                <a:gd name="connsiteY258" fmla="*/ 474344 h 492783"/>
                <a:gd name="connsiteX259" fmla="*/ 123542 w 492618"/>
                <a:gd name="connsiteY259" fmla="*/ 454818 h 492783"/>
                <a:gd name="connsiteX260" fmla="*/ 123542 w 492618"/>
                <a:gd name="connsiteY260" fmla="*/ 451553 h 492783"/>
                <a:gd name="connsiteX261" fmla="*/ 107046 w 492618"/>
                <a:gd name="connsiteY261" fmla="*/ 376963 h 492783"/>
                <a:gd name="connsiteX262" fmla="*/ 98736 w 492618"/>
                <a:gd name="connsiteY262" fmla="*/ 362248 h 492783"/>
                <a:gd name="connsiteX263" fmla="*/ 77757 w 492618"/>
                <a:gd name="connsiteY263" fmla="*/ 364982 h 492783"/>
                <a:gd name="connsiteX264" fmla="*/ 73836 w 492618"/>
                <a:gd name="connsiteY264" fmla="*/ 374229 h 492783"/>
                <a:gd name="connsiteX265" fmla="*/ 73680 w 492618"/>
                <a:gd name="connsiteY265" fmla="*/ 389272 h 492783"/>
                <a:gd name="connsiteX266" fmla="*/ 84037 w 492618"/>
                <a:gd name="connsiteY266" fmla="*/ 402456 h 492783"/>
                <a:gd name="connsiteX267" fmla="*/ 105797 w 492618"/>
                <a:gd name="connsiteY267" fmla="*/ 395114 h 492783"/>
                <a:gd name="connsiteX268" fmla="*/ 106968 w 492618"/>
                <a:gd name="connsiteY268" fmla="*/ 389413 h 492783"/>
                <a:gd name="connsiteX269" fmla="*/ 107015 w 492618"/>
                <a:gd name="connsiteY269" fmla="*/ 382212 h 492783"/>
                <a:gd name="connsiteX270" fmla="*/ 107046 w 492618"/>
                <a:gd name="connsiteY270" fmla="*/ 376963 h 492783"/>
                <a:gd name="connsiteX271" fmla="*/ 106984 w 492618"/>
                <a:gd name="connsiteY271" fmla="*/ 69870 h 492783"/>
                <a:gd name="connsiteX272" fmla="*/ 106953 w 492618"/>
                <a:gd name="connsiteY272" fmla="*/ 61341 h 492783"/>
                <a:gd name="connsiteX273" fmla="*/ 93034 w 492618"/>
                <a:gd name="connsiteY273" fmla="*/ 48844 h 492783"/>
                <a:gd name="connsiteX274" fmla="*/ 73617 w 492618"/>
                <a:gd name="connsiteY274" fmla="*/ 67058 h 492783"/>
                <a:gd name="connsiteX275" fmla="*/ 73617 w 492618"/>
                <a:gd name="connsiteY275" fmla="*/ 75587 h 492783"/>
                <a:gd name="connsiteX276" fmla="*/ 82146 w 492618"/>
                <a:gd name="connsiteY276" fmla="*/ 89615 h 492783"/>
                <a:gd name="connsiteX277" fmla="*/ 104016 w 492618"/>
                <a:gd name="connsiteY277" fmla="*/ 85491 h 492783"/>
                <a:gd name="connsiteX278" fmla="*/ 106890 w 492618"/>
                <a:gd name="connsiteY278" fmla="*/ 77712 h 492783"/>
                <a:gd name="connsiteX279" fmla="*/ 106984 w 492618"/>
                <a:gd name="connsiteY279" fmla="*/ 69870 h 4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92618" h="492783">
                  <a:moveTo>
                    <a:pt x="492619" y="401644"/>
                  </a:moveTo>
                  <a:cubicBezTo>
                    <a:pt x="487277" y="401644"/>
                    <a:pt x="482418" y="401644"/>
                    <a:pt x="477045" y="401644"/>
                  </a:cubicBezTo>
                  <a:cubicBezTo>
                    <a:pt x="475780" y="379400"/>
                    <a:pt x="467500" y="360452"/>
                    <a:pt x="450364" y="345877"/>
                  </a:cubicBezTo>
                  <a:cubicBezTo>
                    <a:pt x="437555" y="334989"/>
                    <a:pt x="422621" y="329381"/>
                    <a:pt x="405907" y="328444"/>
                  </a:cubicBezTo>
                  <a:cubicBezTo>
                    <a:pt x="373290" y="326616"/>
                    <a:pt x="342454" y="347799"/>
                    <a:pt x="332191" y="379072"/>
                  </a:cubicBezTo>
                  <a:cubicBezTo>
                    <a:pt x="323006" y="407080"/>
                    <a:pt x="332426" y="442852"/>
                    <a:pt x="353577" y="456724"/>
                  </a:cubicBezTo>
                  <a:cubicBezTo>
                    <a:pt x="352124" y="436198"/>
                    <a:pt x="354811" y="417781"/>
                    <a:pt x="375180" y="406830"/>
                  </a:cubicBezTo>
                  <a:cubicBezTo>
                    <a:pt x="368026" y="396427"/>
                    <a:pt x="369947" y="384836"/>
                    <a:pt x="370088" y="373620"/>
                  </a:cubicBezTo>
                  <a:cubicBezTo>
                    <a:pt x="370275" y="357655"/>
                    <a:pt x="382647" y="345315"/>
                    <a:pt x="398643" y="345221"/>
                  </a:cubicBezTo>
                  <a:cubicBezTo>
                    <a:pt x="405095" y="345205"/>
                    <a:pt x="411843" y="345893"/>
                    <a:pt x="417935" y="347877"/>
                  </a:cubicBezTo>
                  <a:cubicBezTo>
                    <a:pt x="426558" y="350673"/>
                    <a:pt x="431853" y="357515"/>
                    <a:pt x="434275" y="366294"/>
                  </a:cubicBezTo>
                  <a:cubicBezTo>
                    <a:pt x="437196" y="376932"/>
                    <a:pt x="435430" y="396286"/>
                    <a:pt x="430526" y="406877"/>
                  </a:cubicBezTo>
                  <a:cubicBezTo>
                    <a:pt x="450067" y="417343"/>
                    <a:pt x="453566" y="435417"/>
                    <a:pt x="452410" y="456021"/>
                  </a:cubicBezTo>
                  <a:cubicBezTo>
                    <a:pt x="464767" y="446055"/>
                    <a:pt x="471437" y="433042"/>
                    <a:pt x="475295" y="417843"/>
                  </a:cubicBezTo>
                  <a:cubicBezTo>
                    <a:pt x="480669" y="418858"/>
                    <a:pt x="485480" y="419796"/>
                    <a:pt x="490838" y="420827"/>
                  </a:cubicBezTo>
                  <a:cubicBezTo>
                    <a:pt x="484933" y="446554"/>
                    <a:pt x="471577" y="466143"/>
                    <a:pt x="449677" y="479327"/>
                  </a:cubicBezTo>
                  <a:cubicBezTo>
                    <a:pt x="393910" y="512897"/>
                    <a:pt x="324334" y="480608"/>
                    <a:pt x="313587" y="416281"/>
                  </a:cubicBezTo>
                  <a:cubicBezTo>
                    <a:pt x="312868" y="411970"/>
                    <a:pt x="311494" y="410142"/>
                    <a:pt x="306995" y="410454"/>
                  </a:cubicBezTo>
                  <a:cubicBezTo>
                    <a:pt x="302184" y="410782"/>
                    <a:pt x="297357" y="410720"/>
                    <a:pt x="292530" y="410470"/>
                  </a:cubicBezTo>
                  <a:cubicBezTo>
                    <a:pt x="288546" y="410282"/>
                    <a:pt x="287250" y="411782"/>
                    <a:pt x="287141" y="415781"/>
                  </a:cubicBezTo>
                  <a:cubicBezTo>
                    <a:pt x="286906" y="425044"/>
                    <a:pt x="284844" y="426919"/>
                    <a:pt x="275753" y="426950"/>
                  </a:cubicBezTo>
                  <a:cubicBezTo>
                    <a:pt x="256024" y="426997"/>
                    <a:pt x="236294" y="427013"/>
                    <a:pt x="216581" y="426934"/>
                  </a:cubicBezTo>
                  <a:cubicBezTo>
                    <a:pt x="207880" y="426903"/>
                    <a:pt x="205708" y="424904"/>
                    <a:pt x="205599" y="416062"/>
                  </a:cubicBezTo>
                  <a:cubicBezTo>
                    <a:pt x="205537" y="411735"/>
                    <a:pt x="204053" y="410236"/>
                    <a:pt x="199819" y="410470"/>
                  </a:cubicBezTo>
                  <a:cubicBezTo>
                    <a:pt x="193930" y="410767"/>
                    <a:pt x="186604" y="408549"/>
                    <a:pt x="182496" y="411298"/>
                  </a:cubicBezTo>
                  <a:cubicBezTo>
                    <a:pt x="178809" y="413766"/>
                    <a:pt x="178481" y="421451"/>
                    <a:pt x="176966" y="426919"/>
                  </a:cubicBezTo>
                  <a:cubicBezTo>
                    <a:pt x="166140" y="466237"/>
                    <a:pt x="128822" y="493886"/>
                    <a:pt x="88129" y="492683"/>
                  </a:cubicBezTo>
                  <a:cubicBezTo>
                    <a:pt x="45906" y="491433"/>
                    <a:pt x="10446" y="461957"/>
                    <a:pt x="1933" y="421030"/>
                  </a:cubicBezTo>
                  <a:cubicBezTo>
                    <a:pt x="-8549" y="370511"/>
                    <a:pt x="24661" y="322102"/>
                    <a:pt x="75929" y="313682"/>
                  </a:cubicBezTo>
                  <a:cubicBezTo>
                    <a:pt x="80990" y="312854"/>
                    <a:pt x="82506" y="311105"/>
                    <a:pt x="82303" y="306215"/>
                  </a:cubicBezTo>
                  <a:cubicBezTo>
                    <a:pt x="81975" y="298124"/>
                    <a:pt x="82068" y="290001"/>
                    <a:pt x="82271" y="281894"/>
                  </a:cubicBezTo>
                  <a:cubicBezTo>
                    <a:pt x="82521" y="270537"/>
                    <a:pt x="89519" y="263430"/>
                    <a:pt x="100860" y="263258"/>
                  </a:cubicBezTo>
                  <a:cubicBezTo>
                    <a:pt x="113529" y="263055"/>
                    <a:pt x="126198" y="263211"/>
                    <a:pt x="139350" y="263211"/>
                  </a:cubicBezTo>
                  <a:cubicBezTo>
                    <a:pt x="139350" y="251886"/>
                    <a:pt x="139350" y="241279"/>
                    <a:pt x="139350" y="229579"/>
                  </a:cubicBezTo>
                  <a:cubicBezTo>
                    <a:pt x="131118" y="229579"/>
                    <a:pt x="122870" y="229579"/>
                    <a:pt x="114622" y="229579"/>
                  </a:cubicBezTo>
                  <a:cubicBezTo>
                    <a:pt x="109796" y="229579"/>
                    <a:pt x="104953" y="229735"/>
                    <a:pt x="100157" y="229516"/>
                  </a:cubicBezTo>
                  <a:cubicBezTo>
                    <a:pt x="89535" y="229032"/>
                    <a:pt x="82599" y="222097"/>
                    <a:pt x="82287" y="211459"/>
                  </a:cubicBezTo>
                  <a:cubicBezTo>
                    <a:pt x="82037" y="203133"/>
                    <a:pt x="81959" y="194775"/>
                    <a:pt x="82303" y="186465"/>
                  </a:cubicBezTo>
                  <a:cubicBezTo>
                    <a:pt x="82537" y="181482"/>
                    <a:pt x="80819" y="179842"/>
                    <a:pt x="75867" y="179029"/>
                  </a:cubicBezTo>
                  <a:cubicBezTo>
                    <a:pt x="27973" y="171172"/>
                    <a:pt x="-4534" y="128308"/>
                    <a:pt x="558" y="80055"/>
                  </a:cubicBezTo>
                  <a:cubicBezTo>
                    <a:pt x="808" y="77743"/>
                    <a:pt x="1433" y="75462"/>
                    <a:pt x="2011" y="72572"/>
                  </a:cubicBezTo>
                  <a:cubicBezTo>
                    <a:pt x="7259" y="73619"/>
                    <a:pt x="11883" y="74541"/>
                    <a:pt x="17023" y="75556"/>
                  </a:cubicBezTo>
                  <a:cubicBezTo>
                    <a:pt x="13211" y="102440"/>
                    <a:pt x="20053" y="125418"/>
                    <a:pt x="40532" y="144179"/>
                  </a:cubicBezTo>
                  <a:cubicBezTo>
                    <a:pt x="39704" y="123965"/>
                    <a:pt x="42375" y="105548"/>
                    <a:pt x="60324" y="95770"/>
                  </a:cubicBezTo>
                  <a:cubicBezTo>
                    <a:pt x="59371" y="84726"/>
                    <a:pt x="57918" y="74900"/>
                    <a:pt x="57778" y="65059"/>
                  </a:cubicBezTo>
                  <a:cubicBezTo>
                    <a:pt x="57512" y="44017"/>
                    <a:pt x="69134" y="33020"/>
                    <a:pt x="90379" y="32739"/>
                  </a:cubicBezTo>
                  <a:cubicBezTo>
                    <a:pt x="103047" y="32583"/>
                    <a:pt x="113170" y="36644"/>
                    <a:pt x="119481" y="48063"/>
                  </a:cubicBezTo>
                  <a:cubicBezTo>
                    <a:pt x="121027" y="50875"/>
                    <a:pt x="122464" y="54202"/>
                    <a:pt x="122527" y="57326"/>
                  </a:cubicBezTo>
                  <a:cubicBezTo>
                    <a:pt x="122761" y="69667"/>
                    <a:pt x="125276" y="82351"/>
                    <a:pt x="118075" y="94379"/>
                  </a:cubicBezTo>
                  <a:cubicBezTo>
                    <a:pt x="137804" y="105345"/>
                    <a:pt x="141147" y="123497"/>
                    <a:pt x="140178" y="143929"/>
                  </a:cubicBezTo>
                  <a:cubicBezTo>
                    <a:pt x="159017" y="126340"/>
                    <a:pt x="166765" y="105002"/>
                    <a:pt x="163500" y="79727"/>
                  </a:cubicBezTo>
                  <a:cubicBezTo>
                    <a:pt x="159626" y="49735"/>
                    <a:pt x="137773" y="24804"/>
                    <a:pt x="107234" y="18243"/>
                  </a:cubicBezTo>
                  <a:cubicBezTo>
                    <a:pt x="68744" y="9979"/>
                    <a:pt x="40891" y="26022"/>
                    <a:pt x="21678" y="59966"/>
                  </a:cubicBezTo>
                  <a:cubicBezTo>
                    <a:pt x="18444" y="58592"/>
                    <a:pt x="15257" y="57280"/>
                    <a:pt x="12102" y="55874"/>
                  </a:cubicBezTo>
                  <a:cubicBezTo>
                    <a:pt x="10759" y="55264"/>
                    <a:pt x="9493" y="54452"/>
                    <a:pt x="7712" y="53484"/>
                  </a:cubicBezTo>
                  <a:cubicBezTo>
                    <a:pt x="19116" y="29365"/>
                    <a:pt x="36892" y="12729"/>
                    <a:pt x="61980" y="4699"/>
                  </a:cubicBezTo>
                  <a:cubicBezTo>
                    <a:pt x="115763" y="-12515"/>
                    <a:pt x="169827" y="20680"/>
                    <a:pt x="179090" y="76368"/>
                  </a:cubicBezTo>
                  <a:cubicBezTo>
                    <a:pt x="179902" y="81195"/>
                    <a:pt x="181746" y="82742"/>
                    <a:pt x="186291" y="82273"/>
                  </a:cubicBezTo>
                  <a:cubicBezTo>
                    <a:pt x="189103" y="81976"/>
                    <a:pt x="191978" y="82226"/>
                    <a:pt x="194836" y="82226"/>
                  </a:cubicBezTo>
                  <a:cubicBezTo>
                    <a:pt x="204224" y="82226"/>
                    <a:pt x="204256" y="82226"/>
                    <a:pt x="205568" y="73135"/>
                  </a:cubicBezTo>
                  <a:cubicBezTo>
                    <a:pt x="206255" y="68449"/>
                    <a:pt x="209098" y="65980"/>
                    <a:pt x="213550" y="65965"/>
                  </a:cubicBezTo>
                  <a:cubicBezTo>
                    <a:pt x="235466" y="65824"/>
                    <a:pt x="257398" y="65793"/>
                    <a:pt x="279314" y="65996"/>
                  </a:cubicBezTo>
                  <a:cubicBezTo>
                    <a:pt x="284891" y="66043"/>
                    <a:pt x="287609" y="69823"/>
                    <a:pt x="287156" y="75259"/>
                  </a:cubicBezTo>
                  <a:cubicBezTo>
                    <a:pt x="286703" y="80649"/>
                    <a:pt x="288546" y="82789"/>
                    <a:pt x="294107" y="82304"/>
                  </a:cubicBezTo>
                  <a:cubicBezTo>
                    <a:pt x="299778" y="81789"/>
                    <a:pt x="306948" y="84054"/>
                    <a:pt x="310744" y="81320"/>
                  </a:cubicBezTo>
                  <a:cubicBezTo>
                    <a:pt x="314274" y="78774"/>
                    <a:pt x="314305" y="71292"/>
                    <a:pt x="315758" y="65934"/>
                  </a:cubicBezTo>
                  <a:cubicBezTo>
                    <a:pt x="325912" y="28646"/>
                    <a:pt x="359809" y="1684"/>
                    <a:pt x="398549" y="76"/>
                  </a:cubicBezTo>
                  <a:cubicBezTo>
                    <a:pt x="437602" y="-1518"/>
                    <a:pt x="473655" y="22242"/>
                    <a:pt x="486886" y="58326"/>
                  </a:cubicBezTo>
                  <a:cubicBezTo>
                    <a:pt x="500554" y="95629"/>
                    <a:pt x="489120" y="136712"/>
                    <a:pt x="458550" y="160800"/>
                  </a:cubicBezTo>
                  <a:cubicBezTo>
                    <a:pt x="443788" y="172422"/>
                    <a:pt x="427011" y="178561"/>
                    <a:pt x="408422" y="180201"/>
                  </a:cubicBezTo>
                  <a:cubicBezTo>
                    <a:pt x="406704" y="180357"/>
                    <a:pt x="405001" y="180513"/>
                    <a:pt x="402252" y="180779"/>
                  </a:cubicBezTo>
                  <a:cubicBezTo>
                    <a:pt x="402252" y="189355"/>
                    <a:pt x="402252" y="197806"/>
                    <a:pt x="402252" y="206272"/>
                  </a:cubicBezTo>
                  <a:cubicBezTo>
                    <a:pt x="402236" y="223674"/>
                    <a:pt x="396362" y="229548"/>
                    <a:pt x="378976" y="229563"/>
                  </a:cubicBezTo>
                  <a:cubicBezTo>
                    <a:pt x="370494" y="229563"/>
                    <a:pt x="362012" y="229563"/>
                    <a:pt x="353217" y="229563"/>
                  </a:cubicBezTo>
                  <a:cubicBezTo>
                    <a:pt x="353217" y="240998"/>
                    <a:pt x="353217" y="251448"/>
                    <a:pt x="353217" y="263180"/>
                  </a:cubicBezTo>
                  <a:cubicBezTo>
                    <a:pt x="362887" y="263180"/>
                    <a:pt x="372025" y="263148"/>
                    <a:pt x="381179" y="263195"/>
                  </a:cubicBezTo>
                  <a:cubicBezTo>
                    <a:pt x="395503" y="263258"/>
                    <a:pt x="402158" y="269834"/>
                    <a:pt x="402236" y="284049"/>
                  </a:cubicBezTo>
                  <a:cubicBezTo>
                    <a:pt x="402283" y="293203"/>
                    <a:pt x="402252" y="302357"/>
                    <a:pt x="402252" y="312026"/>
                  </a:cubicBezTo>
                  <a:cubicBezTo>
                    <a:pt x="433072" y="313495"/>
                    <a:pt x="457925" y="325429"/>
                    <a:pt x="475858" y="350157"/>
                  </a:cubicBezTo>
                  <a:cubicBezTo>
                    <a:pt x="486808" y="365263"/>
                    <a:pt x="492369" y="382274"/>
                    <a:pt x="492619" y="401644"/>
                  </a:cubicBezTo>
                  <a:close/>
                  <a:moveTo>
                    <a:pt x="451380" y="144851"/>
                  </a:moveTo>
                  <a:cubicBezTo>
                    <a:pt x="473999" y="127355"/>
                    <a:pt x="482340" y="92770"/>
                    <a:pt x="472265" y="64731"/>
                  </a:cubicBezTo>
                  <a:cubicBezTo>
                    <a:pt x="461408" y="34520"/>
                    <a:pt x="432181" y="15025"/>
                    <a:pt x="399174" y="16009"/>
                  </a:cubicBezTo>
                  <a:cubicBezTo>
                    <a:pt x="368245" y="16915"/>
                    <a:pt x="340174" y="39003"/>
                    <a:pt x="331426" y="69308"/>
                  </a:cubicBezTo>
                  <a:cubicBezTo>
                    <a:pt x="323475" y="96754"/>
                    <a:pt x="333097" y="130761"/>
                    <a:pt x="353498" y="144382"/>
                  </a:cubicBezTo>
                  <a:cubicBezTo>
                    <a:pt x="351968" y="123653"/>
                    <a:pt x="355076" y="105173"/>
                    <a:pt x="374946" y="94348"/>
                  </a:cubicBezTo>
                  <a:cubicBezTo>
                    <a:pt x="367698" y="81945"/>
                    <a:pt x="369135" y="68995"/>
                    <a:pt x="370682" y="56561"/>
                  </a:cubicBezTo>
                  <a:cubicBezTo>
                    <a:pt x="372775" y="39628"/>
                    <a:pt x="388083" y="30880"/>
                    <a:pt x="409265" y="32989"/>
                  </a:cubicBezTo>
                  <a:cubicBezTo>
                    <a:pt x="422528" y="34317"/>
                    <a:pt x="433681" y="44049"/>
                    <a:pt x="434806" y="57201"/>
                  </a:cubicBezTo>
                  <a:cubicBezTo>
                    <a:pt x="435837" y="69495"/>
                    <a:pt x="437617" y="82195"/>
                    <a:pt x="430463" y="94333"/>
                  </a:cubicBezTo>
                  <a:cubicBezTo>
                    <a:pt x="450083" y="105127"/>
                    <a:pt x="453613" y="123184"/>
                    <a:pt x="451380" y="144851"/>
                  </a:cubicBezTo>
                  <a:close/>
                  <a:moveTo>
                    <a:pt x="435868" y="138680"/>
                  </a:moveTo>
                  <a:cubicBezTo>
                    <a:pt x="437758" y="115624"/>
                    <a:pt x="427323" y="106189"/>
                    <a:pt x="403798" y="106064"/>
                  </a:cubicBezTo>
                  <a:cubicBezTo>
                    <a:pt x="377383" y="105939"/>
                    <a:pt x="367651" y="114952"/>
                    <a:pt x="369572" y="140477"/>
                  </a:cubicBezTo>
                  <a:cubicBezTo>
                    <a:pt x="369572" y="143320"/>
                    <a:pt x="369963" y="146225"/>
                    <a:pt x="369479" y="149006"/>
                  </a:cubicBezTo>
                  <a:cubicBezTo>
                    <a:pt x="368385" y="155567"/>
                    <a:pt x="371634" y="158207"/>
                    <a:pt x="377445" y="160112"/>
                  </a:cubicBezTo>
                  <a:cubicBezTo>
                    <a:pt x="393348" y="165283"/>
                    <a:pt x="409203" y="165736"/>
                    <a:pt x="425183" y="160847"/>
                  </a:cubicBezTo>
                  <a:cubicBezTo>
                    <a:pt x="435868" y="157566"/>
                    <a:pt x="435852" y="157519"/>
                    <a:pt x="435852" y="146553"/>
                  </a:cubicBezTo>
                  <a:cubicBezTo>
                    <a:pt x="435837" y="143913"/>
                    <a:pt x="435634" y="141274"/>
                    <a:pt x="435868" y="138680"/>
                  </a:cubicBezTo>
                  <a:close/>
                  <a:moveTo>
                    <a:pt x="435837" y="449163"/>
                  </a:moveTo>
                  <a:cubicBezTo>
                    <a:pt x="435852" y="446976"/>
                    <a:pt x="435868" y="444789"/>
                    <a:pt x="435821" y="442602"/>
                  </a:cubicBezTo>
                  <a:cubicBezTo>
                    <a:pt x="435540" y="428262"/>
                    <a:pt x="426198" y="418968"/>
                    <a:pt x="411796" y="418765"/>
                  </a:cubicBezTo>
                  <a:cubicBezTo>
                    <a:pt x="405673" y="418671"/>
                    <a:pt x="399549" y="418671"/>
                    <a:pt x="393441" y="418765"/>
                  </a:cubicBezTo>
                  <a:cubicBezTo>
                    <a:pt x="379414" y="418999"/>
                    <a:pt x="369900" y="428293"/>
                    <a:pt x="369604" y="442165"/>
                  </a:cubicBezTo>
                  <a:cubicBezTo>
                    <a:pt x="369447" y="449366"/>
                    <a:pt x="369807" y="456614"/>
                    <a:pt x="369479" y="463800"/>
                  </a:cubicBezTo>
                  <a:cubicBezTo>
                    <a:pt x="369276" y="468096"/>
                    <a:pt x="371103" y="470001"/>
                    <a:pt x="374884" y="471407"/>
                  </a:cubicBezTo>
                  <a:cubicBezTo>
                    <a:pt x="389411" y="476828"/>
                    <a:pt x="404142" y="478406"/>
                    <a:pt x="419310" y="474735"/>
                  </a:cubicBezTo>
                  <a:cubicBezTo>
                    <a:pt x="435852" y="470720"/>
                    <a:pt x="435852" y="470736"/>
                    <a:pt x="435852" y="453740"/>
                  </a:cubicBezTo>
                  <a:cubicBezTo>
                    <a:pt x="435852" y="453303"/>
                    <a:pt x="435852" y="452865"/>
                    <a:pt x="435852" y="452428"/>
                  </a:cubicBezTo>
                  <a:cubicBezTo>
                    <a:pt x="435837" y="451366"/>
                    <a:pt x="435837" y="450257"/>
                    <a:pt x="435837" y="449163"/>
                  </a:cubicBezTo>
                  <a:close/>
                  <a:moveTo>
                    <a:pt x="419310" y="389866"/>
                  </a:moveTo>
                  <a:cubicBezTo>
                    <a:pt x="419419" y="388804"/>
                    <a:pt x="419450" y="387726"/>
                    <a:pt x="419450" y="386632"/>
                  </a:cubicBezTo>
                  <a:cubicBezTo>
                    <a:pt x="419450" y="385086"/>
                    <a:pt x="419388" y="383539"/>
                    <a:pt x="419403" y="382009"/>
                  </a:cubicBezTo>
                  <a:cubicBezTo>
                    <a:pt x="419403" y="380040"/>
                    <a:pt x="419450" y="378103"/>
                    <a:pt x="419403" y="376135"/>
                  </a:cubicBezTo>
                  <a:cubicBezTo>
                    <a:pt x="419403" y="375682"/>
                    <a:pt x="419403" y="375245"/>
                    <a:pt x="419388" y="374807"/>
                  </a:cubicBezTo>
                  <a:cubicBezTo>
                    <a:pt x="419013" y="365685"/>
                    <a:pt x="413936" y="361201"/>
                    <a:pt x="403892" y="361045"/>
                  </a:cubicBezTo>
                  <a:cubicBezTo>
                    <a:pt x="392114" y="360873"/>
                    <a:pt x="386506" y="364966"/>
                    <a:pt x="386021" y="374448"/>
                  </a:cubicBezTo>
                  <a:cubicBezTo>
                    <a:pt x="385771" y="379462"/>
                    <a:pt x="385787" y="384492"/>
                    <a:pt x="386021" y="389507"/>
                  </a:cubicBezTo>
                  <a:cubicBezTo>
                    <a:pt x="386318" y="396427"/>
                    <a:pt x="390005" y="400988"/>
                    <a:pt x="396019" y="402409"/>
                  </a:cubicBezTo>
                  <a:cubicBezTo>
                    <a:pt x="405860" y="404706"/>
                    <a:pt x="414608" y="402285"/>
                    <a:pt x="417748" y="396130"/>
                  </a:cubicBezTo>
                  <a:cubicBezTo>
                    <a:pt x="418685" y="394240"/>
                    <a:pt x="419107" y="391975"/>
                    <a:pt x="419310" y="389866"/>
                  </a:cubicBezTo>
                  <a:close/>
                  <a:moveTo>
                    <a:pt x="419372" y="70120"/>
                  </a:moveTo>
                  <a:cubicBezTo>
                    <a:pt x="419372" y="67277"/>
                    <a:pt x="419513" y="64418"/>
                    <a:pt x="419341" y="61591"/>
                  </a:cubicBezTo>
                  <a:cubicBezTo>
                    <a:pt x="418872" y="53827"/>
                    <a:pt x="414108" y="49203"/>
                    <a:pt x="406329" y="48860"/>
                  </a:cubicBezTo>
                  <a:cubicBezTo>
                    <a:pt x="403923" y="48750"/>
                    <a:pt x="401517" y="48750"/>
                    <a:pt x="399127" y="48860"/>
                  </a:cubicBezTo>
                  <a:cubicBezTo>
                    <a:pt x="391426" y="49172"/>
                    <a:pt x="386521" y="53812"/>
                    <a:pt x="386037" y="61575"/>
                  </a:cubicBezTo>
                  <a:cubicBezTo>
                    <a:pt x="385740" y="66355"/>
                    <a:pt x="385850" y="71182"/>
                    <a:pt x="385943" y="75993"/>
                  </a:cubicBezTo>
                  <a:cubicBezTo>
                    <a:pt x="386115" y="83367"/>
                    <a:pt x="389614" y="88350"/>
                    <a:pt x="395534" y="89974"/>
                  </a:cubicBezTo>
                  <a:cubicBezTo>
                    <a:pt x="404282" y="92380"/>
                    <a:pt x="413655" y="90255"/>
                    <a:pt x="417107" y="84710"/>
                  </a:cubicBezTo>
                  <a:cubicBezTo>
                    <a:pt x="418341" y="82757"/>
                    <a:pt x="418935" y="80274"/>
                    <a:pt x="419263" y="77962"/>
                  </a:cubicBezTo>
                  <a:cubicBezTo>
                    <a:pt x="419606" y="75400"/>
                    <a:pt x="419325" y="72729"/>
                    <a:pt x="419325" y="70120"/>
                  </a:cubicBezTo>
                  <a:cubicBezTo>
                    <a:pt x="419356" y="70120"/>
                    <a:pt x="419356" y="70120"/>
                    <a:pt x="419372" y="70120"/>
                  </a:cubicBezTo>
                  <a:close/>
                  <a:moveTo>
                    <a:pt x="386006" y="208803"/>
                  </a:moveTo>
                  <a:cubicBezTo>
                    <a:pt x="386552" y="202930"/>
                    <a:pt x="386240" y="196978"/>
                    <a:pt x="386240" y="191073"/>
                  </a:cubicBezTo>
                  <a:cubicBezTo>
                    <a:pt x="386240" y="179545"/>
                    <a:pt x="386224" y="179576"/>
                    <a:pt x="375602" y="176202"/>
                  </a:cubicBezTo>
                  <a:cubicBezTo>
                    <a:pt x="373306" y="175484"/>
                    <a:pt x="371025" y="174718"/>
                    <a:pt x="368823" y="173750"/>
                  </a:cubicBezTo>
                  <a:cubicBezTo>
                    <a:pt x="338206" y="160362"/>
                    <a:pt x="319804" y="137275"/>
                    <a:pt x="313477" y="104439"/>
                  </a:cubicBezTo>
                  <a:cubicBezTo>
                    <a:pt x="313071" y="102268"/>
                    <a:pt x="311369" y="98738"/>
                    <a:pt x="310056" y="98628"/>
                  </a:cubicBezTo>
                  <a:cubicBezTo>
                    <a:pt x="302730" y="98066"/>
                    <a:pt x="295310" y="98347"/>
                    <a:pt x="287875" y="98347"/>
                  </a:cubicBezTo>
                  <a:cubicBezTo>
                    <a:pt x="287594" y="100253"/>
                    <a:pt x="287344" y="101315"/>
                    <a:pt x="287297" y="102377"/>
                  </a:cubicBezTo>
                  <a:cubicBezTo>
                    <a:pt x="286766" y="113078"/>
                    <a:pt x="285141" y="114640"/>
                    <a:pt x="274238" y="114640"/>
                  </a:cubicBezTo>
                  <a:cubicBezTo>
                    <a:pt x="256695" y="114655"/>
                    <a:pt x="239184" y="114640"/>
                    <a:pt x="221642" y="114640"/>
                  </a:cubicBezTo>
                  <a:cubicBezTo>
                    <a:pt x="207052" y="114640"/>
                    <a:pt x="207067" y="114640"/>
                    <a:pt x="205318" y="100206"/>
                  </a:cubicBezTo>
                  <a:cubicBezTo>
                    <a:pt x="205271" y="99815"/>
                    <a:pt x="204912" y="99472"/>
                    <a:pt x="204224" y="98285"/>
                  </a:cubicBezTo>
                  <a:cubicBezTo>
                    <a:pt x="198398" y="98285"/>
                    <a:pt x="192087" y="98519"/>
                    <a:pt x="185792" y="98191"/>
                  </a:cubicBezTo>
                  <a:cubicBezTo>
                    <a:pt x="181418" y="97988"/>
                    <a:pt x="179699" y="99456"/>
                    <a:pt x="179153" y="103924"/>
                  </a:cubicBezTo>
                  <a:cubicBezTo>
                    <a:pt x="177403" y="117639"/>
                    <a:pt x="172295" y="130198"/>
                    <a:pt x="164297" y="141461"/>
                  </a:cubicBezTo>
                  <a:cubicBezTo>
                    <a:pt x="149379" y="162502"/>
                    <a:pt x="129150" y="175249"/>
                    <a:pt x="103563" y="179217"/>
                  </a:cubicBezTo>
                  <a:cubicBezTo>
                    <a:pt x="100439" y="179686"/>
                    <a:pt x="98174" y="180217"/>
                    <a:pt x="98283" y="184216"/>
                  </a:cubicBezTo>
                  <a:cubicBezTo>
                    <a:pt x="98517" y="192526"/>
                    <a:pt x="98189" y="200883"/>
                    <a:pt x="98533" y="209194"/>
                  </a:cubicBezTo>
                  <a:cubicBezTo>
                    <a:pt x="98595" y="210709"/>
                    <a:pt x="100720" y="213364"/>
                    <a:pt x="101954" y="213396"/>
                  </a:cubicBezTo>
                  <a:cubicBezTo>
                    <a:pt x="114372" y="213708"/>
                    <a:pt x="126776" y="213583"/>
                    <a:pt x="139866" y="213583"/>
                  </a:cubicBezTo>
                  <a:cubicBezTo>
                    <a:pt x="139866" y="206444"/>
                    <a:pt x="139850" y="200149"/>
                    <a:pt x="139866" y="193838"/>
                  </a:cubicBezTo>
                  <a:cubicBezTo>
                    <a:pt x="139897" y="179436"/>
                    <a:pt x="146755" y="172625"/>
                    <a:pt x="161282" y="172625"/>
                  </a:cubicBezTo>
                  <a:cubicBezTo>
                    <a:pt x="218033" y="172609"/>
                    <a:pt x="274784" y="172609"/>
                    <a:pt x="331535" y="172625"/>
                  </a:cubicBezTo>
                  <a:cubicBezTo>
                    <a:pt x="346078" y="172625"/>
                    <a:pt x="352874" y="179436"/>
                    <a:pt x="352920" y="193885"/>
                  </a:cubicBezTo>
                  <a:cubicBezTo>
                    <a:pt x="352936" y="200336"/>
                    <a:pt x="352920" y="206804"/>
                    <a:pt x="352920" y="213630"/>
                  </a:cubicBezTo>
                  <a:cubicBezTo>
                    <a:pt x="363324" y="213630"/>
                    <a:pt x="372525" y="213864"/>
                    <a:pt x="381694" y="213427"/>
                  </a:cubicBezTo>
                  <a:cubicBezTo>
                    <a:pt x="383241" y="213333"/>
                    <a:pt x="385850" y="210521"/>
                    <a:pt x="386006" y="208803"/>
                  </a:cubicBezTo>
                  <a:close/>
                  <a:moveTo>
                    <a:pt x="386021" y="310527"/>
                  </a:moveTo>
                  <a:cubicBezTo>
                    <a:pt x="386365" y="301342"/>
                    <a:pt x="386302" y="292125"/>
                    <a:pt x="386053" y="282940"/>
                  </a:cubicBezTo>
                  <a:cubicBezTo>
                    <a:pt x="386021" y="281659"/>
                    <a:pt x="384303" y="279363"/>
                    <a:pt x="383319" y="279332"/>
                  </a:cubicBezTo>
                  <a:cubicBezTo>
                    <a:pt x="373353" y="279066"/>
                    <a:pt x="363387" y="279176"/>
                    <a:pt x="352874" y="279176"/>
                  </a:cubicBezTo>
                  <a:cubicBezTo>
                    <a:pt x="352874" y="286705"/>
                    <a:pt x="352905" y="293219"/>
                    <a:pt x="352874" y="299764"/>
                  </a:cubicBezTo>
                  <a:cubicBezTo>
                    <a:pt x="352780" y="312933"/>
                    <a:pt x="345750" y="319978"/>
                    <a:pt x="332535" y="320040"/>
                  </a:cubicBezTo>
                  <a:cubicBezTo>
                    <a:pt x="318507" y="320087"/>
                    <a:pt x="304495" y="319993"/>
                    <a:pt x="290468" y="320134"/>
                  </a:cubicBezTo>
                  <a:cubicBezTo>
                    <a:pt x="288484" y="320165"/>
                    <a:pt x="285188" y="320743"/>
                    <a:pt x="284766" y="321883"/>
                  </a:cubicBezTo>
                  <a:cubicBezTo>
                    <a:pt x="282142" y="329069"/>
                    <a:pt x="280158" y="336505"/>
                    <a:pt x="277534" y="345190"/>
                  </a:cubicBezTo>
                  <a:cubicBezTo>
                    <a:pt x="284875" y="345190"/>
                    <a:pt x="289984" y="345190"/>
                    <a:pt x="295279" y="345190"/>
                  </a:cubicBezTo>
                  <a:cubicBezTo>
                    <a:pt x="295279" y="350751"/>
                    <a:pt x="295279" y="355484"/>
                    <a:pt x="295279" y="360608"/>
                  </a:cubicBezTo>
                  <a:cubicBezTo>
                    <a:pt x="262600" y="360608"/>
                    <a:pt x="230327" y="360608"/>
                    <a:pt x="197695" y="360608"/>
                  </a:cubicBezTo>
                  <a:cubicBezTo>
                    <a:pt x="197695" y="355328"/>
                    <a:pt x="197695" y="350470"/>
                    <a:pt x="197695" y="344971"/>
                  </a:cubicBezTo>
                  <a:cubicBezTo>
                    <a:pt x="203178" y="344971"/>
                    <a:pt x="208130" y="344971"/>
                    <a:pt x="214878" y="344971"/>
                  </a:cubicBezTo>
                  <a:cubicBezTo>
                    <a:pt x="212894" y="337707"/>
                    <a:pt x="211098" y="331568"/>
                    <a:pt x="209551" y="325367"/>
                  </a:cubicBezTo>
                  <a:cubicBezTo>
                    <a:pt x="208551" y="321337"/>
                    <a:pt x="206380" y="319899"/>
                    <a:pt x="202116" y="319962"/>
                  </a:cubicBezTo>
                  <a:cubicBezTo>
                    <a:pt x="187666" y="320227"/>
                    <a:pt x="173201" y="320165"/>
                    <a:pt x="158736" y="320009"/>
                  </a:cubicBezTo>
                  <a:cubicBezTo>
                    <a:pt x="147255" y="319899"/>
                    <a:pt x="140022" y="312526"/>
                    <a:pt x="139850" y="300951"/>
                  </a:cubicBezTo>
                  <a:cubicBezTo>
                    <a:pt x="139757" y="293984"/>
                    <a:pt x="139835" y="287033"/>
                    <a:pt x="139835" y="279082"/>
                  </a:cubicBezTo>
                  <a:cubicBezTo>
                    <a:pt x="126744" y="279082"/>
                    <a:pt x="114716" y="278910"/>
                    <a:pt x="102719" y="279316"/>
                  </a:cubicBezTo>
                  <a:cubicBezTo>
                    <a:pt x="101188" y="279363"/>
                    <a:pt x="98627" y="282315"/>
                    <a:pt x="98533" y="284065"/>
                  </a:cubicBezTo>
                  <a:cubicBezTo>
                    <a:pt x="98049" y="291485"/>
                    <a:pt x="98595" y="298952"/>
                    <a:pt x="98205" y="306387"/>
                  </a:cubicBezTo>
                  <a:cubicBezTo>
                    <a:pt x="97924" y="311433"/>
                    <a:pt x="99829" y="312823"/>
                    <a:pt x="104672" y="313729"/>
                  </a:cubicBezTo>
                  <a:cubicBezTo>
                    <a:pt x="141897" y="320790"/>
                    <a:pt x="165922" y="342862"/>
                    <a:pt x="177200" y="378947"/>
                  </a:cubicBezTo>
                  <a:cubicBezTo>
                    <a:pt x="178778" y="383992"/>
                    <a:pt x="178653" y="391241"/>
                    <a:pt x="182043" y="393646"/>
                  </a:cubicBezTo>
                  <a:cubicBezTo>
                    <a:pt x="185729" y="396270"/>
                    <a:pt x="192602" y="394162"/>
                    <a:pt x="198038" y="394599"/>
                  </a:cubicBezTo>
                  <a:cubicBezTo>
                    <a:pt x="203521" y="395052"/>
                    <a:pt x="206193" y="393615"/>
                    <a:pt x="205630" y="387476"/>
                  </a:cubicBezTo>
                  <a:cubicBezTo>
                    <a:pt x="205099" y="381743"/>
                    <a:pt x="208255" y="378181"/>
                    <a:pt x="214128" y="378150"/>
                  </a:cubicBezTo>
                  <a:cubicBezTo>
                    <a:pt x="235607" y="378010"/>
                    <a:pt x="257070" y="378041"/>
                    <a:pt x="278549" y="378134"/>
                  </a:cubicBezTo>
                  <a:cubicBezTo>
                    <a:pt x="283329" y="378134"/>
                    <a:pt x="286359" y="380618"/>
                    <a:pt x="287125" y="385476"/>
                  </a:cubicBezTo>
                  <a:cubicBezTo>
                    <a:pt x="288578" y="394521"/>
                    <a:pt x="288578" y="394521"/>
                    <a:pt x="297950" y="394521"/>
                  </a:cubicBezTo>
                  <a:cubicBezTo>
                    <a:pt x="301231" y="394521"/>
                    <a:pt x="304527" y="394365"/>
                    <a:pt x="307807" y="394537"/>
                  </a:cubicBezTo>
                  <a:cubicBezTo>
                    <a:pt x="311228" y="394724"/>
                    <a:pt x="312790" y="393568"/>
                    <a:pt x="313431" y="389928"/>
                  </a:cubicBezTo>
                  <a:cubicBezTo>
                    <a:pt x="320523" y="350423"/>
                    <a:pt x="343517" y="325367"/>
                    <a:pt x="382210" y="314635"/>
                  </a:cubicBezTo>
                  <a:cubicBezTo>
                    <a:pt x="383819" y="314167"/>
                    <a:pt x="385974" y="311980"/>
                    <a:pt x="386021" y="310527"/>
                  </a:cubicBezTo>
                  <a:close/>
                  <a:moveTo>
                    <a:pt x="337221" y="195713"/>
                  </a:moveTo>
                  <a:cubicBezTo>
                    <a:pt x="337284" y="189792"/>
                    <a:pt x="335206" y="188340"/>
                    <a:pt x="329614" y="188371"/>
                  </a:cubicBezTo>
                  <a:cubicBezTo>
                    <a:pt x="274206" y="188543"/>
                    <a:pt x="218799" y="188558"/>
                    <a:pt x="163391" y="188371"/>
                  </a:cubicBezTo>
                  <a:cubicBezTo>
                    <a:pt x="157471" y="188355"/>
                    <a:pt x="155378" y="189886"/>
                    <a:pt x="155471" y="196088"/>
                  </a:cubicBezTo>
                  <a:cubicBezTo>
                    <a:pt x="155799" y="221503"/>
                    <a:pt x="155596" y="246903"/>
                    <a:pt x="155628" y="272302"/>
                  </a:cubicBezTo>
                  <a:cubicBezTo>
                    <a:pt x="155628" y="274442"/>
                    <a:pt x="155831" y="276567"/>
                    <a:pt x="155956" y="279051"/>
                  </a:cubicBezTo>
                  <a:cubicBezTo>
                    <a:pt x="216299" y="279051"/>
                    <a:pt x="276206" y="279051"/>
                    <a:pt x="336784" y="279051"/>
                  </a:cubicBezTo>
                  <a:cubicBezTo>
                    <a:pt x="336909" y="276676"/>
                    <a:pt x="337081" y="274958"/>
                    <a:pt x="337081" y="273240"/>
                  </a:cubicBezTo>
                  <a:cubicBezTo>
                    <a:pt x="337096" y="247387"/>
                    <a:pt x="336940" y="221550"/>
                    <a:pt x="337221" y="195713"/>
                  </a:cubicBezTo>
                  <a:close/>
                  <a:moveTo>
                    <a:pt x="330504" y="304294"/>
                  </a:moveTo>
                  <a:cubicBezTo>
                    <a:pt x="336815" y="304310"/>
                    <a:pt x="338081" y="301717"/>
                    <a:pt x="336409" y="296015"/>
                  </a:cubicBezTo>
                  <a:cubicBezTo>
                    <a:pt x="276315" y="296015"/>
                    <a:pt x="216377" y="296015"/>
                    <a:pt x="156174" y="296015"/>
                  </a:cubicBezTo>
                  <a:cubicBezTo>
                    <a:pt x="154612" y="302201"/>
                    <a:pt x="156471" y="304310"/>
                    <a:pt x="162220" y="304294"/>
                  </a:cubicBezTo>
                  <a:cubicBezTo>
                    <a:pt x="218315" y="304154"/>
                    <a:pt x="274425" y="304154"/>
                    <a:pt x="330504" y="304294"/>
                  </a:cubicBezTo>
                  <a:close/>
                  <a:moveTo>
                    <a:pt x="271363" y="88693"/>
                  </a:moveTo>
                  <a:cubicBezTo>
                    <a:pt x="271973" y="83288"/>
                    <a:pt x="270020" y="81398"/>
                    <a:pt x="264474" y="81601"/>
                  </a:cubicBezTo>
                  <a:cubicBezTo>
                    <a:pt x="253993" y="82023"/>
                    <a:pt x="243480" y="81726"/>
                    <a:pt x="232983" y="81726"/>
                  </a:cubicBezTo>
                  <a:cubicBezTo>
                    <a:pt x="220720" y="81726"/>
                    <a:pt x="219580" y="82960"/>
                    <a:pt x="221595" y="95114"/>
                  </a:cubicBezTo>
                  <a:cubicBezTo>
                    <a:pt x="221829" y="96488"/>
                    <a:pt x="223829" y="98566"/>
                    <a:pt x="225016" y="98597"/>
                  </a:cubicBezTo>
                  <a:cubicBezTo>
                    <a:pt x="240059" y="98831"/>
                    <a:pt x="255102" y="98738"/>
                    <a:pt x="271316" y="98738"/>
                  </a:cubicBezTo>
                  <a:cubicBezTo>
                    <a:pt x="271316" y="94723"/>
                    <a:pt x="271035" y="91677"/>
                    <a:pt x="271363" y="88693"/>
                  </a:cubicBezTo>
                  <a:close/>
                  <a:moveTo>
                    <a:pt x="271395" y="399738"/>
                  </a:moveTo>
                  <a:cubicBezTo>
                    <a:pt x="271520" y="394990"/>
                    <a:pt x="269708" y="393771"/>
                    <a:pt x="265287" y="393865"/>
                  </a:cubicBezTo>
                  <a:cubicBezTo>
                    <a:pt x="253477" y="394099"/>
                    <a:pt x="241683" y="393927"/>
                    <a:pt x="229874" y="393927"/>
                  </a:cubicBezTo>
                  <a:cubicBezTo>
                    <a:pt x="221423" y="393943"/>
                    <a:pt x="221423" y="393943"/>
                    <a:pt x="221423" y="402566"/>
                  </a:cubicBezTo>
                  <a:cubicBezTo>
                    <a:pt x="221423" y="403659"/>
                    <a:pt x="221532" y="404753"/>
                    <a:pt x="221423" y="405830"/>
                  </a:cubicBezTo>
                  <a:cubicBezTo>
                    <a:pt x="220970" y="409954"/>
                    <a:pt x="222970" y="411142"/>
                    <a:pt x="226812" y="411017"/>
                  </a:cubicBezTo>
                  <a:cubicBezTo>
                    <a:pt x="231421" y="410876"/>
                    <a:pt x="236044" y="410907"/>
                    <a:pt x="240652" y="410954"/>
                  </a:cubicBezTo>
                  <a:cubicBezTo>
                    <a:pt x="242605" y="410970"/>
                    <a:pt x="244542" y="410985"/>
                    <a:pt x="246495" y="410985"/>
                  </a:cubicBezTo>
                  <a:cubicBezTo>
                    <a:pt x="249244" y="410985"/>
                    <a:pt x="252009" y="411001"/>
                    <a:pt x="254758" y="411001"/>
                  </a:cubicBezTo>
                  <a:cubicBezTo>
                    <a:pt x="256602" y="411001"/>
                    <a:pt x="258429" y="411001"/>
                    <a:pt x="260272" y="410970"/>
                  </a:cubicBezTo>
                  <a:cubicBezTo>
                    <a:pt x="272519" y="410767"/>
                    <a:pt x="271020" y="413032"/>
                    <a:pt x="271395" y="399738"/>
                  </a:cubicBezTo>
                  <a:close/>
                  <a:moveTo>
                    <a:pt x="267146" y="320540"/>
                  </a:moveTo>
                  <a:cubicBezTo>
                    <a:pt x="253227" y="320540"/>
                    <a:pt x="239418" y="320540"/>
                    <a:pt x="225547" y="320540"/>
                  </a:cubicBezTo>
                  <a:cubicBezTo>
                    <a:pt x="227359" y="328835"/>
                    <a:pt x="229062" y="336614"/>
                    <a:pt x="230827" y="344706"/>
                  </a:cubicBezTo>
                  <a:cubicBezTo>
                    <a:pt x="241137" y="344706"/>
                    <a:pt x="251759" y="344706"/>
                    <a:pt x="262038" y="344706"/>
                  </a:cubicBezTo>
                  <a:cubicBezTo>
                    <a:pt x="263772" y="336473"/>
                    <a:pt x="265427" y="328678"/>
                    <a:pt x="267146" y="320540"/>
                  </a:cubicBezTo>
                  <a:close/>
                  <a:moveTo>
                    <a:pt x="139475" y="456536"/>
                  </a:moveTo>
                  <a:cubicBezTo>
                    <a:pt x="157455" y="443852"/>
                    <a:pt x="171826" y="410048"/>
                    <a:pt x="159908" y="377041"/>
                  </a:cubicBezTo>
                  <a:cubicBezTo>
                    <a:pt x="148504" y="345534"/>
                    <a:pt x="116356" y="325273"/>
                    <a:pt x="82849" y="328772"/>
                  </a:cubicBezTo>
                  <a:cubicBezTo>
                    <a:pt x="47905" y="332427"/>
                    <a:pt x="21396" y="358390"/>
                    <a:pt x="16413" y="393849"/>
                  </a:cubicBezTo>
                  <a:cubicBezTo>
                    <a:pt x="13180" y="416921"/>
                    <a:pt x="26192" y="450069"/>
                    <a:pt x="40110" y="455474"/>
                  </a:cubicBezTo>
                  <a:cubicBezTo>
                    <a:pt x="41298" y="446351"/>
                    <a:pt x="41563" y="436854"/>
                    <a:pt x="43984" y="427919"/>
                  </a:cubicBezTo>
                  <a:cubicBezTo>
                    <a:pt x="46531" y="418593"/>
                    <a:pt x="53373" y="411766"/>
                    <a:pt x="62417" y="407049"/>
                  </a:cubicBezTo>
                  <a:cubicBezTo>
                    <a:pt x="57746" y="396145"/>
                    <a:pt x="55247" y="377931"/>
                    <a:pt x="58824" y="367247"/>
                  </a:cubicBezTo>
                  <a:cubicBezTo>
                    <a:pt x="60933" y="360998"/>
                    <a:pt x="65276" y="354609"/>
                    <a:pt x="70399" y="350517"/>
                  </a:cubicBezTo>
                  <a:cubicBezTo>
                    <a:pt x="80990" y="342066"/>
                    <a:pt x="100220" y="342878"/>
                    <a:pt x="111264" y="350829"/>
                  </a:cubicBezTo>
                  <a:cubicBezTo>
                    <a:pt x="118231" y="355843"/>
                    <a:pt x="122558" y="362795"/>
                    <a:pt x="122714" y="371324"/>
                  </a:cubicBezTo>
                  <a:cubicBezTo>
                    <a:pt x="122948" y="383196"/>
                    <a:pt x="125229" y="395443"/>
                    <a:pt x="117950" y="406815"/>
                  </a:cubicBezTo>
                  <a:cubicBezTo>
                    <a:pt x="138101" y="417687"/>
                    <a:pt x="140944" y="436041"/>
                    <a:pt x="139475" y="456536"/>
                  </a:cubicBezTo>
                  <a:close/>
                  <a:moveTo>
                    <a:pt x="123542" y="139258"/>
                  </a:moveTo>
                  <a:cubicBezTo>
                    <a:pt x="125276" y="116530"/>
                    <a:pt x="116356" y="104377"/>
                    <a:pt x="90660" y="106532"/>
                  </a:cubicBezTo>
                  <a:cubicBezTo>
                    <a:pt x="87817" y="106532"/>
                    <a:pt x="84974" y="106517"/>
                    <a:pt x="82115" y="106532"/>
                  </a:cubicBezTo>
                  <a:cubicBezTo>
                    <a:pt x="66338" y="106657"/>
                    <a:pt x="57325" y="115577"/>
                    <a:pt x="57122" y="131370"/>
                  </a:cubicBezTo>
                  <a:cubicBezTo>
                    <a:pt x="57059" y="137931"/>
                    <a:pt x="57434" y="144523"/>
                    <a:pt x="56997" y="151052"/>
                  </a:cubicBezTo>
                  <a:cubicBezTo>
                    <a:pt x="56684" y="155676"/>
                    <a:pt x="58731" y="157738"/>
                    <a:pt x="62683" y="159191"/>
                  </a:cubicBezTo>
                  <a:cubicBezTo>
                    <a:pt x="77679" y="164736"/>
                    <a:pt x="92878" y="165830"/>
                    <a:pt x="108452" y="162065"/>
                  </a:cubicBezTo>
                  <a:cubicBezTo>
                    <a:pt x="123495" y="158441"/>
                    <a:pt x="123511" y="158472"/>
                    <a:pt x="123511" y="143195"/>
                  </a:cubicBezTo>
                  <a:cubicBezTo>
                    <a:pt x="123526" y="141867"/>
                    <a:pt x="123433" y="140555"/>
                    <a:pt x="123542" y="139258"/>
                  </a:cubicBezTo>
                  <a:close/>
                  <a:moveTo>
                    <a:pt x="123542" y="451553"/>
                  </a:moveTo>
                  <a:cubicBezTo>
                    <a:pt x="125385" y="428122"/>
                    <a:pt x="115263" y="418359"/>
                    <a:pt x="90613" y="418280"/>
                  </a:cubicBezTo>
                  <a:cubicBezTo>
                    <a:pt x="64651" y="418234"/>
                    <a:pt x="55216" y="428450"/>
                    <a:pt x="57122" y="452303"/>
                  </a:cubicBezTo>
                  <a:cubicBezTo>
                    <a:pt x="57122" y="455349"/>
                    <a:pt x="57512" y="458473"/>
                    <a:pt x="57059" y="461472"/>
                  </a:cubicBezTo>
                  <a:cubicBezTo>
                    <a:pt x="56075" y="467705"/>
                    <a:pt x="59012" y="470439"/>
                    <a:pt x="64604" y="472282"/>
                  </a:cubicBezTo>
                  <a:cubicBezTo>
                    <a:pt x="79100" y="477015"/>
                    <a:pt x="93612" y="478281"/>
                    <a:pt x="108499" y="474344"/>
                  </a:cubicBezTo>
                  <a:cubicBezTo>
                    <a:pt x="123511" y="470376"/>
                    <a:pt x="123542" y="470470"/>
                    <a:pt x="123542" y="454818"/>
                  </a:cubicBezTo>
                  <a:cubicBezTo>
                    <a:pt x="123526" y="453756"/>
                    <a:pt x="123464" y="452647"/>
                    <a:pt x="123542" y="451553"/>
                  </a:cubicBezTo>
                  <a:close/>
                  <a:moveTo>
                    <a:pt x="107046" y="376963"/>
                  </a:moveTo>
                  <a:cubicBezTo>
                    <a:pt x="107468" y="370230"/>
                    <a:pt x="105469" y="364341"/>
                    <a:pt x="98736" y="362248"/>
                  </a:cubicBezTo>
                  <a:cubicBezTo>
                    <a:pt x="91613" y="360014"/>
                    <a:pt x="83787" y="359124"/>
                    <a:pt x="77757" y="364982"/>
                  </a:cubicBezTo>
                  <a:cubicBezTo>
                    <a:pt x="75507" y="367153"/>
                    <a:pt x="74242" y="370980"/>
                    <a:pt x="73836" y="374229"/>
                  </a:cubicBezTo>
                  <a:cubicBezTo>
                    <a:pt x="73180" y="379150"/>
                    <a:pt x="73524" y="384258"/>
                    <a:pt x="73680" y="389272"/>
                  </a:cubicBezTo>
                  <a:cubicBezTo>
                    <a:pt x="73914" y="396536"/>
                    <a:pt x="77632" y="401144"/>
                    <a:pt x="84037" y="402456"/>
                  </a:cubicBezTo>
                  <a:cubicBezTo>
                    <a:pt x="94643" y="404659"/>
                    <a:pt x="102875" y="401941"/>
                    <a:pt x="105797" y="395114"/>
                  </a:cubicBezTo>
                  <a:cubicBezTo>
                    <a:pt x="106546" y="393365"/>
                    <a:pt x="106812" y="391350"/>
                    <a:pt x="106968" y="389413"/>
                  </a:cubicBezTo>
                  <a:cubicBezTo>
                    <a:pt x="107156" y="387023"/>
                    <a:pt x="106999" y="384602"/>
                    <a:pt x="107015" y="382212"/>
                  </a:cubicBezTo>
                  <a:cubicBezTo>
                    <a:pt x="107031" y="380478"/>
                    <a:pt x="106937" y="378728"/>
                    <a:pt x="107046" y="376963"/>
                  </a:cubicBezTo>
                  <a:close/>
                  <a:moveTo>
                    <a:pt x="106984" y="69870"/>
                  </a:moveTo>
                  <a:cubicBezTo>
                    <a:pt x="106984" y="67027"/>
                    <a:pt x="107140" y="64168"/>
                    <a:pt x="106953" y="61341"/>
                  </a:cubicBezTo>
                  <a:cubicBezTo>
                    <a:pt x="106390" y="53484"/>
                    <a:pt x="101376" y="49047"/>
                    <a:pt x="93034" y="48844"/>
                  </a:cubicBezTo>
                  <a:cubicBezTo>
                    <a:pt x="77538" y="48438"/>
                    <a:pt x="73633" y="52093"/>
                    <a:pt x="73617" y="67058"/>
                  </a:cubicBezTo>
                  <a:cubicBezTo>
                    <a:pt x="73617" y="69901"/>
                    <a:pt x="73711" y="72744"/>
                    <a:pt x="73617" y="75587"/>
                  </a:cubicBezTo>
                  <a:cubicBezTo>
                    <a:pt x="73383" y="82148"/>
                    <a:pt x="75851" y="87162"/>
                    <a:pt x="82146" y="89615"/>
                  </a:cubicBezTo>
                  <a:cubicBezTo>
                    <a:pt x="89519" y="92505"/>
                    <a:pt x="100423" y="90552"/>
                    <a:pt x="104016" y="85491"/>
                  </a:cubicBezTo>
                  <a:cubicBezTo>
                    <a:pt x="105562" y="83304"/>
                    <a:pt x="106390" y="80399"/>
                    <a:pt x="106890" y="77712"/>
                  </a:cubicBezTo>
                  <a:cubicBezTo>
                    <a:pt x="107374" y="75197"/>
                    <a:pt x="106984" y="72494"/>
                    <a:pt x="106984" y="6987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99690E38-3C45-9897-7E3B-39831CB1D8EE}"/>
                </a:ext>
              </a:extLst>
            </p:cNvPr>
            <p:cNvSpPr/>
            <p:nvPr/>
          </p:nvSpPr>
          <p:spPr>
            <a:xfrm>
              <a:off x="15315937" y="4530752"/>
              <a:ext cx="25" cy="4592"/>
            </a:xfrm>
            <a:custGeom>
              <a:avLst/>
              <a:gdLst>
                <a:gd name="connsiteX0" fmla="*/ 26 w 25"/>
                <a:gd name="connsiteY0" fmla="*/ 0 h 4592"/>
                <a:gd name="connsiteX1" fmla="*/ 26 w 25"/>
                <a:gd name="connsiteY1" fmla="*/ 3280 h 4592"/>
                <a:gd name="connsiteX2" fmla="*/ 26 w 25"/>
                <a:gd name="connsiteY2" fmla="*/ 4593 h 4592"/>
                <a:gd name="connsiteX3" fmla="*/ 10 w 25"/>
                <a:gd name="connsiteY3" fmla="*/ 3280 h 4592"/>
                <a:gd name="connsiteX4" fmla="*/ 26 w 25"/>
                <a:gd name="connsiteY4" fmla="*/ 0 h 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" h="4592">
                  <a:moveTo>
                    <a:pt x="26" y="0"/>
                  </a:moveTo>
                  <a:cubicBezTo>
                    <a:pt x="26" y="1093"/>
                    <a:pt x="26" y="2187"/>
                    <a:pt x="26" y="3280"/>
                  </a:cubicBezTo>
                  <a:cubicBezTo>
                    <a:pt x="26" y="3718"/>
                    <a:pt x="26" y="4155"/>
                    <a:pt x="26" y="4593"/>
                  </a:cubicBezTo>
                  <a:cubicBezTo>
                    <a:pt x="26" y="4155"/>
                    <a:pt x="26" y="3718"/>
                    <a:pt x="10" y="3280"/>
                  </a:cubicBezTo>
                  <a:cubicBezTo>
                    <a:pt x="-5" y="2203"/>
                    <a:pt x="-5" y="1093"/>
                    <a:pt x="26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37C1DCB9-BFC3-B8EB-C7ED-6786D345D5AA}"/>
                </a:ext>
              </a:extLst>
            </p:cNvPr>
            <p:cNvSpPr/>
            <p:nvPr/>
          </p:nvSpPr>
          <p:spPr>
            <a:xfrm>
              <a:off x="15192979" y="4320572"/>
              <a:ext cx="15058" cy="23306"/>
            </a:xfrm>
            <a:custGeom>
              <a:avLst/>
              <a:gdLst>
                <a:gd name="connsiteX0" fmla="*/ 15059 w 15058"/>
                <a:gd name="connsiteY0" fmla="*/ 0 h 23306"/>
                <a:gd name="connsiteX1" fmla="*/ 15059 w 15058"/>
                <a:gd name="connsiteY1" fmla="*/ 23307 h 23306"/>
                <a:gd name="connsiteX2" fmla="*/ 0 w 15058"/>
                <a:gd name="connsiteY2" fmla="*/ 23307 h 23306"/>
                <a:gd name="connsiteX3" fmla="*/ 0 w 15058"/>
                <a:gd name="connsiteY3" fmla="*/ 0 h 23306"/>
                <a:gd name="connsiteX4" fmla="*/ 15059 w 15058"/>
                <a:gd name="connsiteY4" fmla="*/ 0 h 2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58" h="23306">
                  <a:moveTo>
                    <a:pt x="15059" y="0"/>
                  </a:moveTo>
                  <a:cubicBezTo>
                    <a:pt x="15059" y="7920"/>
                    <a:pt x="15059" y="15449"/>
                    <a:pt x="15059" y="23307"/>
                  </a:cubicBezTo>
                  <a:cubicBezTo>
                    <a:pt x="9935" y="23307"/>
                    <a:pt x="5233" y="23307"/>
                    <a:pt x="0" y="23307"/>
                  </a:cubicBezTo>
                  <a:cubicBezTo>
                    <a:pt x="0" y="15605"/>
                    <a:pt x="0" y="8123"/>
                    <a:pt x="0" y="0"/>
                  </a:cubicBezTo>
                  <a:cubicBezTo>
                    <a:pt x="4639" y="0"/>
                    <a:pt x="9466" y="0"/>
                    <a:pt x="15059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F1F5B118-7926-1872-9ADF-4502505774BC}"/>
                </a:ext>
              </a:extLst>
            </p:cNvPr>
            <p:cNvSpPr/>
            <p:nvPr/>
          </p:nvSpPr>
          <p:spPr>
            <a:xfrm>
              <a:off x="15167919" y="4303435"/>
              <a:ext cx="15703" cy="40365"/>
            </a:xfrm>
            <a:custGeom>
              <a:avLst/>
              <a:gdLst>
                <a:gd name="connsiteX0" fmla="*/ 15703 w 15703"/>
                <a:gd name="connsiteY0" fmla="*/ 79 h 40365"/>
                <a:gd name="connsiteX1" fmla="*/ 15703 w 15703"/>
                <a:gd name="connsiteY1" fmla="*/ 40365 h 40365"/>
                <a:gd name="connsiteX2" fmla="*/ 20 w 15703"/>
                <a:gd name="connsiteY2" fmla="*/ 40365 h 40365"/>
                <a:gd name="connsiteX3" fmla="*/ 145 w 15703"/>
                <a:gd name="connsiteY3" fmla="*/ 3359 h 40365"/>
                <a:gd name="connsiteX4" fmla="*/ 3175 w 15703"/>
                <a:gd name="connsiteY4" fmla="*/ 219 h 40365"/>
                <a:gd name="connsiteX5" fmla="*/ 15703 w 15703"/>
                <a:gd name="connsiteY5" fmla="*/ 79 h 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703" h="40365">
                  <a:moveTo>
                    <a:pt x="15703" y="79"/>
                  </a:moveTo>
                  <a:cubicBezTo>
                    <a:pt x="15703" y="13935"/>
                    <a:pt x="15703" y="26931"/>
                    <a:pt x="15703" y="40365"/>
                  </a:cubicBezTo>
                  <a:cubicBezTo>
                    <a:pt x="10611" y="40365"/>
                    <a:pt x="5893" y="40365"/>
                    <a:pt x="20" y="40365"/>
                  </a:cubicBezTo>
                  <a:cubicBezTo>
                    <a:pt x="20" y="27759"/>
                    <a:pt x="-74" y="15544"/>
                    <a:pt x="145" y="3359"/>
                  </a:cubicBezTo>
                  <a:cubicBezTo>
                    <a:pt x="176" y="2250"/>
                    <a:pt x="2035" y="344"/>
                    <a:pt x="3175" y="219"/>
                  </a:cubicBezTo>
                  <a:cubicBezTo>
                    <a:pt x="7237" y="-171"/>
                    <a:pt x="11345" y="79"/>
                    <a:pt x="15703" y="79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FA9FC130-65CC-483B-A61D-311017D4C005}"/>
                </a:ext>
              </a:extLst>
            </p:cNvPr>
            <p:cNvSpPr/>
            <p:nvPr/>
          </p:nvSpPr>
          <p:spPr>
            <a:xfrm>
              <a:off x="15143914" y="4295750"/>
              <a:ext cx="14699" cy="48175"/>
            </a:xfrm>
            <a:custGeom>
              <a:avLst/>
              <a:gdLst>
                <a:gd name="connsiteX0" fmla="*/ 14699 w 14699"/>
                <a:gd name="connsiteY0" fmla="*/ 0 h 48175"/>
                <a:gd name="connsiteX1" fmla="*/ 14699 w 14699"/>
                <a:gd name="connsiteY1" fmla="*/ 48175 h 48175"/>
                <a:gd name="connsiteX2" fmla="*/ 0 w 14699"/>
                <a:gd name="connsiteY2" fmla="*/ 48175 h 48175"/>
                <a:gd name="connsiteX3" fmla="*/ 0 w 14699"/>
                <a:gd name="connsiteY3" fmla="*/ 0 h 48175"/>
                <a:gd name="connsiteX4" fmla="*/ 14699 w 14699"/>
                <a:gd name="connsiteY4" fmla="*/ 0 h 4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99" h="48175">
                  <a:moveTo>
                    <a:pt x="14699" y="0"/>
                  </a:moveTo>
                  <a:cubicBezTo>
                    <a:pt x="14699" y="15730"/>
                    <a:pt x="14699" y="31539"/>
                    <a:pt x="14699" y="48175"/>
                  </a:cubicBezTo>
                  <a:cubicBezTo>
                    <a:pt x="9685" y="48175"/>
                    <a:pt x="5139" y="48175"/>
                    <a:pt x="0" y="48175"/>
                  </a:cubicBezTo>
                  <a:cubicBezTo>
                    <a:pt x="0" y="32164"/>
                    <a:pt x="0" y="16324"/>
                    <a:pt x="0" y="0"/>
                  </a:cubicBezTo>
                  <a:cubicBezTo>
                    <a:pt x="4702" y="0"/>
                    <a:pt x="9404" y="0"/>
                    <a:pt x="14699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60C8195E-EF8B-FE09-596A-4337EC1C8BC0}"/>
                </a:ext>
              </a:extLst>
            </p:cNvPr>
            <p:cNvSpPr/>
            <p:nvPr/>
          </p:nvSpPr>
          <p:spPr>
            <a:xfrm>
              <a:off x="15118384" y="4287362"/>
              <a:ext cx="16242" cy="56934"/>
            </a:xfrm>
            <a:custGeom>
              <a:avLst/>
              <a:gdLst>
                <a:gd name="connsiteX0" fmla="*/ 16235 w 16242"/>
                <a:gd name="connsiteY0" fmla="*/ 51002 h 56934"/>
                <a:gd name="connsiteX1" fmla="*/ 8144 w 16242"/>
                <a:gd name="connsiteY1" fmla="*/ 56860 h 56934"/>
                <a:gd name="connsiteX2" fmla="*/ 5 w 16242"/>
                <a:gd name="connsiteY2" fmla="*/ 51081 h 56934"/>
                <a:gd name="connsiteX3" fmla="*/ 130 w 16242"/>
                <a:gd name="connsiteY3" fmla="*/ 0 h 56934"/>
                <a:gd name="connsiteX4" fmla="*/ 15392 w 16242"/>
                <a:gd name="connsiteY4" fmla="*/ 0 h 56934"/>
                <a:gd name="connsiteX5" fmla="*/ 16079 w 16242"/>
                <a:gd name="connsiteY5" fmla="*/ 5124 h 56934"/>
                <a:gd name="connsiteX6" fmla="*/ 16235 w 16242"/>
                <a:gd name="connsiteY6" fmla="*/ 51002 h 56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2" h="56934">
                  <a:moveTo>
                    <a:pt x="16235" y="51002"/>
                  </a:moveTo>
                  <a:cubicBezTo>
                    <a:pt x="16438" y="57969"/>
                    <a:pt x="12189" y="56860"/>
                    <a:pt x="8144" y="56860"/>
                  </a:cubicBezTo>
                  <a:cubicBezTo>
                    <a:pt x="4098" y="56860"/>
                    <a:pt x="-167" y="58032"/>
                    <a:pt x="5" y="51081"/>
                  </a:cubicBezTo>
                  <a:cubicBezTo>
                    <a:pt x="411" y="34304"/>
                    <a:pt x="130" y="17511"/>
                    <a:pt x="130" y="0"/>
                  </a:cubicBezTo>
                  <a:cubicBezTo>
                    <a:pt x="5816" y="0"/>
                    <a:pt x="10362" y="0"/>
                    <a:pt x="15392" y="0"/>
                  </a:cubicBezTo>
                  <a:cubicBezTo>
                    <a:pt x="15642" y="1812"/>
                    <a:pt x="16063" y="3468"/>
                    <a:pt x="16079" y="5124"/>
                  </a:cubicBezTo>
                  <a:cubicBezTo>
                    <a:pt x="16110" y="20401"/>
                    <a:pt x="15798" y="35710"/>
                    <a:pt x="16235" y="51002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12" name="Forme libre 11">
              <a:extLst>
                <a:ext uri="{FF2B5EF4-FFF2-40B4-BE49-F238E27FC236}">
                  <a16:creationId xmlns:a16="http://schemas.microsoft.com/office/drawing/2014/main" id="{229ED2F7-EE63-0FE7-7AE5-59A0573A107F}"/>
                </a:ext>
              </a:extLst>
            </p:cNvPr>
            <p:cNvSpPr/>
            <p:nvPr/>
          </p:nvSpPr>
          <p:spPr>
            <a:xfrm>
              <a:off x="15093803" y="4303889"/>
              <a:ext cx="15845" cy="40615"/>
            </a:xfrm>
            <a:custGeom>
              <a:avLst/>
              <a:gdLst>
                <a:gd name="connsiteX0" fmla="*/ 15823 w 15845"/>
                <a:gd name="connsiteY0" fmla="*/ 0 h 40615"/>
                <a:gd name="connsiteX1" fmla="*/ 15667 w 15845"/>
                <a:gd name="connsiteY1" fmla="*/ 36928 h 40615"/>
                <a:gd name="connsiteX2" fmla="*/ 12042 w 15845"/>
                <a:gd name="connsiteY2" fmla="*/ 40162 h 40615"/>
                <a:gd name="connsiteX3" fmla="*/ 4279 w 15845"/>
                <a:gd name="connsiteY3" fmla="*/ 40130 h 40615"/>
                <a:gd name="connsiteX4" fmla="*/ 217 w 15845"/>
                <a:gd name="connsiteY4" fmla="*/ 36006 h 40615"/>
                <a:gd name="connsiteX5" fmla="*/ 30 w 15845"/>
                <a:gd name="connsiteY5" fmla="*/ 0 h 40615"/>
                <a:gd name="connsiteX6" fmla="*/ 15823 w 15845"/>
                <a:gd name="connsiteY6" fmla="*/ 0 h 4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845" h="40615">
                  <a:moveTo>
                    <a:pt x="15823" y="0"/>
                  </a:moveTo>
                  <a:cubicBezTo>
                    <a:pt x="15823" y="12591"/>
                    <a:pt x="15932" y="24759"/>
                    <a:pt x="15667" y="36928"/>
                  </a:cubicBezTo>
                  <a:cubicBezTo>
                    <a:pt x="15635" y="38084"/>
                    <a:pt x="13480" y="39849"/>
                    <a:pt x="12042" y="40162"/>
                  </a:cubicBezTo>
                  <a:cubicBezTo>
                    <a:pt x="9528" y="40693"/>
                    <a:pt x="6669" y="40849"/>
                    <a:pt x="4279" y="40130"/>
                  </a:cubicBezTo>
                  <a:cubicBezTo>
                    <a:pt x="2592" y="39646"/>
                    <a:pt x="249" y="37475"/>
                    <a:pt x="217" y="36006"/>
                  </a:cubicBezTo>
                  <a:cubicBezTo>
                    <a:pt x="-111" y="24244"/>
                    <a:pt x="30" y="12466"/>
                    <a:pt x="30" y="0"/>
                  </a:cubicBezTo>
                  <a:cubicBezTo>
                    <a:pt x="5685" y="0"/>
                    <a:pt x="10387" y="0"/>
                    <a:pt x="15823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087A902F-CAE9-A4CF-02F2-169851D49266}"/>
                </a:ext>
              </a:extLst>
            </p:cNvPr>
            <p:cNvSpPr/>
            <p:nvPr/>
          </p:nvSpPr>
          <p:spPr>
            <a:xfrm>
              <a:off x="15068989" y="4295547"/>
              <a:ext cx="16195" cy="48791"/>
            </a:xfrm>
            <a:custGeom>
              <a:avLst/>
              <a:gdLst>
                <a:gd name="connsiteX0" fmla="*/ 16190 w 16195"/>
                <a:gd name="connsiteY0" fmla="*/ 43254 h 48791"/>
                <a:gd name="connsiteX1" fmla="*/ 11035 w 16195"/>
                <a:gd name="connsiteY1" fmla="*/ 48706 h 48791"/>
                <a:gd name="connsiteX2" fmla="*/ 3881 w 16195"/>
                <a:gd name="connsiteY2" fmla="*/ 48472 h 48791"/>
                <a:gd name="connsiteX3" fmla="*/ 179 w 16195"/>
                <a:gd name="connsiteY3" fmla="*/ 44629 h 48791"/>
                <a:gd name="connsiteX4" fmla="*/ 22 w 16195"/>
                <a:gd name="connsiteY4" fmla="*/ 0 h 48791"/>
                <a:gd name="connsiteX5" fmla="*/ 16159 w 16195"/>
                <a:gd name="connsiteY5" fmla="*/ 0 h 48791"/>
                <a:gd name="connsiteX6" fmla="*/ 16159 w 16195"/>
                <a:gd name="connsiteY6" fmla="*/ 18339 h 48791"/>
                <a:gd name="connsiteX7" fmla="*/ 16190 w 16195"/>
                <a:gd name="connsiteY7" fmla="*/ 43254 h 4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95" h="48791">
                  <a:moveTo>
                    <a:pt x="16190" y="43254"/>
                  </a:moveTo>
                  <a:cubicBezTo>
                    <a:pt x="16284" y="47035"/>
                    <a:pt x="15175" y="49066"/>
                    <a:pt x="11035" y="48706"/>
                  </a:cubicBezTo>
                  <a:cubicBezTo>
                    <a:pt x="8629" y="48519"/>
                    <a:pt x="6068" y="49144"/>
                    <a:pt x="3881" y="48472"/>
                  </a:cubicBezTo>
                  <a:cubicBezTo>
                    <a:pt x="2334" y="48019"/>
                    <a:pt x="194" y="45988"/>
                    <a:pt x="179" y="44629"/>
                  </a:cubicBezTo>
                  <a:cubicBezTo>
                    <a:pt x="-87" y="30024"/>
                    <a:pt x="22" y="15418"/>
                    <a:pt x="22" y="0"/>
                  </a:cubicBezTo>
                  <a:cubicBezTo>
                    <a:pt x="5630" y="0"/>
                    <a:pt x="10363" y="0"/>
                    <a:pt x="16159" y="0"/>
                  </a:cubicBezTo>
                  <a:cubicBezTo>
                    <a:pt x="16159" y="6264"/>
                    <a:pt x="16159" y="12294"/>
                    <a:pt x="16159" y="18339"/>
                  </a:cubicBezTo>
                  <a:cubicBezTo>
                    <a:pt x="16159" y="26649"/>
                    <a:pt x="16034" y="34960"/>
                    <a:pt x="16190" y="43254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59656F5A-07F5-8877-8287-121F6332B615}"/>
                </a:ext>
              </a:extLst>
            </p:cNvPr>
            <p:cNvSpPr/>
            <p:nvPr/>
          </p:nvSpPr>
          <p:spPr>
            <a:xfrm>
              <a:off x="15045127" y="4312090"/>
              <a:ext cx="14964" cy="31710"/>
            </a:xfrm>
            <a:custGeom>
              <a:avLst/>
              <a:gdLst>
                <a:gd name="connsiteX0" fmla="*/ 14965 w 14964"/>
                <a:gd name="connsiteY0" fmla="*/ 0 h 31710"/>
                <a:gd name="connsiteX1" fmla="*/ 14965 w 14964"/>
                <a:gd name="connsiteY1" fmla="*/ 31711 h 31710"/>
                <a:gd name="connsiteX2" fmla="*/ 0 w 14964"/>
                <a:gd name="connsiteY2" fmla="*/ 31711 h 31710"/>
                <a:gd name="connsiteX3" fmla="*/ 0 w 14964"/>
                <a:gd name="connsiteY3" fmla="*/ 0 h 31710"/>
                <a:gd name="connsiteX4" fmla="*/ 14965 w 14964"/>
                <a:gd name="connsiteY4" fmla="*/ 0 h 3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64" h="31710">
                  <a:moveTo>
                    <a:pt x="14965" y="0"/>
                  </a:moveTo>
                  <a:cubicBezTo>
                    <a:pt x="14965" y="10607"/>
                    <a:pt x="14965" y="20932"/>
                    <a:pt x="14965" y="31711"/>
                  </a:cubicBezTo>
                  <a:cubicBezTo>
                    <a:pt x="9982" y="31711"/>
                    <a:pt x="5280" y="31711"/>
                    <a:pt x="0" y="31711"/>
                  </a:cubicBezTo>
                  <a:cubicBezTo>
                    <a:pt x="0" y="21463"/>
                    <a:pt x="0" y="11153"/>
                    <a:pt x="0" y="0"/>
                  </a:cubicBezTo>
                  <a:cubicBezTo>
                    <a:pt x="5124" y="0"/>
                    <a:pt x="9826" y="0"/>
                    <a:pt x="14965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  <p:sp>
        <p:nvSpPr>
          <p:cNvPr id="38" name="Rounded Rectangle 523">
            <a:extLst>
              <a:ext uri="{FF2B5EF4-FFF2-40B4-BE49-F238E27FC236}">
                <a16:creationId xmlns:a16="http://schemas.microsoft.com/office/drawing/2014/main" id="{803AC523-6D2B-7C52-D929-4A0FEDB39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612" y="3087325"/>
            <a:ext cx="526484" cy="510231"/>
          </a:xfrm>
          <a:prstGeom prst="roundRect">
            <a:avLst>
              <a:gd name="adj" fmla="val 14829"/>
            </a:avLst>
          </a:prstGeom>
          <a:gradFill>
            <a:gsLst>
              <a:gs pos="0">
                <a:schemeClr val="tx1"/>
              </a:gs>
              <a:gs pos="51000">
                <a:schemeClr val="accent4"/>
              </a:gs>
              <a:gs pos="100000">
                <a:schemeClr val="accent1"/>
              </a:gs>
            </a:gsLst>
            <a:lin ang="0" scaled="1"/>
          </a:gradFill>
          <a:ln w="57150">
            <a:noFill/>
          </a:ln>
          <a:effectLst/>
        </p:spPr>
        <p:txBody>
          <a:bodyPr wrap="none" anchor="ctr"/>
          <a:lstStyle/>
          <a:p>
            <a:pPr defTabSz="457109">
              <a:defRPr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2C5E47-B1C2-FB67-60DF-BCC54C93EA1B}"/>
              </a:ext>
            </a:extLst>
          </p:cNvPr>
          <p:cNvSpPr/>
          <p:nvPr/>
        </p:nvSpPr>
        <p:spPr>
          <a:xfrm>
            <a:off x="6570704" y="3860633"/>
            <a:ext cx="2377191" cy="49859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>
              <a:defRPr lang="uk-UA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fortes,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9" name="TextBox 642">
            <a:extLst>
              <a:ext uri="{FF2B5EF4-FFF2-40B4-BE49-F238E27FC236}">
                <a16:creationId xmlns:a16="http://schemas.microsoft.com/office/drawing/2014/main" id="{39C33538-AF4B-D7EE-7529-CBDA18461AEC}"/>
              </a:ext>
            </a:extLst>
          </p:cNvPr>
          <p:cNvSpPr txBox="1"/>
          <p:nvPr/>
        </p:nvSpPr>
        <p:spPr>
          <a:xfrm>
            <a:off x="7208452" y="2177494"/>
            <a:ext cx="1562609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Utque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proeliorum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periti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rectores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primo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208355-6B78-F836-4DD3-A0CB5277ECA9}"/>
              </a:ext>
            </a:extLst>
          </p:cNvPr>
          <p:cNvSpPr/>
          <p:nvPr/>
        </p:nvSpPr>
        <p:spPr>
          <a:xfrm>
            <a:off x="3492358" y="4694428"/>
            <a:ext cx="1391231" cy="203133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Telecom</a:t>
            </a:r>
          </a:p>
        </p:txBody>
      </p:sp>
      <p:grpSp>
        <p:nvGrpSpPr>
          <p:cNvPr id="42" name="Graphique 166">
            <a:extLst>
              <a:ext uri="{FF2B5EF4-FFF2-40B4-BE49-F238E27FC236}">
                <a16:creationId xmlns:a16="http://schemas.microsoft.com/office/drawing/2014/main" id="{D12A5241-B6A5-1C39-5665-CB136DAFD44E}"/>
              </a:ext>
            </a:extLst>
          </p:cNvPr>
          <p:cNvGrpSpPr/>
          <p:nvPr/>
        </p:nvGrpSpPr>
        <p:grpSpPr>
          <a:xfrm>
            <a:off x="4030611" y="4326608"/>
            <a:ext cx="308935" cy="333546"/>
            <a:chOff x="6043746" y="3415373"/>
            <a:chExt cx="3091884" cy="3338196"/>
          </a:xfrm>
          <a:solidFill>
            <a:srgbClr val="0070C0"/>
          </a:solidFill>
        </p:grpSpPr>
        <p:sp>
          <p:nvSpPr>
            <p:cNvPr id="148" name="Forme libre : forme 148">
              <a:extLst>
                <a:ext uri="{FF2B5EF4-FFF2-40B4-BE49-F238E27FC236}">
                  <a16:creationId xmlns:a16="http://schemas.microsoft.com/office/drawing/2014/main" id="{3DBE7925-396D-9BEE-ACA9-E9421F763259}"/>
                </a:ext>
              </a:extLst>
            </p:cNvPr>
            <p:cNvSpPr/>
            <p:nvPr/>
          </p:nvSpPr>
          <p:spPr>
            <a:xfrm>
              <a:off x="6043746" y="3415373"/>
              <a:ext cx="3091884" cy="3338196"/>
            </a:xfrm>
            <a:custGeom>
              <a:avLst/>
              <a:gdLst>
                <a:gd name="connsiteX0" fmla="*/ 2006127 w 3091884"/>
                <a:gd name="connsiteY0" fmla="*/ 1038320 h 3338196"/>
                <a:gd name="connsiteX1" fmla="*/ 2056324 w 3091884"/>
                <a:gd name="connsiteY1" fmla="*/ 1041940 h 3338196"/>
                <a:gd name="connsiteX2" fmla="*/ 2081851 w 3091884"/>
                <a:gd name="connsiteY2" fmla="*/ 1018032 h 3338196"/>
                <a:gd name="connsiteX3" fmla="*/ 2273780 w 3091884"/>
                <a:gd name="connsiteY3" fmla="*/ 576072 h 3338196"/>
                <a:gd name="connsiteX4" fmla="*/ 2074422 w 3091884"/>
                <a:gd name="connsiteY4" fmla="*/ 22479 h 3338196"/>
                <a:gd name="connsiteX5" fmla="*/ 2044227 w 3091884"/>
                <a:gd name="connsiteY5" fmla="*/ 0 h 3338196"/>
                <a:gd name="connsiteX6" fmla="*/ 1998603 w 3091884"/>
                <a:gd name="connsiteY6" fmla="*/ 16669 h 3338196"/>
                <a:gd name="connsiteX7" fmla="*/ 2013843 w 3091884"/>
                <a:gd name="connsiteY7" fmla="*/ 78677 h 3338196"/>
                <a:gd name="connsiteX8" fmla="*/ 2016319 w 3091884"/>
                <a:gd name="connsiteY8" fmla="*/ 966502 h 3338196"/>
                <a:gd name="connsiteX9" fmla="*/ 1998603 w 3091884"/>
                <a:gd name="connsiteY9" fmla="*/ 988028 h 3338196"/>
                <a:gd name="connsiteX10" fmla="*/ 2006127 w 3091884"/>
                <a:gd name="connsiteY10" fmla="*/ 1038320 h 3338196"/>
                <a:gd name="connsiteX11" fmla="*/ 1841250 w 3091884"/>
                <a:gd name="connsiteY11" fmla="*/ 876586 h 3338196"/>
                <a:gd name="connsiteX12" fmla="*/ 1911068 w 3091884"/>
                <a:gd name="connsiteY12" fmla="*/ 864775 h 3338196"/>
                <a:gd name="connsiteX13" fmla="*/ 2045656 w 3091884"/>
                <a:gd name="connsiteY13" fmla="*/ 528352 h 3338196"/>
                <a:gd name="connsiteX14" fmla="*/ 1917545 w 3091884"/>
                <a:gd name="connsiteY14" fmla="*/ 190119 h 3338196"/>
                <a:gd name="connsiteX15" fmla="*/ 1910306 w 3091884"/>
                <a:gd name="connsiteY15" fmla="*/ 182213 h 3338196"/>
                <a:gd name="connsiteX16" fmla="*/ 1842393 w 3091884"/>
                <a:gd name="connsiteY16" fmla="*/ 170593 h 3338196"/>
                <a:gd name="connsiteX17" fmla="*/ 1849346 w 3091884"/>
                <a:gd name="connsiteY17" fmla="*/ 239173 h 3338196"/>
                <a:gd name="connsiteX18" fmla="*/ 1850394 w 3091884"/>
                <a:gd name="connsiteY18" fmla="*/ 808387 h 3338196"/>
                <a:gd name="connsiteX19" fmla="*/ 1841250 w 3091884"/>
                <a:gd name="connsiteY19" fmla="*/ 876586 h 3338196"/>
                <a:gd name="connsiteX20" fmla="*/ 1439009 w 3091884"/>
                <a:gd name="connsiteY20" fmla="*/ 3130677 h 3338196"/>
                <a:gd name="connsiteX21" fmla="*/ 1480062 w 3091884"/>
                <a:gd name="connsiteY21" fmla="*/ 3171063 h 3338196"/>
                <a:gd name="connsiteX22" fmla="*/ 1544260 w 3091884"/>
                <a:gd name="connsiteY22" fmla="*/ 3171349 h 3338196"/>
                <a:gd name="connsiteX23" fmla="*/ 1611983 w 3091884"/>
                <a:gd name="connsiteY23" fmla="*/ 3171063 h 3338196"/>
                <a:gd name="connsiteX24" fmla="*/ 1653036 w 3091884"/>
                <a:gd name="connsiteY24" fmla="*/ 3130677 h 3338196"/>
                <a:gd name="connsiteX25" fmla="*/ 1613697 w 3091884"/>
                <a:gd name="connsiteY25" fmla="*/ 3088767 h 3338196"/>
                <a:gd name="connsiteX26" fmla="*/ 1478347 w 3091884"/>
                <a:gd name="connsiteY26" fmla="*/ 3088862 h 3338196"/>
                <a:gd name="connsiteX27" fmla="*/ 1439009 w 3091884"/>
                <a:gd name="connsiteY27" fmla="*/ 3130677 h 3338196"/>
                <a:gd name="connsiteX28" fmla="*/ 1045912 w 3091884"/>
                <a:gd name="connsiteY28" fmla="*/ 521875 h 3338196"/>
                <a:gd name="connsiteX29" fmla="*/ 1183167 w 3091884"/>
                <a:gd name="connsiteY29" fmla="*/ 867728 h 3338196"/>
                <a:gd name="connsiteX30" fmla="*/ 1248128 w 3091884"/>
                <a:gd name="connsiteY30" fmla="*/ 878872 h 3338196"/>
                <a:gd name="connsiteX31" fmla="*/ 1243175 w 3091884"/>
                <a:gd name="connsiteY31" fmla="*/ 810673 h 3338196"/>
                <a:gd name="connsiteX32" fmla="*/ 1242508 w 3091884"/>
                <a:gd name="connsiteY32" fmla="*/ 238792 h 3338196"/>
                <a:gd name="connsiteX33" fmla="*/ 1247271 w 3091884"/>
                <a:gd name="connsiteY33" fmla="*/ 233458 h 3338196"/>
                <a:gd name="connsiteX34" fmla="*/ 1248699 w 3091884"/>
                <a:gd name="connsiteY34" fmla="*/ 170498 h 3338196"/>
                <a:gd name="connsiteX35" fmla="*/ 1185930 w 3091884"/>
                <a:gd name="connsiteY35" fmla="*/ 177451 h 3338196"/>
                <a:gd name="connsiteX36" fmla="*/ 1045912 w 3091884"/>
                <a:gd name="connsiteY36" fmla="*/ 521875 h 3338196"/>
                <a:gd name="connsiteX37" fmla="*/ 817122 w 3091884"/>
                <a:gd name="connsiteY37" fmla="*/ 516541 h 3338196"/>
                <a:gd name="connsiteX38" fmla="*/ 1010098 w 3091884"/>
                <a:gd name="connsiteY38" fmla="*/ 1018222 h 3338196"/>
                <a:gd name="connsiteX39" fmla="*/ 1087441 w 3091884"/>
                <a:gd name="connsiteY39" fmla="*/ 1039844 h 3338196"/>
                <a:gd name="connsiteX40" fmla="*/ 1070296 w 3091884"/>
                <a:gd name="connsiteY40" fmla="*/ 960882 h 3338196"/>
                <a:gd name="connsiteX41" fmla="*/ 916277 w 3091884"/>
                <a:gd name="connsiteY41" fmla="*/ 382429 h 3338196"/>
                <a:gd name="connsiteX42" fmla="*/ 1080297 w 3091884"/>
                <a:gd name="connsiteY42" fmla="*/ 75724 h 3338196"/>
                <a:gd name="connsiteX43" fmla="*/ 1074963 w 3091884"/>
                <a:gd name="connsiteY43" fmla="*/ 1429 h 3338196"/>
                <a:gd name="connsiteX44" fmla="*/ 1020099 w 3091884"/>
                <a:gd name="connsiteY44" fmla="*/ 20669 h 3338196"/>
                <a:gd name="connsiteX45" fmla="*/ 817122 w 3091884"/>
                <a:gd name="connsiteY45" fmla="*/ 516541 h 3338196"/>
                <a:gd name="connsiteX46" fmla="*/ 470316 w 3091884"/>
                <a:gd name="connsiteY46" fmla="*/ 2720340 h 3338196"/>
                <a:gd name="connsiteX47" fmla="*/ 535848 w 3091884"/>
                <a:gd name="connsiteY47" fmla="*/ 2785396 h 3338196"/>
                <a:gd name="connsiteX48" fmla="*/ 2557053 w 3091884"/>
                <a:gd name="connsiteY48" fmla="*/ 2785396 h 3338196"/>
                <a:gd name="connsiteX49" fmla="*/ 2621824 w 3091884"/>
                <a:gd name="connsiteY49" fmla="*/ 2719674 h 3338196"/>
                <a:gd name="connsiteX50" fmla="*/ 2621728 w 3091884"/>
                <a:gd name="connsiteY50" fmla="*/ 1439704 h 3338196"/>
                <a:gd name="connsiteX51" fmla="*/ 2556577 w 3091884"/>
                <a:gd name="connsiteY51" fmla="*/ 1375124 h 3338196"/>
                <a:gd name="connsiteX52" fmla="*/ 2043275 w 3091884"/>
                <a:gd name="connsiteY52" fmla="*/ 1375124 h 3338196"/>
                <a:gd name="connsiteX53" fmla="*/ 2015367 w 3091884"/>
                <a:gd name="connsiteY53" fmla="*/ 1376743 h 3338196"/>
                <a:gd name="connsiteX54" fmla="*/ 1982886 w 3091884"/>
                <a:gd name="connsiteY54" fmla="*/ 1415891 h 3338196"/>
                <a:gd name="connsiteX55" fmla="*/ 2013557 w 3091884"/>
                <a:gd name="connsiteY55" fmla="*/ 1456277 h 3338196"/>
                <a:gd name="connsiteX56" fmla="*/ 2048323 w 3091884"/>
                <a:gd name="connsiteY56" fmla="*/ 1458754 h 3338196"/>
                <a:gd name="connsiteX57" fmla="*/ 2497522 w 3091884"/>
                <a:gd name="connsiteY57" fmla="*/ 1458849 h 3338196"/>
                <a:gd name="connsiteX58" fmla="*/ 2536194 w 3091884"/>
                <a:gd name="connsiteY58" fmla="*/ 1458849 h 3338196"/>
                <a:gd name="connsiteX59" fmla="*/ 2536194 w 3091884"/>
                <a:gd name="connsiteY59" fmla="*/ 2698909 h 3338196"/>
                <a:gd name="connsiteX60" fmla="*/ 556613 w 3091884"/>
                <a:gd name="connsiteY60" fmla="*/ 2698909 h 3338196"/>
                <a:gd name="connsiteX61" fmla="*/ 556613 w 3091884"/>
                <a:gd name="connsiteY61" fmla="*/ 1458849 h 3338196"/>
                <a:gd name="connsiteX62" fmla="*/ 597761 w 3091884"/>
                <a:gd name="connsiteY62" fmla="*/ 1458849 h 3338196"/>
                <a:gd name="connsiteX63" fmla="*/ 1043436 w 3091884"/>
                <a:gd name="connsiteY63" fmla="*/ 1458754 h 3338196"/>
                <a:gd name="connsiteX64" fmla="*/ 1078202 w 3091884"/>
                <a:gd name="connsiteY64" fmla="*/ 1456182 h 3338196"/>
                <a:gd name="connsiteX65" fmla="*/ 1108682 w 3091884"/>
                <a:gd name="connsiteY65" fmla="*/ 1415796 h 3338196"/>
                <a:gd name="connsiteX66" fmla="*/ 1076106 w 3091884"/>
                <a:gd name="connsiteY66" fmla="*/ 1376743 h 3338196"/>
                <a:gd name="connsiteX67" fmla="*/ 1048198 w 3091884"/>
                <a:gd name="connsiteY67" fmla="*/ 1375124 h 3338196"/>
                <a:gd name="connsiteX68" fmla="*/ 534896 w 3091884"/>
                <a:gd name="connsiteY68" fmla="*/ 1375124 h 3338196"/>
                <a:gd name="connsiteX69" fmla="*/ 470316 w 3091884"/>
                <a:gd name="connsiteY69" fmla="*/ 1440466 h 3338196"/>
                <a:gd name="connsiteX70" fmla="*/ 470316 w 3091884"/>
                <a:gd name="connsiteY70" fmla="*/ 2720340 h 3338196"/>
                <a:gd name="connsiteX71" fmla="*/ 249717 w 3091884"/>
                <a:gd name="connsiteY71" fmla="*/ 2625852 h 3338196"/>
                <a:gd name="connsiteX72" fmla="*/ 291437 w 3091884"/>
                <a:gd name="connsiteY72" fmla="*/ 2665571 h 3338196"/>
                <a:gd name="connsiteX73" fmla="*/ 332490 w 3091884"/>
                <a:gd name="connsiteY73" fmla="*/ 2624995 h 3338196"/>
                <a:gd name="connsiteX74" fmla="*/ 332966 w 3091884"/>
                <a:gd name="connsiteY74" fmla="*/ 2592991 h 3338196"/>
                <a:gd name="connsiteX75" fmla="*/ 333061 w 3091884"/>
                <a:gd name="connsiteY75" fmla="*/ 1434656 h 3338196"/>
                <a:gd name="connsiteX76" fmla="*/ 529562 w 3091884"/>
                <a:gd name="connsiteY76" fmla="*/ 1237774 h 3338196"/>
                <a:gd name="connsiteX77" fmla="*/ 1121160 w 3091884"/>
                <a:gd name="connsiteY77" fmla="*/ 1237679 h 3338196"/>
                <a:gd name="connsiteX78" fmla="*/ 1155926 w 3091884"/>
                <a:gd name="connsiteY78" fmla="*/ 1235107 h 3338196"/>
                <a:gd name="connsiteX79" fmla="*/ 1187549 w 3091884"/>
                <a:gd name="connsiteY79" fmla="*/ 1195959 h 3338196"/>
                <a:gd name="connsiteX80" fmla="*/ 1152878 w 3091884"/>
                <a:gd name="connsiteY80" fmla="*/ 1155097 h 3338196"/>
                <a:gd name="connsiteX81" fmla="*/ 1125065 w 3091884"/>
                <a:gd name="connsiteY81" fmla="*/ 1153763 h 3338196"/>
                <a:gd name="connsiteX82" fmla="*/ 533467 w 3091884"/>
                <a:gd name="connsiteY82" fmla="*/ 1153763 h 3338196"/>
                <a:gd name="connsiteX83" fmla="*/ 249051 w 3091884"/>
                <a:gd name="connsiteY83" fmla="*/ 1439132 h 3338196"/>
                <a:gd name="connsiteX84" fmla="*/ 249051 w 3091884"/>
                <a:gd name="connsiteY84" fmla="*/ 2012918 h 3338196"/>
                <a:gd name="connsiteX85" fmla="*/ 249051 w 3091884"/>
                <a:gd name="connsiteY85" fmla="*/ 2593848 h 3338196"/>
                <a:gd name="connsiteX86" fmla="*/ 249717 w 3091884"/>
                <a:gd name="connsiteY86" fmla="*/ 2625852 h 3338196"/>
                <a:gd name="connsiteX87" fmla="*/ 3877 w 3091884"/>
                <a:gd name="connsiteY87" fmla="*/ 3168968 h 3338196"/>
                <a:gd name="connsiteX88" fmla="*/ 219618 w 3091884"/>
                <a:gd name="connsiteY88" fmla="*/ 3337084 h 3338196"/>
                <a:gd name="connsiteX89" fmla="*/ 2444277 w 3091884"/>
                <a:gd name="connsiteY89" fmla="*/ 3337179 h 3338196"/>
                <a:gd name="connsiteX90" fmla="*/ 2472091 w 3091884"/>
                <a:gd name="connsiteY90" fmla="*/ 3335560 h 3338196"/>
                <a:gd name="connsiteX91" fmla="*/ 2504857 w 3091884"/>
                <a:gd name="connsiteY91" fmla="*/ 3296698 h 3338196"/>
                <a:gd name="connsiteX92" fmla="*/ 2472567 w 3091884"/>
                <a:gd name="connsiteY92" fmla="*/ 3257836 h 3338196"/>
                <a:gd name="connsiteX93" fmla="*/ 2430561 w 3091884"/>
                <a:gd name="connsiteY93" fmla="*/ 3255740 h 3338196"/>
                <a:gd name="connsiteX94" fmla="*/ 241526 w 3091884"/>
                <a:gd name="connsiteY94" fmla="*/ 3255455 h 3338196"/>
                <a:gd name="connsiteX95" fmla="*/ 181328 w 3091884"/>
                <a:gd name="connsiteY95" fmla="*/ 3251073 h 3338196"/>
                <a:gd name="connsiteX96" fmla="*/ 83316 w 3091884"/>
                <a:gd name="connsiteY96" fmla="*/ 3135630 h 3338196"/>
                <a:gd name="connsiteX97" fmla="*/ 174565 w 3091884"/>
                <a:gd name="connsiteY97" fmla="*/ 3010757 h 3338196"/>
                <a:gd name="connsiteX98" fmla="*/ 234668 w 3091884"/>
                <a:gd name="connsiteY98" fmla="*/ 3006662 h 3338196"/>
                <a:gd name="connsiteX99" fmla="*/ 2855091 w 3091884"/>
                <a:gd name="connsiteY99" fmla="*/ 3006566 h 3338196"/>
                <a:gd name="connsiteX100" fmla="*/ 2890714 w 3091884"/>
                <a:gd name="connsiteY100" fmla="*/ 3006947 h 3338196"/>
                <a:gd name="connsiteX101" fmla="*/ 2988250 w 3091884"/>
                <a:gd name="connsiteY101" fmla="*/ 3063526 h 3338196"/>
                <a:gd name="connsiteX102" fmla="*/ 2993394 w 3091884"/>
                <a:gd name="connsiteY102" fmla="*/ 3188684 h 3338196"/>
                <a:gd name="connsiteX103" fmla="*/ 2879379 w 3091884"/>
                <a:gd name="connsiteY103" fmla="*/ 3255264 h 3338196"/>
                <a:gd name="connsiteX104" fmla="*/ 2658304 w 3091884"/>
                <a:gd name="connsiteY104" fmla="*/ 3255550 h 3338196"/>
                <a:gd name="connsiteX105" fmla="*/ 2607441 w 3091884"/>
                <a:gd name="connsiteY105" fmla="*/ 3296222 h 3338196"/>
                <a:gd name="connsiteX106" fmla="*/ 2658019 w 3091884"/>
                <a:gd name="connsiteY106" fmla="*/ 3337274 h 3338196"/>
                <a:gd name="connsiteX107" fmla="*/ 2889762 w 3091884"/>
                <a:gd name="connsiteY107" fmla="*/ 3336608 h 3338196"/>
                <a:gd name="connsiteX108" fmla="*/ 3091882 w 3091884"/>
                <a:gd name="connsiteY108" fmla="*/ 3129534 h 3338196"/>
                <a:gd name="connsiteX109" fmla="*/ 2888714 w 3091884"/>
                <a:gd name="connsiteY109" fmla="*/ 2922556 h 3338196"/>
                <a:gd name="connsiteX110" fmla="*/ 2842994 w 3091884"/>
                <a:gd name="connsiteY110" fmla="*/ 2922461 h 3338196"/>
                <a:gd name="connsiteX111" fmla="*/ 2842994 w 3091884"/>
                <a:gd name="connsiteY111" fmla="*/ 2873788 h 3338196"/>
                <a:gd name="connsiteX112" fmla="*/ 2842994 w 3091884"/>
                <a:gd name="connsiteY112" fmla="*/ 1436846 h 3338196"/>
                <a:gd name="connsiteX113" fmla="*/ 2559816 w 3091884"/>
                <a:gd name="connsiteY113" fmla="*/ 1153763 h 3338196"/>
                <a:gd name="connsiteX114" fmla="*/ 1968027 w 3091884"/>
                <a:gd name="connsiteY114" fmla="*/ 1153763 h 3338196"/>
                <a:gd name="connsiteX115" fmla="*/ 1936595 w 3091884"/>
                <a:gd name="connsiteY115" fmla="*/ 1155573 h 3338196"/>
                <a:gd name="connsiteX116" fmla="*/ 1904019 w 3091884"/>
                <a:gd name="connsiteY116" fmla="*/ 1194435 h 3338196"/>
                <a:gd name="connsiteX117" fmla="*/ 1934404 w 3091884"/>
                <a:gd name="connsiteY117" fmla="*/ 1234726 h 3338196"/>
                <a:gd name="connsiteX118" fmla="*/ 1972695 w 3091884"/>
                <a:gd name="connsiteY118" fmla="*/ 1237679 h 3338196"/>
                <a:gd name="connsiteX119" fmla="*/ 2560863 w 3091884"/>
                <a:gd name="connsiteY119" fmla="*/ 1237774 h 3338196"/>
                <a:gd name="connsiteX120" fmla="*/ 2758602 w 3091884"/>
                <a:gd name="connsiteY120" fmla="*/ 1437227 h 3338196"/>
                <a:gd name="connsiteX121" fmla="*/ 2758698 w 3091884"/>
                <a:gd name="connsiteY121" fmla="*/ 2881217 h 3338196"/>
                <a:gd name="connsiteX122" fmla="*/ 2758698 w 3091884"/>
                <a:gd name="connsiteY122" fmla="*/ 2920460 h 3338196"/>
                <a:gd name="connsiteX123" fmla="*/ 332966 w 3091884"/>
                <a:gd name="connsiteY123" fmla="*/ 2920460 h 3338196"/>
                <a:gd name="connsiteX124" fmla="*/ 332871 w 3091884"/>
                <a:gd name="connsiteY124" fmla="*/ 2805303 h 3338196"/>
                <a:gd name="connsiteX125" fmla="*/ 290103 w 3091884"/>
                <a:gd name="connsiteY125" fmla="*/ 2751582 h 3338196"/>
                <a:gd name="connsiteX126" fmla="*/ 249051 w 3091884"/>
                <a:gd name="connsiteY126" fmla="*/ 2803779 h 3338196"/>
                <a:gd name="connsiteX127" fmla="*/ 249051 w 3091884"/>
                <a:gd name="connsiteY127" fmla="*/ 2922937 h 3338196"/>
                <a:gd name="connsiteX128" fmla="*/ 198663 w 3091884"/>
                <a:gd name="connsiteY128" fmla="*/ 2923032 h 3338196"/>
                <a:gd name="connsiteX129" fmla="*/ 3877 w 3091884"/>
                <a:gd name="connsiteY129" fmla="*/ 3168968 h 3338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3091884" h="3338196">
                  <a:moveTo>
                    <a:pt x="2006127" y="1038320"/>
                  </a:moveTo>
                  <a:cubicBezTo>
                    <a:pt x="2015748" y="1047464"/>
                    <a:pt x="2039846" y="1045178"/>
                    <a:pt x="2056324" y="1041940"/>
                  </a:cubicBezTo>
                  <a:cubicBezTo>
                    <a:pt x="2066040" y="1040035"/>
                    <a:pt x="2073850" y="1026795"/>
                    <a:pt x="2081851" y="1018032"/>
                  </a:cubicBezTo>
                  <a:cubicBezTo>
                    <a:pt x="2208343" y="878396"/>
                    <a:pt x="2271875" y="714089"/>
                    <a:pt x="2273780" y="576072"/>
                  </a:cubicBezTo>
                  <a:cubicBezTo>
                    <a:pt x="2274161" y="335661"/>
                    <a:pt x="2202914" y="155448"/>
                    <a:pt x="2074422" y="22479"/>
                  </a:cubicBezTo>
                  <a:cubicBezTo>
                    <a:pt x="2065563" y="13335"/>
                    <a:pt x="2054324" y="0"/>
                    <a:pt x="2044227" y="0"/>
                  </a:cubicBezTo>
                  <a:cubicBezTo>
                    <a:pt x="2028607" y="0"/>
                    <a:pt x="2007270" y="5525"/>
                    <a:pt x="1998603" y="16669"/>
                  </a:cubicBezTo>
                  <a:cubicBezTo>
                    <a:pt x="1980696" y="39624"/>
                    <a:pt x="1996507" y="59912"/>
                    <a:pt x="2013843" y="78677"/>
                  </a:cubicBezTo>
                  <a:cubicBezTo>
                    <a:pt x="2250349" y="334518"/>
                    <a:pt x="2251206" y="711137"/>
                    <a:pt x="2016319" y="966502"/>
                  </a:cubicBezTo>
                  <a:cubicBezTo>
                    <a:pt x="2009937" y="973455"/>
                    <a:pt x="1998984" y="980504"/>
                    <a:pt x="1998603" y="988028"/>
                  </a:cubicBezTo>
                  <a:cubicBezTo>
                    <a:pt x="1997841" y="1005173"/>
                    <a:pt x="1996221" y="1028986"/>
                    <a:pt x="2006127" y="1038320"/>
                  </a:cubicBezTo>
                  <a:close/>
                  <a:moveTo>
                    <a:pt x="1841250" y="876586"/>
                  </a:moveTo>
                  <a:cubicBezTo>
                    <a:pt x="1860109" y="897826"/>
                    <a:pt x="1884588" y="893350"/>
                    <a:pt x="1911068" y="864775"/>
                  </a:cubicBezTo>
                  <a:cubicBezTo>
                    <a:pt x="1999746" y="768953"/>
                    <a:pt x="2042989" y="655130"/>
                    <a:pt x="2045656" y="528352"/>
                  </a:cubicBezTo>
                  <a:cubicBezTo>
                    <a:pt x="2043942" y="397764"/>
                    <a:pt x="2002032" y="285845"/>
                    <a:pt x="1917545" y="190119"/>
                  </a:cubicBezTo>
                  <a:cubicBezTo>
                    <a:pt x="1915164" y="187452"/>
                    <a:pt x="1912783" y="184785"/>
                    <a:pt x="1910306" y="182213"/>
                  </a:cubicBezTo>
                  <a:cubicBezTo>
                    <a:pt x="1886303" y="157258"/>
                    <a:pt x="1859919" y="151829"/>
                    <a:pt x="1842393" y="170593"/>
                  </a:cubicBezTo>
                  <a:cubicBezTo>
                    <a:pt x="1819247" y="195167"/>
                    <a:pt x="1829820" y="217170"/>
                    <a:pt x="1849346" y="239173"/>
                  </a:cubicBezTo>
                  <a:cubicBezTo>
                    <a:pt x="1999936" y="408908"/>
                    <a:pt x="2000508" y="642747"/>
                    <a:pt x="1850394" y="808387"/>
                  </a:cubicBezTo>
                  <a:cubicBezTo>
                    <a:pt x="1830582" y="830294"/>
                    <a:pt x="1818771" y="851249"/>
                    <a:pt x="1841250" y="876586"/>
                  </a:cubicBezTo>
                  <a:close/>
                  <a:moveTo>
                    <a:pt x="1439009" y="3130677"/>
                  </a:moveTo>
                  <a:cubicBezTo>
                    <a:pt x="1439771" y="3156204"/>
                    <a:pt x="1455678" y="3169539"/>
                    <a:pt x="1480062" y="3171063"/>
                  </a:cubicBezTo>
                  <a:cubicBezTo>
                    <a:pt x="1501398" y="3172492"/>
                    <a:pt x="1522829" y="3171349"/>
                    <a:pt x="1544260" y="3171349"/>
                  </a:cubicBezTo>
                  <a:cubicBezTo>
                    <a:pt x="1566834" y="3171349"/>
                    <a:pt x="1589504" y="3172492"/>
                    <a:pt x="1611983" y="3171063"/>
                  </a:cubicBezTo>
                  <a:cubicBezTo>
                    <a:pt x="1636367" y="3169539"/>
                    <a:pt x="1652274" y="3156395"/>
                    <a:pt x="1653036" y="3130677"/>
                  </a:cubicBezTo>
                  <a:cubicBezTo>
                    <a:pt x="1653702" y="3104674"/>
                    <a:pt x="1637605" y="3089815"/>
                    <a:pt x="1613697" y="3088767"/>
                  </a:cubicBezTo>
                  <a:cubicBezTo>
                    <a:pt x="1568644" y="3086767"/>
                    <a:pt x="1523401" y="3086767"/>
                    <a:pt x="1478347" y="3088862"/>
                  </a:cubicBezTo>
                  <a:cubicBezTo>
                    <a:pt x="1454439" y="3089910"/>
                    <a:pt x="1438247" y="3104769"/>
                    <a:pt x="1439009" y="3130677"/>
                  </a:cubicBezTo>
                  <a:close/>
                  <a:moveTo>
                    <a:pt x="1045912" y="521875"/>
                  </a:moveTo>
                  <a:cubicBezTo>
                    <a:pt x="1047817" y="654749"/>
                    <a:pt x="1092299" y="770287"/>
                    <a:pt x="1183167" y="867728"/>
                  </a:cubicBezTo>
                  <a:cubicBezTo>
                    <a:pt x="1202217" y="888111"/>
                    <a:pt x="1222887" y="899255"/>
                    <a:pt x="1248128" y="878872"/>
                  </a:cubicBezTo>
                  <a:cubicBezTo>
                    <a:pt x="1268511" y="862393"/>
                    <a:pt x="1266130" y="836390"/>
                    <a:pt x="1243175" y="810673"/>
                  </a:cubicBezTo>
                  <a:cubicBezTo>
                    <a:pt x="1090680" y="639318"/>
                    <a:pt x="1090394" y="409766"/>
                    <a:pt x="1242508" y="238792"/>
                  </a:cubicBezTo>
                  <a:cubicBezTo>
                    <a:pt x="1244127" y="236982"/>
                    <a:pt x="1245747" y="235267"/>
                    <a:pt x="1247271" y="233458"/>
                  </a:cubicBezTo>
                  <a:cubicBezTo>
                    <a:pt x="1265463" y="212789"/>
                    <a:pt x="1270321" y="189929"/>
                    <a:pt x="1248699" y="170498"/>
                  </a:cubicBezTo>
                  <a:cubicBezTo>
                    <a:pt x="1227459" y="151352"/>
                    <a:pt x="1204980" y="157353"/>
                    <a:pt x="1185930" y="177451"/>
                  </a:cubicBezTo>
                  <a:cubicBezTo>
                    <a:pt x="1094490" y="274034"/>
                    <a:pt x="1048770" y="389287"/>
                    <a:pt x="1045912" y="521875"/>
                  </a:cubicBezTo>
                  <a:close/>
                  <a:moveTo>
                    <a:pt x="817122" y="516541"/>
                  </a:moveTo>
                  <a:cubicBezTo>
                    <a:pt x="818741" y="712280"/>
                    <a:pt x="882654" y="877634"/>
                    <a:pt x="1010098" y="1018222"/>
                  </a:cubicBezTo>
                  <a:cubicBezTo>
                    <a:pt x="1043436" y="1054989"/>
                    <a:pt x="1065248" y="1060799"/>
                    <a:pt x="1087441" y="1039844"/>
                  </a:cubicBezTo>
                  <a:cubicBezTo>
                    <a:pt x="1108968" y="1019461"/>
                    <a:pt x="1103634" y="998315"/>
                    <a:pt x="1070296" y="960882"/>
                  </a:cubicBezTo>
                  <a:cubicBezTo>
                    <a:pt x="921706" y="794099"/>
                    <a:pt x="871986" y="600266"/>
                    <a:pt x="916277" y="382429"/>
                  </a:cubicBezTo>
                  <a:cubicBezTo>
                    <a:pt x="940375" y="264319"/>
                    <a:pt x="997525" y="163068"/>
                    <a:pt x="1080297" y="75724"/>
                  </a:cubicBezTo>
                  <a:cubicBezTo>
                    <a:pt x="1107920" y="46577"/>
                    <a:pt x="1105920" y="7048"/>
                    <a:pt x="1074963" y="1429"/>
                  </a:cubicBezTo>
                  <a:cubicBezTo>
                    <a:pt x="1058104" y="-1715"/>
                    <a:pt x="1032482" y="7906"/>
                    <a:pt x="1020099" y="20669"/>
                  </a:cubicBezTo>
                  <a:cubicBezTo>
                    <a:pt x="885416" y="160401"/>
                    <a:pt x="819979" y="328898"/>
                    <a:pt x="817122" y="516541"/>
                  </a:cubicBezTo>
                  <a:close/>
                  <a:moveTo>
                    <a:pt x="470316" y="2720340"/>
                  </a:moveTo>
                  <a:cubicBezTo>
                    <a:pt x="470412" y="2772632"/>
                    <a:pt x="483175" y="2785396"/>
                    <a:pt x="535848" y="2785396"/>
                  </a:cubicBezTo>
                  <a:cubicBezTo>
                    <a:pt x="1209552" y="2785491"/>
                    <a:pt x="1883350" y="2785491"/>
                    <a:pt x="2557053" y="2785396"/>
                  </a:cubicBezTo>
                  <a:cubicBezTo>
                    <a:pt x="2609155" y="2785396"/>
                    <a:pt x="2621728" y="2772442"/>
                    <a:pt x="2621824" y="2719674"/>
                  </a:cubicBezTo>
                  <a:cubicBezTo>
                    <a:pt x="2621824" y="2293049"/>
                    <a:pt x="2621824" y="1866328"/>
                    <a:pt x="2621728" y="1439704"/>
                  </a:cubicBezTo>
                  <a:cubicBezTo>
                    <a:pt x="2621728" y="1387126"/>
                    <a:pt x="2609536" y="1375124"/>
                    <a:pt x="2556577" y="1375124"/>
                  </a:cubicBezTo>
                  <a:cubicBezTo>
                    <a:pt x="2385508" y="1375029"/>
                    <a:pt x="2214344" y="1375124"/>
                    <a:pt x="2043275" y="1375124"/>
                  </a:cubicBezTo>
                  <a:cubicBezTo>
                    <a:pt x="2033750" y="1375124"/>
                    <a:pt x="2021272" y="1371981"/>
                    <a:pt x="2015367" y="1376743"/>
                  </a:cubicBezTo>
                  <a:cubicBezTo>
                    <a:pt x="2002032" y="1387697"/>
                    <a:pt x="1983267" y="1402366"/>
                    <a:pt x="1982886" y="1415891"/>
                  </a:cubicBezTo>
                  <a:cubicBezTo>
                    <a:pt x="1982601" y="1429417"/>
                    <a:pt x="2000127" y="1445895"/>
                    <a:pt x="2013557" y="1456277"/>
                  </a:cubicBezTo>
                  <a:cubicBezTo>
                    <a:pt x="2021272" y="1462183"/>
                    <a:pt x="2036512" y="1458754"/>
                    <a:pt x="2048323" y="1458754"/>
                  </a:cubicBezTo>
                  <a:cubicBezTo>
                    <a:pt x="2198056" y="1458849"/>
                    <a:pt x="2347789" y="1458849"/>
                    <a:pt x="2497522" y="1458849"/>
                  </a:cubicBezTo>
                  <a:cubicBezTo>
                    <a:pt x="2510000" y="1458849"/>
                    <a:pt x="2522573" y="1458849"/>
                    <a:pt x="2536194" y="1458849"/>
                  </a:cubicBezTo>
                  <a:cubicBezTo>
                    <a:pt x="2536194" y="1874806"/>
                    <a:pt x="2536194" y="2285619"/>
                    <a:pt x="2536194" y="2698909"/>
                  </a:cubicBezTo>
                  <a:cubicBezTo>
                    <a:pt x="1873920" y="2698909"/>
                    <a:pt x="1215172" y="2698909"/>
                    <a:pt x="556613" y="2698909"/>
                  </a:cubicBezTo>
                  <a:cubicBezTo>
                    <a:pt x="556613" y="2284667"/>
                    <a:pt x="556613" y="1872996"/>
                    <a:pt x="556613" y="1458849"/>
                  </a:cubicBezTo>
                  <a:cubicBezTo>
                    <a:pt x="571948" y="1458849"/>
                    <a:pt x="584902" y="1458849"/>
                    <a:pt x="597761" y="1458849"/>
                  </a:cubicBezTo>
                  <a:cubicBezTo>
                    <a:pt x="746351" y="1458849"/>
                    <a:pt x="894846" y="1458849"/>
                    <a:pt x="1043436" y="1458754"/>
                  </a:cubicBezTo>
                  <a:cubicBezTo>
                    <a:pt x="1055247" y="1458754"/>
                    <a:pt x="1070487" y="1462088"/>
                    <a:pt x="1078202" y="1456182"/>
                  </a:cubicBezTo>
                  <a:cubicBezTo>
                    <a:pt x="1091632" y="1445895"/>
                    <a:pt x="1109063" y="1429226"/>
                    <a:pt x="1108682" y="1415796"/>
                  </a:cubicBezTo>
                  <a:cubicBezTo>
                    <a:pt x="1108301" y="1402175"/>
                    <a:pt x="1089442" y="1387602"/>
                    <a:pt x="1076106" y="1376743"/>
                  </a:cubicBezTo>
                  <a:cubicBezTo>
                    <a:pt x="1070201" y="1371981"/>
                    <a:pt x="1057723" y="1375124"/>
                    <a:pt x="1048198" y="1375124"/>
                  </a:cubicBezTo>
                  <a:cubicBezTo>
                    <a:pt x="877129" y="1375124"/>
                    <a:pt x="705965" y="1375029"/>
                    <a:pt x="534896" y="1375124"/>
                  </a:cubicBezTo>
                  <a:cubicBezTo>
                    <a:pt x="482413" y="1375124"/>
                    <a:pt x="470316" y="1387221"/>
                    <a:pt x="470316" y="1440466"/>
                  </a:cubicBezTo>
                  <a:cubicBezTo>
                    <a:pt x="470316" y="1867091"/>
                    <a:pt x="470316" y="2293715"/>
                    <a:pt x="470316" y="2720340"/>
                  </a:cubicBezTo>
                  <a:close/>
                  <a:moveTo>
                    <a:pt x="249717" y="2625852"/>
                  </a:moveTo>
                  <a:cubicBezTo>
                    <a:pt x="252956" y="2649760"/>
                    <a:pt x="265434" y="2665952"/>
                    <a:pt x="291437" y="2665571"/>
                  </a:cubicBezTo>
                  <a:cubicBezTo>
                    <a:pt x="317250" y="2665190"/>
                    <a:pt x="329727" y="2649188"/>
                    <a:pt x="332490" y="2624995"/>
                  </a:cubicBezTo>
                  <a:cubicBezTo>
                    <a:pt x="333728" y="2614422"/>
                    <a:pt x="332966" y="2603659"/>
                    <a:pt x="332966" y="2592991"/>
                  </a:cubicBezTo>
                  <a:cubicBezTo>
                    <a:pt x="332966" y="2206847"/>
                    <a:pt x="332871" y="1820799"/>
                    <a:pt x="333061" y="1434656"/>
                  </a:cubicBezTo>
                  <a:cubicBezTo>
                    <a:pt x="333061" y="1309783"/>
                    <a:pt x="404784" y="1237869"/>
                    <a:pt x="529562" y="1237774"/>
                  </a:cubicBezTo>
                  <a:cubicBezTo>
                    <a:pt x="726729" y="1237583"/>
                    <a:pt x="923897" y="1237774"/>
                    <a:pt x="1121160" y="1237679"/>
                  </a:cubicBezTo>
                  <a:cubicBezTo>
                    <a:pt x="1132971" y="1237679"/>
                    <a:pt x="1147925" y="1241012"/>
                    <a:pt x="1155926" y="1235107"/>
                  </a:cubicBezTo>
                  <a:cubicBezTo>
                    <a:pt x="1169642" y="1225201"/>
                    <a:pt x="1188787" y="1208151"/>
                    <a:pt x="1187549" y="1195959"/>
                  </a:cubicBezTo>
                  <a:cubicBezTo>
                    <a:pt x="1185930" y="1181100"/>
                    <a:pt x="1166975" y="1166622"/>
                    <a:pt x="1152878" y="1155097"/>
                  </a:cubicBezTo>
                  <a:cubicBezTo>
                    <a:pt x="1147163" y="1150334"/>
                    <a:pt x="1134495" y="1153763"/>
                    <a:pt x="1125065" y="1153763"/>
                  </a:cubicBezTo>
                  <a:cubicBezTo>
                    <a:pt x="927897" y="1153668"/>
                    <a:pt x="730635" y="1153573"/>
                    <a:pt x="533467" y="1153763"/>
                  </a:cubicBezTo>
                  <a:cubicBezTo>
                    <a:pt x="358874" y="1153954"/>
                    <a:pt x="249241" y="1263968"/>
                    <a:pt x="249051" y="1439132"/>
                  </a:cubicBezTo>
                  <a:cubicBezTo>
                    <a:pt x="248955" y="1630394"/>
                    <a:pt x="249051" y="1821656"/>
                    <a:pt x="249051" y="2012918"/>
                  </a:cubicBezTo>
                  <a:cubicBezTo>
                    <a:pt x="249051" y="2206562"/>
                    <a:pt x="249051" y="2400205"/>
                    <a:pt x="249051" y="2593848"/>
                  </a:cubicBezTo>
                  <a:cubicBezTo>
                    <a:pt x="249051" y="2604516"/>
                    <a:pt x="248193" y="2615375"/>
                    <a:pt x="249717" y="2625852"/>
                  </a:cubicBezTo>
                  <a:close/>
                  <a:moveTo>
                    <a:pt x="3877" y="3168968"/>
                  </a:moveTo>
                  <a:cubicBezTo>
                    <a:pt x="23880" y="3272314"/>
                    <a:pt x="106176" y="3337084"/>
                    <a:pt x="219618" y="3337084"/>
                  </a:cubicBezTo>
                  <a:cubicBezTo>
                    <a:pt x="961140" y="3337274"/>
                    <a:pt x="1702756" y="3337179"/>
                    <a:pt x="2444277" y="3337179"/>
                  </a:cubicBezTo>
                  <a:cubicBezTo>
                    <a:pt x="2453707" y="3337179"/>
                    <a:pt x="2466185" y="3340322"/>
                    <a:pt x="2472091" y="3335560"/>
                  </a:cubicBezTo>
                  <a:cubicBezTo>
                    <a:pt x="2485616" y="3324701"/>
                    <a:pt x="2504761" y="3309938"/>
                    <a:pt x="2504857" y="3296698"/>
                  </a:cubicBezTo>
                  <a:cubicBezTo>
                    <a:pt x="2504952" y="3283458"/>
                    <a:pt x="2486759" y="3266408"/>
                    <a:pt x="2472567" y="3257836"/>
                  </a:cubicBezTo>
                  <a:cubicBezTo>
                    <a:pt x="2461899" y="3251549"/>
                    <a:pt x="2444754" y="3255740"/>
                    <a:pt x="2430561" y="3255740"/>
                  </a:cubicBezTo>
                  <a:cubicBezTo>
                    <a:pt x="1700851" y="3255645"/>
                    <a:pt x="971236" y="3255740"/>
                    <a:pt x="241526" y="3255455"/>
                  </a:cubicBezTo>
                  <a:cubicBezTo>
                    <a:pt x="221428" y="3255455"/>
                    <a:pt x="200949" y="3254883"/>
                    <a:pt x="181328" y="3251073"/>
                  </a:cubicBezTo>
                  <a:cubicBezTo>
                    <a:pt x="124940" y="3240215"/>
                    <a:pt x="85030" y="3192209"/>
                    <a:pt x="83316" y="3135630"/>
                  </a:cubicBezTo>
                  <a:cubicBezTo>
                    <a:pt x="81506" y="3076480"/>
                    <a:pt x="118368" y="3024474"/>
                    <a:pt x="174565" y="3010757"/>
                  </a:cubicBezTo>
                  <a:cubicBezTo>
                    <a:pt x="193806" y="3006090"/>
                    <a:pt x="214570" y="3006662"/>
                    <a:pt x="234668" y="3006662"/>
                  </a:cubicBezTo>
                  <a:cubicBezTo>
                    <a:pt x="1108110" y="3006471"/>
                    <a:pt x="1981553" y="3006566"/>
                    <a:pt x="2855091" y="3006566"/>
                  </a:cubicBezTo>
                  <a:cubicBezTo>
                    <a:pt x="2866902" y="3006566"/>
                    <a:pt x="2878808" y="3006471"/>
                    <a:pt x="2890714" y="3006947"/>
                  </a:cubicBezTo>
                  <a:cubicBezTo>
                    <a:pt x="2933101" y="3008662"/>
                    <a:pt x="2965771" y="3028283"/>
                    <a:pt x="2988250" y="3063526"/>
                  </a:cubicBezTo>
                  <a:cubicBezTo>
                    <a:pt x="3014063" y="3103817"/>
                    <a:pt x="3015682" y="3146393"/>
                    <a:pt x="2993394" y="3188684"/>
                  </a:cubicBezTo>
                  <a:cubicBezTo>
                    <a:pt x="2969391" y="3234024"/>
                    <a:pt x="2929100" y="3254502"/>
                    <a:pt x="2879379" y="3255264"/>
                  </a:cubicBezTo>
                  <a:cubicBezTo>
                    <a:pt x="2805656" y="3256407"/>
                    <a:pt x="2732028" y="3255931"/>
                    <a:pt x="2658304" y="3255550"/>
                  </a:cubicBezTo>
                  <a:cubicBezTo>
                    <a:pt x="2629825" y="3255455"/>
                    <a:pt x="2607441" y="3263837"/>
                    <a:pt x="2607441" y="3296222"/>
                  </a:cubicBezTo>
                  <a:cubicBezTo>
                    <a:pt x="2607345" y="3328416"/>
                    <a:pt x="2629348" y="3337465"/>
                    <a:pt x="2658019" y="3337274"/>
                  </a:cubicBezTo>
                  <a:cubicBezTo>
                    <a:pt x="2735266" y="3336893"/>
                    <a:pt x="2812514" y="3338322"/>
                    <a:pt x="2889762" y="3336608"/>
                  </a:cubicBezTo>
                  <a:cubicBezTo>
                    <a:pt x="3002824" y="3334226"/>
                    <a:pt x="3092454" y="3241358"/>
                    <a:pt x="3091882" y="3129534"/>
                  </a:cubicBezTo>
                  <a:cubicBezTo>
                    <a:pt x="3091311" y="3017711"/>
                    <a:pt x="3001490" y="2926080"/>
                    <a:pt x="2888714" y="2922556"/>
                  </a:cubicBezTo>
                  <a:cubicBezTo>
                    <a:pt x="2873855" y="2922080"/>
                    <a:pt x="2859091" y="2922461"/>
                    <a:pt x="2842994" y="2922461"/>
                  </a:cubicBezTo>
                  <a:cubicBezTo>
                    <a:pt x="2842994" y="2902268"/>
                    <a:pt x="2842994" y="2887980"/>
                    <a:pt x="2842994" y="2873788"/>
                  </a:cubicBezTo>
                  <a:cubicBezTo>
                    <a:pt x="2842994" y="2394776"/>
                    <a:pt x="2843089" y="1915859"/>
                    <a:pt x="2842994" y="1436846"/>
                  </a:cubicBezTo>
                  <a:cubicBezTo>
                    <a:pt x="2842899" y="1264349"/>
                    <a:pt x="2732409" y="1153954"/>
                    <a:pt x="2559816" y="1153763"/>
                  </a:cubicBezTo>
                  <a:cubicBezTo>
                    <a:pt x="2362553" y="1153573"/>
                    <a:pt x="2165290" y="1153668"/>
                    <a:pt x="1968027" y="1153763"/>
                  </a:cubicBezTo>
                  <a:cubicBezTo>
                    <a:pt x="1957359" y="1153763"/>
                    <a:pt x="1943643" y="1150334"/>
                    <a:pt x="1936595" y="1155573"/>
                  </a:cubicBezTo>
                  <a:cubicBezTo>
                    <a:pt x="1922974" y="1165860"/>
                    <a:pt x="1904401" y="1180814"/>
                    <a:pt x="1904019" y="1194435"/>
                  </a:cubicBezTo>
                  <a:cubicBezTo>
                    <a:pt x="1903543" y="1207865"/>
                    <a:pt x="1920784" y="1225010"/>
                    <a:pt x="1934404" y="1234726"/>
                  </a:cubicBezTo>
                  <a:cubicBezTo>
                    <a:pt x="1943358" y="1241108"/>
                    <a:pt x="1959645" y="1237679"/>
                    <a:pt x="1972695" y="1237679"/>
                  </a:cubicBezTo>
                  <a:cubicBezTo>
                    <a:pt x="2168719" y="1237774"/>
                    <a:pt x="2364839" y="1237583"/>
                    <a:pt x="2560863" y="1237774"/>
                  </a:cubicBezTo>
                  <a:cubicBezTo>
                    <a:pt x="2687832" y="1237869"/>
                    <a:pt x="2758602" y="1309307"/>
                    <a:pt x="2758602" y="1437227"/>
                  </a:cubicBezTo>
                  <a:cubicBezTo>
                    <a:pt x="2758698" y="1918526"/>
                    <a:pt x="2758698" y="2399919"/>
                    <a:pt x="2758698" y="2881217"/>
                  </a:cubicBezTo>
                  <a:cubicBezTo>
                    <a:pt x="2758698" y="2893886"/>
                    <a:pt x="2758698" y="2906649"/>
                    <a:pt x="2758698" y="2920460"/>
                  </a:cubicBezTo>
                  <a:cubicBezTo>
                    <a:pt x="1948501" y="2920460"/>
                    <a:pt x="1142305" y="2920460"/>
                    <a:pt x="332966" y="2920460"/>
                  </a:cubicBezTo>
                  <a:cubicBezTo>
                    <a:pt x="332966" y="2880836"/>
                    <a:pt x="333347" y="2843022"/>
                    <a:pt x="332871" y="2805303"/>
                  </a:cubicBezTo>
                  <a:cubicBezTo>
                    <a:pt x="332394" y="2770251"/>
                    <a:pt x="316392" y="2749582"/>
                    <a:pt x="290103" y="2751582"/>
                  </a:cubicBezTo>
                  <a:cubicBezTo>
                    <a:pt x="258671" y="2754059"/>
                    <a:pt x="249051" y="2775585"/>
                    <a:pt x="249051" y="2803779"/>
                  </a:cubicBezTo>
                  <a:cubicBezTo>
                    <a:pt x="249051" y="2841593"/>
                    <a:pt x="249051" y="2879503"/>
                    <a:pt x="249051" y="2922937"/>
                  </a:cubicBezTo>
                  <a:cubicBezTo>
                    <a:pt x="229143" y="2922937"/>
                    <a:pt x="213808" y="2922270"/>
                    <a:pt x="198663" y="2923032"/>
                  </a:cubicBezTo>
                  <a:cubicBezTo>
                    <a:pt x="70838" y="2929795"/>
                    <a:pt x="-20221" y="3044857"/>
                    <a:pt x="3877" y="31689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9" name="Forme libre : forme 149">
              <a:extLst>
                <a:ext uri="{FF2B5EF4-FFF2-40B4-BE49-F238E27FC236}">
                  <a16:creationId xmlns:a16="http://schemas.microsoft.com/office/drawing/2014/main" id="{E7EC69BA-844C-5C0D-76A7-B2EB2D147CDC}"/>
                </a:ext>
              </a:extLst>
            </p:cNvPr>
            <p:cNvSpPr/>
            <p:nvPr/>
          </p:nvSpPr>
          <p:spPr>
            <a:xfrm>
              <a:off x="6903805" y="3669768"/>
              <a:ext cx="1371326" cy="2169182"/>
            </a:xfrm>
            <a:custGeom>
              <a:avLst/>
              <a:gdLst>
                <a:gd name="connsiteX0" fmla="*/ 499035 w 1371326"/>
                <a:gd name="connsiteY0" fmla="*/ 269004 h 2169182"/>
                <a:gd name="connsiteX1" fmla="*/ 686106 w 1371326"/>
                <a:gd name="connsiteY1" fmla="*/ 456837 h 2169182"/>
                <a:gd name="connsiteX2" fmla="*/ 872414 w 1371326"/>
                <a:gd name="connsiteY2" fmla="*/ 268147 h 2169182"/>
                <a:gd name="connsiteX3" fmla="*/ 687153 w 1371326"/>
                <a:gd name="connsiteY3" fmla="*/ 82028 h 2169182"/>
                <a:gd name="connsiteX4" fmla="*/ 499035 w 1371326"/>
                <a:gd name="connsiteY4" fmla="*/ 269004 h 2169182"/>
                <a:gd name="connsiteX5" fmla="*/ 257385 w 1371326"/>
                <a:gd name="connsiteY5" fmla="*/ 1665845 h 2169182"/>
                <a:gd name="connsiteX6" fmla="*/ 624860 w 1371326"/>
                <a:gd name="connsiteY6" fmla="*/ 1321802 h 2169182"/>
                <a:gd name="connsiteX7" fmla="*/ 436836 w 1371326"/>
                <a:gd name="connsiteY7" fmla="*/ 1146066 h 2169182"/>
                <a:gd name="connsiteX8" fmla="*/ 251670 w 1371326"/>
                <a:gd name="connsiteY8" fmla="*/ 1662797 h 2169182"/>
                <a:gd name="connsiteX9" fmla="*/ 257385 w 1371326"/>
                <a:gd name="connsiteY9" fmla="*/ 1665845 h 2169182"/>
                <a:gd name="connsiteX10" fmla="*/ 68028 w 1371326"/>
                <a:gd name="connsiteY10" fmla="*/ 2156192 h 2169182"/>
                <a:gd name="connsiteX11" fmla="*/ 20022 w 1371326"/>
                <a:gd name="connsiteY11" fmla="*/ 2161526 h 2169182"/>
                <a:gd name="connsiteX12" fmla="*/ 4878 w 1371326"/>
                <a:gd name="connsiteY12" fmla="*/ 2106186 h 2169182"/>
                <a:gd name="connsiteX13" fmla="*/ 91269 w 1371326"/>
                <a:gd name="connsiteY13" fmla="*/ 1865013 h 2169182"/>
                <a:gd name="connsiteX14" fmla="*/ 562471 w 1371326"/>
                <a:gd name="connsiteY14" fmla="*/ 548277 h 2169182"/>
                <a:gd name="connsiteX15" fmla="*/ 571806 w 1371326"/>
                <a:gd name="connsiteY15" fmla="*/ 518845 h 2169182"/>
                <a:gd name="connsiteX16" fmla="*/ 429407 w 1371326"/>
                <a:gd name="connsiteY16" fmla="*/ 183850 h 2169182"/>
                <a:gd name="connsiteX17" fmla="*/ 690773 w 1371326"/>
                <a:gd name="connsiteY17" fmla="*/ 18 h 2169182"/>
                <a:gd name="connsiteX18" fmla="*/ 943662 w 1371326"/>
                <a:gd name="connsiteY18" fmla="*/ 190042 h 2169182"/>
                <a:gd name="connsiteX19" fmla="*/ 798977 w 1371326"/>
                <a:gd name="connsiteY19" fmla="*/ 518940 h 2169182"/>
                <a:gd name="connsiteX20" fmla="*/ 916706 w 1371326"/>
                <a:gd name="connsiteY20" fmla="*/ 849267 h 2169182"/>
                <a:gd name="connsiteX21" fmla="*/ 1360666 w 1371326"/>
                <a:gd name="connsiteY21" fmla="*/ 2088755 h 2169182"/>
                <a:gd name="connsiteX22" fmla="*/ 1366381 w 1371326"/>
                <a:gd name="connsiteY22" fmla="*/ 2105614 h 2169182"/>
                <a:gd name="connsiteX23" fmla="*/ 1342854 w 1371326"/>
                <a:gd name="connsiteY23" fmla="*/ 2166670 h 2169182"/>
                <a:gd name="connsiteX24" fmla="*/ 1288752 w 1371326"/>
                <a:gd name="connsiteY24" fmla="*/ 2133808 h 2169182"/>
                <a:gd name="connsiteX25" fmla="*/ 1194741 w 1371326"/>
                <a:gd name="connsiteY25" fmla="*/ 1872633 h 2169182"/>
                <a:gd name="connsiteX26" fmla="*/ 1171785 w 1371326"/>
                <a:gd name="connsiteY26" fmla="*/ 1833676 h 2169182"/>
                <a:gd name="connsiteX27" fmla="*/ 698012 w 1371326"/>
                <a:gd name="connsiteY27" fmla="*/ 1390668 h 2169182"/>
                <a:gd name="connsiteX28" fmla="*/ 684486 w 1371326"/>
                <a:gd name="connsiteY28" fmla="*/ 1380762 h 2169182"/>
                <a:gd name="connsiteX29" fmla="*/ 626955 w 1371326"/>
                <a:gd name="connsiteY29" fmla="*/ 1433816 h 2169182"/>
                <a:gd name="connsiteX30" fmla="*/ 205474 w 1371326"/>
                <a:gd name="connsiteY30" fmla="*/ 1828532 h 2169182"/>
                <a:gd name="connsiteX31" fmla="*/ 177185 w 1371326"/>
                <a:gd name="connsiteY31" fmla="*/ 1872157 h 2169182"/>
                <a:gd name="connsiteX32" fmla="*/ 86411 w 1371326"/>
                <a:gd name="connsiteY32" fmla="*/ 2123045 h 2169182"/>
                <a:gd name="connsiteX33" fmla="*/ 68028 w 1371326"/>
                <a:gd name="connsiteY33" fmla="*/ 2156192 h 2169182"/>
                <a:gd name="connsiteX34" fmla="*/ 1115302 w 1371326"/>
                <a:gd name="connsiteY34" fmla="*/ 1666607 h 2169182"/>
                <a:gd name="connsiteX35" fmla="*/ 1120160 w 1371326"/>
                <a:gd name="connsiteY35" fmla="*/ 1663750 h 2169182"/>
                <a:gd name="connsiteX36" fmla="*/ 934803 w 1371326"/>
                <a:gd name="connsiteY36" fmla="*/ 1146256 h 2169182"/>
                <a:gd name="connsiteX37" fmla="*/ 746875 w 1371326"/>
                <a:gd name="connsiteY37" fmla="*/ 1321897 h 2169182"/>
                <a:gd name="connsiteX38" fmla="*/ 1115302 w 1371326"/>
                <a:gd name="connsiteY38" fmla="*/ 1666607 h 2169182"/>
                <a:gd name="connsiteX39" fmla="*/ 891750 w 1371326"/>
                <a:gd name="connsiteY39" fmla="*/ 1070723 h 2169182"/>
                <a:gd name="connsiteX40" fmla="*/ 893560 w 1371326"/>
                <a:gd name="connsiteY40" fmla="*/ 1033195 h 2169182"/>
                <a:gd name="connsiteX41" fmla="*/ 738398 w 1371326"/>
                <a:gd name="connsiteY41" fmla="*/ 598093 h 2169182"/>
                <a:gd name="connsiteX42" fmla="*/ 653816 w 1371326"/>
                <a:gd name="connsiteY42" fmla="*/ 540276 h 2169182"/>
                <a:gd name="connsiteX43" fmla="*/ 475127 w 1371326"/>
                <a:gd name="connsiteY43" fmla="*/ 1040243 h 2169182"/>
                <a:gd name="connsiteX44" fmla="*/ 480080 w 1371326"/>
                <a:gd name="connsiteY44" fmla="*/ 1071295 h 2169182"/>
                <a:gd name="connsiteX45" fmla="*/ 685915 w 1371326"/>
                <a:gd name="connsiteY45" fmla="*/ 1265224 h 2169182"/>
                <a:gd name="connsiteX46" fmla="*/ 891750 w 1371326"/>
                <a:gd name="connsiteY46" fmla="*/ 1070723 h 216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371326" h="2169182">
                  <a:moveTo>
                    <a:pt x="499035" y="269004"/>
                  </a:moveTo>
                  <a:cubicBezTo>
                    <a:pt x="498939" y="373303"/>
                    <a:pt x="582283" y="456932"/>
                    <a:pt x="686106" y="456837"/>
                  </a:cubicBezTo>
                  <a:cubicBezTo>
                    <a:pt x="789833" y="456646"/>
                    <a:pt x="872891" y="372541"/>
                    <a:pt x="872414" y="268147"/>
                  </a:cubicBezTo>
                  <a:cubicBezTo>
                    <a:pt x="872034" y="165372"/>
                    <a:pt x="790023" y="83076"/>
                    <a:pt x="687153" y="82028"/>
                  </a:cubicBezTo>
                  <a:cubicBezTo>
                    <a:pt x="583331" y="81076"/>
                    <a:pt x="499225" y="164705"/>
                    <a:pt x="499035" y="269004"/>
                  </a:cubicBezTo>
                  <a:close/>
                  <a:moveTo>
                    <a:pt x="257385" y="1665845"/>
                  </a:moveTo>
                  <a:cubicBezTo>
                    <a:pt x="379115" y="1551831"/>
                    <a:pt x="500940" y="1437817"/>
                    <a:pt x="624860" y="1321802"/>
                  </a:cubicBezTo>
                  <a:cubicBezTo>
                    <a:pt x="561519" y="1262557"/>
                    <a:pt x="500749" y="1205883"/>
                    <a:pt x="436836" y="1146066"/>
                  </a:cubicBezTo>
                  <a:cubicBezTo>
                    <a:pt x="373686" y="1322278"/>
                    <a:pt x="312630" y="1492585"/>
                    <a:pt x="251670" y="1662797"/>
                  </a:cubicBezTo>
                  <a:cubicBezTo>
                    <a:pt x="253575" y="1663845"/>
                    <a:pt x="255480" y="1664893"/>
                    <a:pt x="257385" y="1665845"/>
                  </a:cubicBezTo>
                  <a:close/>
                  <a:moveTo>
                    <a:pt x="68028" y="2156192"/>
                  </a:moveTo>
                  <a:cubicBezTo>
                    <a:pt x="54122" y="2162955"/>
                    <a:pt x="33262" y="2167146"/>
                    <a:pt x="20022" y="2161526"/>
                  </a:cubicBezTo>
                  <a:cubicBezTo>
                    <a:pt x="-3314" y="2151620"/>
                    <a:pt x="-3123" y="2128474"/>
                    <a:pt x="4878" y="2106186"/>
                  </a:cubicBezTo>
                  <a:cubicBezTo>
                    <a:pt x="33833" y="2025795"/>
                    <a:pt x="62504" y="1945404"/>
                    <a:pt x="91269" y="1865013"/>
                  </a:cubicBezTo>
                  <a:cubicBezTo>
                    <a:pt x="248432" y="1426101"/>
                    <a:pt x="405499" y="987189"/>
                    <a:pt x="562471" y="548277"/>
                  </a:cubicBezTo>
                  <a:cubicBezTo>
                    <a:pt x="565995" y="538466"/>
                    <a:pt x="568853" y="528274"/>
                    <a:pt x="571806" y="518845"/>
                  </a:cubicBezTo>
                  <a:cubicBezTo>
                    <a:pt x="431121" y="415022"/>
                    <a:pt x="386925" y="310247"/>
                    <a:pt x="429407" y="183850"/>
                  </a:cubicBezTo>
                  <a:cubicBezTo>
                    <a:pt x="466935" y="72313"/>
                    <a:pt x="571520" y="-1316"/>
                    <a:pt x="690773" y="18"/>
                  </a:cubicBezTo>
                  <a:cubicBezTo>
                    <a:pt x="806787" y="1351"/>
                    <a:pt x="908800" y="78028"/>
                    <a:pt x="943662" y="190042"/>
                  </a:cubicBezTo>
                  <a:cubicBezTo>
                    <a:pt x="982809" y="316153"/>
                    <a:pt x="937185" y="421118"/>
                    <a:pt x="798977" y="518940"/>
                  </a:cubicBezTo>
                  <a:cubicBezTo>
                    <a:pt x="838029" y="628573"/>
                    <a:pt x="877177" y="738967"/>
                    <a:pt x="916706" y="849267"/>
                  </a:cubicBezTo>
                  <a:cubicBezTo>
                    <a:pt x="1064629" y="1262461"/>
                    <a:pt x="1212647" y="1675561"/>
                    <a:pt x="1360666" y="2088755"/>
                  </a:cubicBezTo>
                  <a:cubicBezTo>
                    <a:pt x="1362666" y="2094280"/>
                    <a:pt x="1364286" y="2100090"/>
                    <a:pt x="1366381" y="2105614"/>
                  </a:cubicBezTo>
                  <a:cubicBezTo>
                    <a:pt x="1376478" y="2132951"/>
                    <a:pt x="1372287" y="2157049"/>
                    <a:pt x="1342854" y="2166670"/>
                  </a:cubicBezTo>
                  <a:cubicBezTo>
                    <a:pt x="1315518" y="2175623"/>
                    <a:pt x="1297896" y="2159716"/>
                    <a:pt x="1288752" y="2133808"/>
                  </a:cubicBezTo>
                  <a:cubicBezTo>
                    <a:pt x="1257605" y="2046655"/>
                    <a:pt x="1226649" y="1959501"/>
                    <a:pt x="1194741" y="1872633"/>
                  </a:cubicBezTo>
                  <a:cubicBezTo>
                    <a:pt x="1189597" y="1858631"/>
                    <a:pt x="1182453" y="1843677"/>
                    <a:pt x="1171785" y="1833676"/>
                  </a:cubicBezTo>
                  <a:cubicBezTo>
                    <a:pt x="1014337" y="1685562"/>
                    <a:pt x="856127" y="1538115"/>
                    <a:pt x="698012" y="1390668"/>
                  </a:cubicBezTo>
                  <a:cubicBezTo>
                    <a:pt x="694678" y="1387525"/>
                    <a:pt x="690582" y="1385239"/>
                    <a:pt x="684486" y="1380762"/>
                  </a:cubicBezTo>
                  <a:cubicBezTo>
                    <a:pt x="665055" y="1398669"/>
                    <a:pt x="645910" y="1416100"/>
                    <a:pt x="626955" y="1433816"/>
                  </a:cubicBezTo>
                  <a:cubicBezTo>
                    <a:pt x="486366" y="1565261"/>
                    <a:pt x="345491" y="1696421"/>
                    <a:pt x="205474" y="1828532"/>
                  </a:cubicBezTo>
                  <a:cubicBezTo>
                    <a:pt x="193187" y="1840153"/>
                    <a:pt x="183090" y="1856155"/>
                    <a:pt x="177185" y="1872157"/>
                  </a:cubicBezTo>
                  <a:cubicBezTo>
                    <a:pt x="146038" y="1955500"/>
                    <a:pt x="116891" y="2039511"/>
                    <a:pt x="86411" y="2123045"/>
                  </a:cubicBezTo>
                  <a:cubicBezTo>
                    <a:pt x="82030" y="2135142"/>
                    <a:pt x="77363" y="2151620"/>
                    <a:pt x="68028" y="2156192"/>
                  </a:cubicBezTo>
                  <a:close/>
                  <a:moveTo>
                    <a:pt x="1115302" y="1666607"/>
                  </a:moveTo>
                  <a:cubicBezTo>
                    <a:pt x="1116921" y="1665655"/>
                    <a:pt x="1118541" y="1664702"/>
                    <a:pt x="1120160" y="1663750"/>
                  </a:cubicBezTo>
                  <a:cubicBezTo>
                    <a:pt x="1058914" y="1492681"/>
                    <a:pt x="997573" y="1321516"/>
                    <a:pt x="934803" y="1146256"/>
                  </a:cubicBezTo>
                  <a:cubicBezTo>
                    <a:pt x="870319" y="1206454"/>
                    <a:pt x="809264" y="1263509"/>
                    <a:pt x="746875" y="1321897"/>
                  </a:cubicBezTo>
                  <a:cubicBezTo>
                    <a:pt x="871557" y="1438579"/>
                    <a:pt x="993477" y="1552593"/>
                    <a:pt x="1115302" y="1666607"/>
                  </a:cubicBezTo>
                  <a:close/>
                  <a:moveTo>
                    <a:pt x="891750" y="1070723"/>
                  </a:moveTo>
                  <a:cubicBezTo>
                    <a:pt x="898418" y="1064246"/>
                    <a:pt x="897465" y="1044529"/>
                    <a:pt x="893560" y="1033195"/>
                  </a:cubicBezTo>
                  <a:cubicBezTo>
                    <a:pt x="842506" y="887938"/>
                    <a:pt x="790309" y="743063"/>
                    <a:pt x="738398" y="598093"/>
                  </a:cubicBezTo>
                  <a:cubicBezTo>
                    <a:pt x="717919" y="541038"/>
                    <a:pt x="717824" y="541133"/>
                    <a:pt x="653816" y="540276"/>
                  </a:cubicBezTo>
                  <a:cubicBezTo>
                    <a:pt x="593618" y="708011"/>
                    <a:pt x="533801" y="873937"/>
                    <a:pt x="475127" y="1040243"/>
                  </a:cubicBezTo>
                  <a:cubicBezTo>
                    <a:pt x="471983" y="1049197"/>
                    <a:pt x="473889" y="1065389"/>
                    <a:pt x="480080" y="1071295"/>
                  </a:cubicBezTo>
                  <a:cubicBezTo>
                    <a:pt x="547326" y="1136160"/>
                    <a:pt x="615906" y="1199692"/>
                    <a:pt x="685915" y="1265224"/>
                  </a:cubicBezTo>
                  <a:cubicBezTo>
                    <a:pt x="756114" y="1199406"/>
                    <a:pt x="824885" y="1136065"/>
                    <a:pt x="891750" y="10707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0" name="Forme libre : forme 150">
              <a:extLst>
                <a:ext uri="{FF2B5EF4-FFF2-40B4-BE49-F238E27FC236}">
                  <a16:creationId xmlns:a16="http://schemas.microsoft.com/office/drawing/2014/main" id="{400B035C-0915-A572-ECB5-B02912834E9D}"/>
                </a:ext>
              </a:extLst>
            </p:cNvPr>
            <p:cNvSpPr/>
            <p:nvPr/>
          </p:nvSpPr>
          <p:spPr>
            <a:xfrm>
              <a:off x="8034457" y="3415373"/>
              <a:ext cx="283070" cy="1044787"/>
            </a:xfrm>
            <a:custGeom>
              <a:avLst/>
              <a:gdLst>
                <a:gd name="connsiteX0" fmla="*/ 65613 w 283070"/>
                <a:gd name="connsiteY0" fmla="*/ 1041940 h 1044787"/>
                <a:gd name="connsiteX1" fmla="*/ 15417 w 283070"/>
                <a:gd name="connsiteY1" fmla="*/ 1038320 h 1044787"/>
                <a:gd name="connsiteX2" fmla="*/ 7892 w 283070"/>
                <a:gd name="connsiteY2" fmla="*/ 988028 h 1044787"/>
                <a:gd name="connsiteX3" fmla="*/ 25608 w 283070"/>
                <a:gd name="connsiteY3" fmla="*/ 966502 h 1044787"/>
                <a:gd name="connsiteX4" fmla="*/ 23132 w 283070"/>
                <a:gd name="connsiteY4" fmla="*/ 78677 h 1044787"/>
                <a:gd name="connsiteX5" fmla="*/ 7892 w 283070"/>
                <a:gd name="connsiteY5" fmla="*/ 16669 h 1044787"/>
                <a:gd name="connsiteX6" fmla="*/ 53517 w 283070"/>
                <a:gd name="connsiteY6" fmla="*/ 0 h 1044787"/>
                <a:gd name="connsiteX7" fmla="*/ 83711 w 283070"/>
                <a:gd name="connsiteY7" fmla="*/ 22479 h 1044787"/>
                <a:gd name="connsiteX8" fmla="*/ 283069 w 283070"/>
                <a:gd name="connsiteY8" fmla="*/ 576072 h 1044787"/>
                <a:gd name="connsiteX9" fmla="*/ 91140 w 283070"/>
                <a:gd name="connsiteY9" fmla="*/ 1018032 h 1044787"/>
                <a:gd name="connsiteX10" fmla="*/ 65613 w 283070"/>
                <a:gd name="connsiteY10" fmla="*/ 1041940 h 1044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3070" h="1044787">
                  <a:moveTo>
                    <a:pt x="65613" y="1041940"/>
                  </a:moveTo>
                  <a:cubicBezTo>
                    <a:pt x="49135" y="1045178"/>
                    <a:pt x="25037" y="1047464"/>
                    <a:pt x="15417" y="1038320"/>
                  </a:cubicBezTo>
                  <a:cubicBezTo>
                    <a:pt x="5511" y="1028986"/>
                    <a:pt x="7130" y="1005173"/>
                    <a:pt x="7892" y="988028"/>
                  </a:cubicBezTo>
                  <a:cubicBezTo>
                    <a:pt x="8273" y="980504"/>
                    <a:pt x="19227" y="973455"/>
                    <a:pt x="25608" y="966502"/>
                  </a:cubicBezTo>
                  <a:cubicBezTo>
                    <a:pt x="260495" y="711137"/>
                    <a:pt x="259638" y="334518"/>
                    <a:pt x="23132" y="78677"/>
                  </a:cubicBezTo>
                  <a:cubicBezTo>
                    <a:pt x="5796" y="59912"/>
                    <a:pt x="-10015" y="39624"/>
                    <a:pt x="7892" y="16669"/>
                  </a:cubicBezTo>
                  <a:cubicBezTo>
                    <a:pt x="16560" y="5525"/>
                    <a:pt x="37896" y="0"/>
                    <a:pt x="53517" y="0"/>
                  </a:cubicBezTo>
                  <a:cubicBezTo>
                    <a:pt x="63613" y="0"/>
                    <a:pt x="74852" y="13335"/>
                    <a:pt x="83711" y="22479"/>
                  </a:cubicBezTo>
                  <a:cubicBezTo>
                    <a:pt x="212203" y="155448"/>
                    <a:pt x="283450" y="335661"/>
                    <a:pt x="283069" y="576072"/>
                  </a:cubicBezTo>
                  <a:cubicBezTo>
                    <a:pt x="281164" y="714089"/>
                    <a:pt x="217632" y="878396"/>
                    <a:pt x="91140" y="1018032"/>
                  </a:cubicBezTo>
                  <a:cubicBezTo>
                    <a:pt x="83139" y="1026795"/>
                    <a:pt x="75329" y="1040035"/>
                    <a:pt x="65613" y="10419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1" name="Forme libre : forme 151">
              <a:extLst>
                <a:ext uri="{FF2B5EF4-FFF2-40B4-BE49-F238E27FC236}">
                  <a16:creationId xmlns:a16="http://schemas.microsoft.com/office/drawing/2014/main" id="{33ACE7B6-72A1-3C4E-1650-ACA0547D94D8}"/>
                </a:ext>
              </a:extLst>
            </p:cNvPr>
            <p:cNvSpPr/>
            <p:nvPr/>
          </p:nvSpPr>
          <p:spPr>
            <a:xfrm>
              <a:off x="6043746" y="4568034"/>
              <a:ext cx="3091884" cy="2185535"/>
            </a:xfrm>
            <a:custGeom>
              <a:avLst/>
              <a:gdLst>
                <a:gd name="connsiteX0" fmla="*/ 83316 w 3091884"/>
                <a:gd name="connsiteY0" fmla="*/ 1982969 h 2185535"/>
                <a:gd name="connsiteX1" fmla="*/ 181328 w 3091884"/>
                <a:gd name="connsiteY1" fmla="*/ 2098412 h 2185535"/>
                <a:gd name="connsiteX2" fmla="*/ 241526 w 3091884"/>
                <a:gd name="connsiteY2" fmla="*/ 2102794 h 2185535"/>
                <a:gd name="connsiteX3" fmla="*/ 2430561 w 3091884"/>
                <a:gd name="connsiteY3" fmla="*/ 2103079 h 2185535"/>
                <a:gd name="connsiteX4" fmla="*/ 2472567 w 3091884"/>
                <a:gd name="connsiteY4" fmla="*/ 2105175 h 2185535"/>
                <a:gd name="connsiteX5" fmla="*/ 2504857 w 3091884"/>
                <a:gd name="connsiteY5" fmla="*/ 2144037 h 2185535"/>
                <a:gd name="connsiteX6" fmla="*/ 2472091 w 3091884"/>
                <a:gd name="connsiteY6" fmla="*/ 2182899 h 2185535"/>
                <a:gd name="connsiteX7" fmla="*/ 2444277 w 3091884"/>
                <a:gd name="connsiteY7" fmla="*/ 2184518 h 2185535"/>
                <a:gd name="connsiteX8" fmla="*/ 219618 w 3091884"/>
                <a:gd name="connsiteY8" fmla="*/ 2184423 h 2185535"/>
                <a:gd name="connsiteX9" fmla="*/ 3877 w 3091884"/>
                <a:gd name="connsiteY9" fmla="*/ 2016306 h 2185535"/>
                <a:gd name="connsiteX10" fmla="*/ 198663 w 3091884"/>
                <a:gd name="connsiteY10" fmla="*/ 1770371 h 2185535"/>
                <a:gd name="connsiteX11" fmla="*/ 249051 w 3091884"/>
                <a:gd name="connsiteY11" fmla="*/ 1770276 h 2185535"/>
                <a:gd name="connsiteX12" fmla="*/ 249051 w 3091884"/>
                <a:gd name="connsiteY12" fmla="*/ 1651118 h 2185535"/>
                <a:gd name="connsiteX13" fmla="*/ 290103 w 3091884"/>
                <a:gd name="connsiteY13" fmla="*/ 1598921 h 2185535"/>
                <a:gd name="connsiteX14" fmla="*/ 332871 w 3091884"/>
                <a:gd name="connsiteY14" fmla="*/ 1652642 h 2185535"/>
                <a:gd name="connsiteX15" fmla="*/ 332966 w 3091884"/>
                <a:gd name="connsiteY15" fmla="*/ 1767799 h 2185535"/>
                <a:gd name="connsiteX16" fmla="*/ 2758698 w 3091884"/>
                <a:gd name="connsiteY16" fmla="*/ 1767799 h 2185535"/>
                <a:gd name="connsiteX17" fmla="*/ 2758698 w 3091884"/>
                <a:gd name="connsiteY17" fmla="*/ 1728556 h 2185535"/>
                <a:gd name="connsiteX18" fmla="*/ 2758602 w 3091884"/>
                <a:gd name="connsiteY18" fmla="*/ 284566 h 2185535"/>
                <a:gd name="connsiteX19" fmla="*/ 2560863 w 3091884"/>
                <a:gd name="connsiteY19" fmla="*/ 85113 h 2185535"/>
                <a:gd name="connsiteX20" fmla="*/ 1972695 w 3091884"/>
                <a:gd name="connsiteY20" fmla="*/ 85017 h 2185535"/>
                <a:gd name="connsiteX21" fmla="*/ 1934404 w 3091884"/>
                <a:gd name="connsiteY21" fmla="*/ 82065 h 2185535"/>
                <a:gd name="connsiteX22" fmla="*/ 1904019 w 3091884"/>
                <a:gd name="connsiteY22" fmla="*/ 41774 h 2185535"/>
                <a:gd name="connsiteX23" fmla="*/ 1936595 w 3091884"/>
                <a:gd name="connsiteY23" fmla="*/ 2912 h 2185535"/>
                <a:gd name="connsiteX24" fmla="*/ 1968027 w 3091884"/>
                <a:gd name="connsiteY24" fmla="*/ 1102 h 2185535"/>
                <a:gd name="connsiteX25" fmla="*/ 2559816 w 3091884"/>
                <a:gd name="connsiteY25" fmla="*/ 1102 h 2185535"/>
                <a:gd name="connsiteX26" fmla="*/ 2842994 w 3091884"/>
                <a:gd name="connsiteY26" fmla="*/ 284185 h 2185535"/>
                <a:gd name="connsiteX27" fmla="*/ 2842994 w 3091884"/>
                <a:gd name="connsiteY27" fmla="*/ 1721127 h 2185535"/>
                <a:gd name="connsiteX28" fmla="*/ 2842994 w 3091884"/>
                <a:gd name="connsiteY28" fmla="*/ 1769799 h 2185535"/>
                <a:gd name="connsiteX29" fmla="*/ 2888714 w 3091884"/>
                <a:gd name="connsiteY29" fmla="*/ 1769895 h 2185535"/>
                <a:gd name="connsiteX30" fmla="*/ 3091882 w 3091884"/>
                <a:gd name="connsiteY30" fmla="*/ 1976873 h 2185535"/>
                <a:gd name="connsiteX31" fmla="*/ 2889762 w 3091884"/>
                <a:gd name="connsiteY31" fmla="*/ 2183946 h 2185535"/>
                <a:gd name="connsiteX32" fmla="*/ 2658019 w 3091884"/>
                <a:gd name="connsiteY32" fmla="*/ 2184613 h 2185535"/>
                <a:gd name="connsiteX33" fmla="*/ 2607441 w 3091884"/>
                <a:gd name="connsiteY33" fmla="*/ 2143561 h 2185535"/>
                <a:gd name="connsiteX34" fmla="*/ 2658304 w 3091884"/>
                <a:gd name="connsiteY34" fmla="*/ 2102889 h 2185535"/>
                <a:gd name="connsiteX35" fmla="*/ 2879379 w 3091884"/>
                <a:gd name="connsiteY35" fmla="*/ 2102603 h 2185535"/>
                <a:gd name="connsiteX36" fmla="*/ 2993394 w 3091884"/>
                <a:gd name="connsiteY36" fmla="*/ 2036023 h 2185535"/>
                <a:gd name="connsiteX37" fmla="*/ 2988250 w 3091884"/>
                <a:gd name="connsiteY37" fmla="*/ 1910865 h 2185535"/>
                <a:gd name="connsiteX38" fmla="*/ 2890714 w 3091884"/>
                <a:gd name="connsiteY38" fmla="*/ 1854286 h 2185535"/>
                <a:gd name="connsiteX39" fmla="*/ 2855091 w 3091884"/>
                <a:gd name="connsiteY39" fmla="*/ 1853905 h 2185535"/>
                <a:gd name="connsiteX40" fmla="*/ 234668 w 3091884"/>
                <a:gd name="connsiteY40" fmla="*/ 1854000 h 2185535"/>
                <a:gd name="connsiteX41" fmla="*/ 174565 w 3091884"/>
                <a:gd name="connsiteY41" fmla="*/ 1858096 h 2185535"/>
                <a:gd name="connsiteX42" fmla="*/ 83316 w 3091884"/>
                <a:gd name="connsiteY42" fmla="*/ 1982969 h 2185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091884" h="2185535">
                  <a:moveTo>
                    <a:pt x="83316" y="1982969"/>
                  </a:moveTo>
                  <a:cubicBezTo>
                    <a:pt x="85030" y="2039547"/>
                    <a:pt x="124940" y="2087553"/>
                    <a:pt x="181328" y="2098412"/>
                  </a:cubicBezTo>
                  <a:cubicBezTo>
                    <a:pt x="200949" y="2102222"/>
                    <a:pt x="221428" y="2102794"/>
                    <a:pt x="241526" y="2102794"/>
                  </a:cubicBezTo>
                  <a:cubicBezTo>
                    <a:pt x="971236" y="2103079"/>
                    <a:pt x="1700851" y="2102984"/>
                    <a:pt x="2430561" y="2103079"/>
                  </a:cubicBezTo>
                  <a:cubicBezTo>
                    <a:pt x="2444754" y="2103079"/>
                    <a:pt x="2461899" y="2098888"/>
                    <a:pt x="2472567" y="2105175"/>
                  </a:cubicBezTo>
                  <a:cubicBezTo>
                    <a:pt x="2486759" y="2113747"/>
                    <a:pt x="2504952" y="2130797"/>
                    <a:pt x="2504857" y="2144037"/>
                  </a:cubicBezTo>
                  <a:cubicBezTo>
                    <a:pt x="2504761" y="2157277"/>
                    <a:pt x="2485616" y="2172040"/>
                    <a:pt x="2472091" y="2182899"/>
                  </a:cubicBezTo>
                  <a:cubicBezTo>
                    <a:pt x="2466185" y="2187661"/>
                    <a:pt x="2453707" y="2184518"/>
                    <a:pt x="2444277" y="2184518"/>
                  </a:cubicBezTo>
                  <a:cubicBezTo>
                    <a:pt x="1702756" y="2184518"/>
                    <a:pt x="961140" y="2184613"/>
                    <a:pt x="219618" y="2184423"/>
                  </a:cubicBezTo>
                  <a:cubicBezTo>
                    <a:pt x="106176" y="2184423"/>
                    <a:pt x="23880" y="2119653"/>
                    <a:pt x="3877" y="2016306"/>
                  </a:cubicBezTo>
                  <a:cubicBezTo>
                    <a:pt x="-20221" y="1892196"/>
                    <a:pt x="70838" y="1777134"/>
                    <a:pt x="198663" y="1770371"/>
                  </a:cubicBezTo>
                  <a:cubicBezTo>
                    <a:pt x="213808" y="1769609"/>
                    <a:pt x="229143" y="1770276"/>
                    <a:pt x="249051" y="1770276"/>
                  </a:cubicBezTo>
                  <a:cubicBezTo>
                    <a:pt x="249051" y="1726842"/>
                    <a:pt x="249051" y="1688932"/>
                    <a:pt x="249051" y="1651118"/>
                  </a:cubicBezTo>
                  <a:cubicBezTo>
                    <a:pt x="249051" y="1622924"/>
                    <a:pt x="258671" y="1601397"/>
                    <a:pt x="290103" y="1598921"/>
                  </a:cubicBezTo>
                  <a:cubicBezTo>
                    <a:pt x="316392" y="1596921"/>
                    <a:pt x="332394" y="1617590"/>
                    <a:pt x="332871" y="1652642"/>
                  </a:cubicBezTo>
                  <a:cubicBezTo>
                    <a:pt x="333347" y="1690361"/>
                    <a:pt x="332966" y="1728175"/>
                    <a:pt x="332966" y="1767799"/>
                  </a:cubicBezTo>
                  <a:cubicBezTo>
                    <a:pt x="1142305" y="1767799"/>
                    <a:pt x="1948501" y="1767799"/>
                    <a:pt x="2758698" y="1767799"/>
                  </a:cubicBezTo>
                  <a:cubicBezTo>
                    <a:pt x="2758698" y="1753988"/>
                    <a:pt x="2758698" y="1741224"/>
                    <a:pt x="2758698" y="1728556"/>
                  </a:cubicBezTo>
                  <a:cubicBezTo>
                    <a:pt x="2758698" y="1247258"/>
                    <a:pt x="2758698" y="765864"/>
                    <a:pt x="2758602" y="284566"/>
                  </a:cubicBezTo>
                  <a:cubicBezTo>
                    <a:pt x="2758602" y="156645"/>
                    <a:pt x="2687832" y="85208"/>
                    <a:pt x="2560863" y="85113"/>
                  </a:cubicBezTo>
                  <a:cubicBezTo>
                    <a:pt x="2364839" y="84922"/>
                    <a:pt x="2168719" y="85113"/>
                    <a:pt x="1972695" y="85017"/>
                  </a:cubicBezTo>
                  <a:cubicBezTo>
                    <a:pt x="1959645" y="85017"/>
                    <a:pt x="1943358" y="88446"/>
                    <a:pt x="1934404" y="82065"/>
                  </a:cubicBezTo>
                  <a:cubicBezTo>
                    <a:pt x="1920784" y="72349"/>
                    <a:pt x="1903543" y="55204"/>
                    <a:pt x="1904019" y="41774"/>
                  </a:cubicBezTo>
                  <a:cubicBezTo>
                    <a:pt x="1904401" y="28153"/>
                    <a:pt x="1922974" y="13199"/>
                    <a:pt x="1936595" y="2912"/>
                  </a:cubicBezTo>
                  <a:cubicBezTo>
                    <a:pt x="1943643" y="-2327"/>
                    <a:pt x="1957359" y="1102"/>
                    <a:pt x="1968027" y="1102"/>
                  </a:cubicBezTo>
                  <a:cubicBezTo>
                    <a:pt x="2165290" y="1007"/>
                    <a:pt x="2362553" y="912"/>
                    <a:pt x="2559816" y="1102"/>
                  </a:cubicBezTo>
                  <a:cubicBezTo>
                    <a:pt x="2732409" y="1293"/>
                    <a:pt x="2842899" y="111687"/>
                    <a:pt x="2842994" y="284185"/>
                  </a:cubicBezTo>
                  <a:cubicBezTo>
                    <a:pt x="2843089" y="763197"/>
                    <a:pt x="2842994" y="1242114"/>
                    <a:pt x="2842994" y="1721127"/>
                  </a:cubicBezTo>
                  <a:cubicBezTo>
                    <a:pt x="2842994" y="1735319"/>
                    <a:pt x="2842994" y="1749606"/>
                    <a:pt x="2842994" y="1769799"/>
                  </a:cubicBezTo>
                  <a:cubicBezTo>
                    <a:pt x="2859091" y="1769799"/>
                    <a:pt x="2873855" y="1769419"/>
                    <a:pt x="2888714" y="1769895"/>
                  </a:cubicBezTo>
                  <a:cubicBezTo>
                    <a:pt x="3001490" y="1773419"/>
                    <a:pt x="3091311" y="1865049"/>
                    <a:pt x="3091882" y="1976873"/>
                  </a:cubicBezTo>
                  <a:cubicBezTo>
                    <a:pt x="3092454" y="2088696"/>
                    <a:pt x="3002824" y="2181565"/>
                    <a:pt x="2889762" y="2183946"/>
                  </a:cubicBezTo>
                  <a:cubicBezTo>
                    <a:pt x="2812514" y="2185661"/>
                    <a:pt x="2735266" y="2184232"/>
                    <a:pt x="2658019" y="2184613"/>
                  </a:cubicBezTo>
                  <a:cubicBezTo>
                    <a:pt x="2629348" y="2184804"/>
                    <a:pt x="2607345" y="2175755"/>
                    <a:pt x="2607441" y="2143561"/>
                  </a:cubicBezTo>
                  <a:cubicBezTo>
                    <a:pt x="2607441" y="2111175"/>
                    <a:pt x="2629825" y="2102794"/>
                    <a:pt x="2658304" y="2102889"/>
                  </a:cubicBezTo>
                  <a:cubicBezTo>
                    <a:pt x="2732028" y="2103270"/>
                    <a:pt x="2805656" y="2103746"/>
                    <a:pt x="2879379" y="2102603"/>
                  </a:cubicBezTo>
                  <a:cubicBezTo>
                    <a:pt x="2929100" y="2101841"/>
                    <a:pt x="2969391" y="2081362"/>
                    <a:pt x="2993394" y="2036023"/>
                  </a:cubicBezTo>
                  <a:cubicBezTo>
                    <a:pt x="3015682" y="1993732"/>
                    <a:pt x="3014063" y="1951155"/>
                    <a:pt x="2988250" y="1910865"/>
                  </a:cubicBezTo>
                  <a:cubicBezTo>
                    <a:pt x="2965771" y="1875622"/>
                    <a:pt x="2933101" y="1856001"/>
                    <a:pt x="2890714" y="1854286"/>
                  </a:cubicBezTo>
                  <a:cubicBezTo>
                    <a:pt x="2878808" y="1853810"/>
                    <a:pt x="2866902" y="1853905"/>
                    <a:pt x="2855091" y="1853905"/>
                  </a:cubicBezTo>
                  <a:cubicBezTo>
                    <a:pt x="1981553" y="1853905"/>
                    <a:pt x="1108110" y="1853810"/>
                    <a:pt x="234668" y="1854000"/>
                  </a:cubicBezTo>
                  <a:cubicBezTo>
                    <a:pt x="214570" y="1854000"/>
                    <a:pt x="193806" y="1853429"/>
                    <a:pt x="174565" y="1858096"/>
                  </a:cubicBezTo>
                  <a:cubicBezTo>
                    <a:pt x="118368" y="1871812"/>
                    <a:pt x="81506" y="1923819"/>
                    <a:pt x="83316" y="19829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2" name="Forme libre : forme 152">
              <a:extLst>
                <a:ext uri="{FF2B5EF4-FFF2-40B4-BE49-F238E27FC236}">
                  <a16:creationId xmlns:a16="http://schemas.microsoft.com/office/drawing/2014/main" id="{F0B193A9-78A7-2ED2-88DB-ACF5F64EEBB8}"/>
                </a:ext>
              </a:extLst>
            </p:cNvPr>
            <p:cNvSpPr/>
            <p:nvPr/>
          </p:nvSpPr>
          <p:spPr>
            <a:xfrm>
              <a:off x="7872780" y="3574762"/>
              <a:ext cx="216621" cy="730470"/>
            </a:xfrm>
            <a:custGeom>
              <a:avLst/>
              <a:gdLst>
                <a:gd name="connsiteX0" fmla="*/ 13358 w 216621"/>
                <a:gd name="connsiteY0" fmla="*/ 11204 h 730470"/>
                <a:gd name="connsiteX1" fmla="*/ 81272 w 216621"/>
                <a:gd name="connsiteY1" fmla="*/ 22824 h 730470"/>
                <a:gd name="connsiteX2" fmla="*/ 88511 w 216621"/>
                <a:gd name="connsiteY2" fmla="*/ 30730 h 730470"/>
                <a:gd name="connsiteX3" fmla="*/ 216622 w 216621"/>
                <a:gd name="connsiteY3" fmla="*/ 368963 h 730470"/>
                <a:gd name="connsiteX4" fmla="*/ 82034 w 216621"/>
                <a:gd name="connsiteY4" fmla="*/ 705386 h 730470"/>
                <a:gd name="connsiteX5" fmla="*/ 12216 w 216621"/>
                <a:gd name="connsiteY5" fmla="*/ 717197 h 730470"/>
                <a:gd name="connsiteX6" fmla="*/ 21359 w 216621"/>
                <a:gd name="connsiteY6" fmla="*/ 648998 h 730470"/>
                <a:gd name="connsiteX7" fmla="*/ 20312 w 216621"/>
                <a:gd name="connsiteY7" fmla="*/ 79784 h 730470"/>
                <a:gd name="connsiteX8" fmla="*/ 13358 w 216621"/>
                <a:gd name="connsiteY8" fmla="*/ 11204 h 73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621" h="730470">
                  <a:moveTo>
                    <a:pt x="13358" y="11204"/>
                  </a:moveTo>
                  <a:cubicBezTo>
                    <a:pt x="30884" y="-7561"/>
                    <a:pt x="57269" y="-2131"/>
                    <a:pt x="81272" y="22824"/>
                  </a:cubicBezTo>
                  <a:cubicBezTo>
                    <a:pt x="83748" y="25396"/>
                    <a:pt x="86130" y="28063"/>
                    <a:pt x="88511" y="30730"/>
                  </a:cubicBezTo>
                  <a:cubicBezTo>
                    <a:pt x="172998" y="126456"/>
                    <a:pt x="214908" y="238375"/>
                    <a:pt x="216622" y="368963"/>
                  </a:cubicBezTo>
                  <a:cubicBezTo>
                    <a:pt x="213955" y="495740"/>
                    <a:pt x="170712" y="609564"/>
                    <a:pt x="82034" y="705386"/>
                  </a:cubicBezTo>
                  <a:cubicBezTo>
                    <a:pt x="55554" y="733961"/>
                    <a:pt x="31075" y="738437"/>
                    <a:pt x="12216" y="717197"/>
                  </a:cubicBezTo>
                  <a:cubicBezTo>
                    <a:pt x="-10263" y="691860"/>
                    <a:pt x="1548" y="670905"/>
                    <a:pt x="21359" y="648998"/>
                  </a:cubicBezTo>
                  <a:cubicBezTo>
                    <a:pt x="171474" y="483358"/>
                    <a:pt x="170902" y="249519"/>
                    <a:pt x="20312" y="79784"/>
                  </a:cubicBezTo>
                  <a:cubicBezTo>
                    <a:pt x="785" y="57781"/>
                    <a:pt x="-9787" y="35778"/>
                    <a:pt x="13358" y="11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3" name="Forme libre : forme 153">
              <a:extLst>
                <a:ext uri="{FF2B5EF4-FFF2-40B4-BE49-F238E27FC236}">
                  <a16:creationId xmlns:a16="http://schemas.microsoft.com/office/drawing/2014/main" id="{704ACF73-EFF1-06F6-4418-CBA721867EA6}"/>
                </a:ext>
              </a:extLst>
            </p:cNvPr>
            <p:cNvSpPr/>
            <p:nvPr/>
          </p:nvSpPr>
          <p:spPr>
            <a:xfrm>
              <a:off x="7482729" y="6502652"/>
              <a:ext cx="214072" cy="84503"/>
            </a:xfrm>
            <a:custGeom>
              <a:avLst/>
              <a:gdLst>
                <a:gd name="connsiteX0" fmla="*/ 39364 w 214072"/>
                <a:gd name="connsiteY0" fmla="*/ 1584 h 84503"/>
                <a:gd name="connsiteX1" fmla="*/ 174714 w 214072"/>
                <a:gd name="connsiteY1" fmla="*/ 1489 h 84503"/>
                <a:gd name="connsiteX2" fmla="*/ 214052 w 214072"/>
                <a:gd name="connsiteY2" fmla="*/ 43399 h 84503"/>
                <a:gd name="connsiteX3" fmla="*/ 173000 w 214072"/>
                <a:gd name="connsiteY3" fmla="*/ 83785 h 84503"/>
                <a:gd name="connsiteX4" fmla="*/ 105277 w 214072"/>
                <a:gd name="connsiteY4" fmla="*/ 84070 h 84503"/>
                <a:gd name="connsiteX5" fmla="*/ 41079 w 214072"/>
                <a:gd name="connsiteY5" fmla="*/ 83785 h 84503"/>
                <a:gd name="connsiteX6" fmla="*/ 26 w 214072"/>
                <a:gd name="connsiteY6" fmla="*/ 43399 h 84503"/>
                <a:gd name="connsiteX7" fmla="*/ 39364 w 214072"/>
                <a:gd name="connsiteY7" fmla="*/ 1584 h 8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4072" h="84503">
                  <a:moveTo>
                    <a:pt x="39364" y="1584"/>
                  </a:moveTo>
                  <a:cubicBezTo>
                    <a:pt x="84417" y="-512"/>
                    <a:pt x="129661" y="-512"/>
                    <a:pt x="174714" y="1489"/>
                  </a:cubicBezTo>
                  <a:cubicBezTo>
                    <a:pt x="198622" y="2536"/>
                    <a:pt x="214719" y="17395"/>
                    <a:pt x="214052" y="43399"/>
                  </a:cubicBezTo>
                  <a:cubicBezTo>
                    <a:pt x="213291" y="69116"/>
                    <a:pt x="197384" y="82260"/>
                    <a:pt x="173000" y="83785"/>
                  </a:cubicBezTo>
                  <a:cubicBezTo>
                    <a:pt x="150521" y="85213"/>
                    <a:pt x="127851" y="84070"/>
                    <a:pt x="105277" y="84070"/>
                  </a:cubicBezTo>
                  <a:cubicBezTo>
                    <a:pt x="83846" y="84070"/>
                    <a:pt x="62415" y="85213"/>
                    <a:pt x="41079" y="83785"/>
                  </a:cubicBezTo>
                  <a:cubicBezTo>
                    <a:pt x="16695" y="82260"/>
                    <a:pt x="788" y="68926"/>
                    <a:pt x="26" y="43399"/>
                  </a:cubicBezTo>
                  <a:cubicBezTo>
                    <a:pt x="-736" y="17491"/>
                    <a:pt x="15456" y="2632"/>
                    <a:pt x="39364" y="15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4" name="Forme libre : forme 154">
              <a:extLst>
                <a:ext uri="{FF2B5EF4-FFF2-40B4-BE49-F238E27FC236}">
                  <a16:creationId xmlns:a16="http://schemas.microsoft.com/office/drawing/2014/main" id="{92C16C61-8F5A-467B-514A-64CED054CCA4}"/>
                </a:ext>
              </a:extLst>
            </p:cNvPr>
            <p:cNvSpPr/>
            <p:nvPr/>
          </p:nvSpPr>
          <p:spPr>
            <a:xfrm>
              <a:off x="7089658" y="3574236"/>
              <a:ext cx="217095" cy="730815"/>
            </a:xfrm>
            <a:custGeom>
              <a:avLst/>
              <a:gdLst>
                <a:gd name="connsiteX0" fmla="*/ 140017 w 217095"/>
                <a:gd name="connsiteY0" fmla="*/ 18588 h 730815"/>
                <a:gd name="connsiteX1" fmla="*/ 202787 w 217095"/>
                <a:gd name="connsiteY1" fmla="*/ 11634 h 730815"/>
                <a:gd name="connsiteX2" fmla="*/ 201359 w 217095"/>
                <a:gd name="connsiteY2" fmla="*/ 74595 h 730815"/>
                <a:gd name="connsiteX3" fmla="*/ 196596 w 217095"/>
                <a:gd name="connsiteY3" fmla="*/ 79929 h 730815"/>
                <a:gd name="connsiteX4" fmla="*/ 197263 w 217095"/>
                <a:gd name="connsiteY4" fmla="*/ 651810 h 730815"/>
                <a:gd name="connsiteX5" fmla="*/ 202216 w 217095"/>
                <a:gd name="connsiteY5" fmla="*/ 720009 h 730815"/>
                <a:gd name="connsiteX6" fmla="*/ 137255 w 217095"/>
                <a:gd name="connsiteY6" fmla="*/ 708864 h 730815"/>
                <a:gd name="connsiteX7" fmla="*/ 0 w 217095"/>
                <a:gd name="connsiteY7" fmla="*/ 363012 h 730815"/>
                <a:gd name="connsiteX8" fmla="*/ 140017 w 217095"/>
                <a:gd name="connsiteY8" fmla="*/ 18588 h 730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095" h="730815">
                  <a:moveTo>
                    <a:pt x="140017" y="18588"/>
                  </a:moveTo>
                  <a:cubicBezTo>
                    <a:pt x="159067" y="-1510"/>
                    <a:pt x="181546" y="-7511"/>
                    <a:pt x="202787" y="11634"/>
                  </a:cubicBezTo>
                  <a:cubicBezTo>
                    <a:pt x="224409" y="31065"/>
                    <a:pt x="219551" y="53925"/>
                    <a:pt x="201359" y="74595"/>
                  </a:cubicBezTo>
                  <a:cubicBezTo>
                    <a:pt x="199834" y="76404"/>
                    <a:pt x="198215" y="78119"/>
                    <a:pt x="196596" y="79929"/>
                  </a:cubicBezTo>
                  <a:cubicBezTo>
                    <a:pt x="44482" y="250902"/>
                    <a:pt x="44767" y="480455"/>
                    <a:pt x="197263" y="651810"/>
                  </a:cubicBezTo>
                  <a:cubicBezTo>
                    <a:pt x="220218" y="677527"/>
                    <a:pt x="222599" y="703530"/>
                    <a:pt x="202216" y="720009"/>
                  </a:cubicBezTo>
                  <a:cubicBezTo>
                    <a:pt x="176975" y="740392"/>
                    <a:pt x="156305" y="729248"/>
                    <a:pt x="137255" y="708864"/>
                  </a:cubicBezTo>
                  <a:cubicBezTo>
                    <a:pt x="46387" y="611424"/>
                    <a:pt x="1905" y="495885"/>
                    <a:pt x="0" y="363012"/>
                  </a:cubicBezTo>
                  <a:cubicBezTo>
                    <a:pt x="2858" y="230424"/>
                    <a:pt x="48578" y="115171"/>
                    <a:pt x="140017" y="185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5" name="Forme libre : forme 155">
              <a:extLst>
                <a:ext uri="{FF2B5EF4-FFF2-40B4-BE49-F238E27FC236}">
                  <a16:creationId xmlns:a16="http://schemas.microsoft.com/office/drawing/2014/main" id="{9FABB906-0FDA-9525-B8CD-B11D72B780C6}"/>
                </a:ext>
              </a:extLst>
            </p:cNvPr>
            <p:cNvSpPr/>
            <p:nvPr/>
          </p:nvSpPr>
          <p:spPr>
            <a:xfrm>
              <a:off x="6292556" y="4567942"/>
              <a:ext cx="938795" cy="1513008"/>
            </a:xfrm>
            <a:custGeom>
              <a:avLst/>
              <a:gdLst>
                <a:gd name="connsiteX0" fmla="*/ 83679 w 938795"/>
                <a:gd name="connsiteY0" fmla="*/ 1472426 h 1513008"/>
                <a:gd name="connsiteX1" fmla="*/ 42627 w 938795"/>
                <a:gd name="connsiteY1" fmla="*/ 1513002 h 1513008"/>
                <a:gd name="connsiteX2" fmla="*/ 907 w 938795"/>
                <a:gd name="connsiteY2" fmla="*/ 1473283 h 1513008"/>
                <a:gd name="connsiteX3" fmla="*/ 240 w 938795"/>
                <a:gd name="connsiteY3" fmla="*/ 1441279 h 1513008"/>
                <a:gd name="connsiteX4" fmla="*/ 240 w 938795"/>
                <a:gd name="connsiteY4" fmla="*/ 860349 h 1513008"/>
                <a:gd name="connsiteX5" fmla="*/ 240 w 938795"/>
                <a:gd name="connsiteY5" fmla="*/ 286563 h 1513008"/>
                <a:gd name="connsiteX6" fmla="*/ 284657 w 938795"/>
                <a:gd name="connsiteY6" fmla="*/ 1194 h 1513008"/>
                <a:gd name="connsiteX7" fmla="*/ 876255 w 938795"/>
                <a:gd name="connsiteY7" fmla="*/ 1194 h 1513008"/>
                <a:gd name="connsiteX8" fmla="*/ 904068 w 938795"/>
                <a:gd name="connsiteY8" fmla="*/ 2528 h 1513008"/>
                <a:gd name="connsiteX9" fmla="*/ 938739 w 938795"/>
                <a:gd name="connsiteY9" fmla="*/ 43390 h 1513008"/>
                <a:gd name="connsiteX10" fmla="*/ 907116 w 938795"/>
                <a:gd name="connsiteY10" fmla="*/ 82538 h 1513008"/>
                <a:gd name="connsiteX11" fmla="*/ 872349 w 938795"/>
                <a:gd name="connsiteY11" fmla="*/ 85110 h 1513008"/>
                <a:gd name="connsiteX12" fmla="*/ 280751 w 938795"/>
                <a:gd name="connsiteY12" fmla="*/ 85205 h 1513008"/>
                <a:gd name="connsiteX13" fmla="*/ 84251 w 938795"/>
                <a:gd name="connsiteY13" fmla="*/ 282086 h 1513008"/>
                <a:gd name="connsiteX14" fmla="*/ 84156 w 938795"/>
                <a:gd name="connsiteY14" fmla="*/ 1440422 h 1513008"/>
                <a:gd name="connsiteX15" fmla="*/ 83679 w 938795"/>
                <a:gd name="connsiteY15" fmla="*/ 1472426 h 151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8795" h="1513008">
                  <a:moveTo>
                    <a:pt x="83679" y="1472426"/>
                  </a:moveTo>
                  <a:cubicBezTo>
                    <a:pt x="80917" y="1496619"/>
                    <a:pt x="68439" y="1512621"/>
                    <a:pt x="42627" y="1513002"/>
                  </a:cubicBezTo>
                  <a:cubicBezTo>
                    <a:pt x="16623" y="1513383"/>
                    <a:pt x="4146" y="1497191"/>
                    <a:pt x="907" y="1473283"/>
                  </a:cubicBezTo>
                  <a:cubicBezTo>
                    <a:pt x="-617" y="1462806"/>
                    <a:pt x="240" y="1451947"/>
                    <a:pt x="240" y="1441279"/>
                  </a:cubicBezTo>
                  <a:cubicBezTo>
                    <a:pt x="240" y="1247636"/>
                    <a:pt x="240" y="1053992"/>
                    <a:pt x="240" y="860349"/>
                  </a:cubicBezTo>
                  <a:cubicBezTo>
                    <a:pt x="240" y="669087"/>
                    <a:pt x="145" y="477825"/>
                    <a:pt x="240" y="286563"/>
                  </a:cubicBezTo>
                  <a:cubicBezTo>
                    <a:pt x="431" y="111398"/>
                    <a:pt x="110064" y="1385"/>
                    <a:pt x="284657" y="1194"/>
                  </a:cubicBezTo>
                  <a:cubicBezTo>
                    <a:pt x="481824" y="1004"/>
                    <a:pt x="679087" y="1099"/>
                    <a:pt x="876255" y="1194"/>
                  </a:cubicBezTo>
                  <a:cubicBezTo>
                    <a:pt x="885684" y="1194"/>
                    <a:pt x="898353" y="-2235"/>
                    <a:pt x="904068" y="2528"/>
                  </a:cubicBezTo>
                  <a:cubicBezTo>
                    <a:pt x="918165" y="14053"/>
                    <a:pt x="937119" y="28531"/>
                    <a:pt x="938739" y="43390"/>
                  </a:cubicBezTo>
                  <a:cubicBezTo>
                    <a:pt x="939977" y="55582"/>
                    <a:pt x="920832" y="72632"/>
                    <a:pt x="907116" y="82538"/>
                  </a:cubicBezTo>
                  <a:cubicBezTo>
                    <a:pt x="899115" y="88443"/>
                    <a:pt x="884160" y="85110"/>
                    <a:pt x="872349" y="85110"/>
                  </a:cubicBezTo>
                  <a:cubicBezTo>
                    <a:pt x="675087" y="85205"/>
                    <a:pt x="477919" y="85014"/>
                    <a:pt x="280751" y="85205"/>
                  </a:cubicBezTo>
                  <a:cubicBezTo>
                    <a:pt x="155974" y="85300"/>
                    <a:pt x="84251" y="157214"/>
                    <a:pt x="84251" y="282086"/>
                  </a:cubicBezTo>
                  <a:cubicBezTo>
                    <a:pt x="84060" y="668230"/>
                    <a:pt x="84156" y="1054278"/>
                    <a:pt x="84156" y="1440422"/>
                  </a:cubicBezTo>
                  <a:cubicBezTo>
                    <a:pt x="84156" y="1451090"/>
                    <a:pt x="84918" y="1461853"/>
                    <a:pt x="83679" y="14724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6" name="Forme libre : forme 156">
              <a:extLst>
                <a:ext uri="{FF2B5EF4-FFF2-40B4-BE49-F238E27FC236}">
                  <a16:creationId xmlns:a16="http://schemas.microsoft.com/office/drawing/2014/main" id="{D78A9C68-8237-6BAD-94A5-D9CB4AA7F625}"/>
                </a:ext>
              </a:extLst>
            </p:cNvPr>
            <p:cNvSpPr/>
            <p:nvPr/>
          </p:nvSpPr>
          <p:spPr>
            <a:xfrm>
              <a:off x="6514062" y="4789480"/>
              <a:ext cx="2151507" cy="1411360"/>
            </a:xfrm>
            <a:custGeom>
              <a:avLst/>
              <a:gdLst>
                <a:gd name="connsiteX0" fmla="*/ 577882 w 2151507"/>
                <a:gd name="connsiteY0" fmla="*/ 1018 h 1411360"/>
                <a:gd name="connsiteX1" fmla="*/ 605790 w 2151507"/>
                <a:gd name="connsiteY1" fmla="*/ 2637 h 1411360"/>
                <a:gd name="connsiteX2" fmla="*/ 638365 w 2151507"/>
                <a:gd name="connsiteY2" fmla="*/ 41689 h 1411360"/>
                <a:gd name="connsiteX3" fmla="*/ 607885 w 2151507"/>
                <a:gd name="connsiteY3" fmla="*/ 82075 h 1411360"/>
                <a:gd name="connsiteX4" fmla="*/ 573119 w 2151507"/>
                <a:gd name="connsiteY4" fmla="*/ 84647 h 1411360"/>
                <a:gd name="connsiteX5" fmla="*/ 127444 w 2151507"/>
                <a:gd name="connsiteY5" fmla="*/ 84742 h 1411360"/>
                <a:gd name="connsiteX6" fmla="*/ 86296 w 2151507"/>
                <a:gd name="connsiteY6" fmla="*/ 84742 h 1411360"/>
                <a:gd name="connsiteX7" fmla="*/ 86296 w 2151507"/>
                <a:gd name="connsiteY7" fmla="*/ 1324802 h 1411360"/>
                <a:gd name="connsiteX8" fmla="*/ 2065877 w 2151507"/>
                <a:gd name="connsiteY8" fmla="*/ 1324802 h 1411360"/>
                <a:gd name="connsiteX9" fmla="*/ 2065877 w 2151507"/>
                <a:gd name="connsiteY9" fmla="*/ 84742 h 1411360"/>
                <a:gd name="connsiteX10" fmla="*/ 2027206 w 2151507"/>
                <a:gd name="connsiteY10" fmla="*/ 84742 h 1411360"/>
                <a:gd name="connsiteX11" fmla="*/ 1578007 w 2151507"/>
                <a:gd name="connsiteY11" fmla="*/ 84647 h 1411360"/>
                <a:gd name="connsiteX12" fmla="*/ 1543240 w 2151507"/>
                <a:gd name="connsiteY12" fmla="*/ 82171 h 1411360"/>
                <a:gd name="connsiteX13" fmla="*/ 1512570 w 2151507"/>
                <a:gd name="connsiteY13" fmla="*/ 41785 h 1411360"/>
                <a:gd name="connsiteX14" fmla="*/ 1545050 w 2151507"/>
                <a:gd name="connsiteY14" fmla="*/ 2637 h 1411360"/>
                <a:gd name="connsiteX15" fmla="*/ 1572958 w 2151507"/>
                <a:gd name="connsiteY15" fmla="*/ 1018 h 1411360"/>
                <a:gd name="connsiteX16" fmla="*/ 2086261 w 2151507"/>
                <a:gd name="connsiteY16" fmla="*/ 1018 h 1411360"/>
                <a:gd name="connsiteX17" fmla="*/ 2151412 w 2151507"/>
                <a:gd name="connsiteY17" fmla="*/ 65597 h 1411360"/>
                <a:gd name="connsiteX18" fmla="*/ 2151507 w 2151507"/>
                <a:gd name="connsiteY18" fmla="*/ 1345567 h 1411360"/>
                <a:gd name="connsiteX19" fmla="*/ 2086737 w 2151507"/>
                <a:gd name="connsiteY19" fmla="*/ 1411289 h 1411360"/>
                <a:gd name="connsiteX20" fmla="*/ 65532 w 2151507"/>
                <a:gd name="connsiteY20" fmla="*/ 1411289 h 1411360"/>
                <a:gd name="connsiteX21" fmla="*/ 0 w 2151507"/>
                <a:gd name="connsiteY21" fmla="*/ 1346233 h 1411360"/>
                <a:gd name="connsiteX22" fmla="*/ 0 w 2151507"/>
                <a:gd name="connsiteY22" fmla="*/ 66359 h 1411360"/>
                <a:gd name="connsiteX23" fmla="*/ 64579 w 2151507"/>
                <a:gd name="connsiteY23" fmla="*/ 1018 h 1411360"/>
                <a:gd name="connsiteX24" fmla="*/ 577882 w 2151507"/>
                <a:gd name="connsiteY24" fmla="*/ 1018 h 141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51507" h="1411360">
                  <a:moveTo>
                    <a:pt x="577882" y="1018"/>
                  </a:moveTo>
                  <a:cubicBezTo>
                    <a:pt x="587407" y="1018"/>
                    <a:pt x="599884" y="-2126"/>
                    <a:pt x="605790" y="2637"/>
                  </a:cubicBezTo>
                  <a:cubicBezTo>
                    <a:pt x="619125" y="13495"/>
                    <a:pt x="637984" y="28069"/>
                    <a:pt x="638365" y="41689"/>
                  </a:cubicBezTo>
                  <a:cubicBezTo>
                    <a:pt x="638747" y="55120"/>
                    <a:pt x="621316" y="71788"/>
                    <a:pt x="607885" y="82075"/>
                  </a:cubicBezTo>
                  <a:cubicBezTo>
                    <a:pt x="600170" y="87981"/>
                    <a:pt x="584930" y="84647"/>
                    <a:pt x="573119" y="84647"/>
                  </a:cubicBezTo>
                  <a:cubicBezTo>
                    <a:pt x="424529" y="84742"/>
                    <a:pt x="276034" y="84742"/>
                    <a:pt x="127444" y="84742"/>
                  </a:cubicBezTo>
                  <a:cubicBezTo>
                    <a:pt x="114586" y="84742"/>
                    <a:pt x="101632" y="84742"/>
                    <a:pt x="86296" y="84742"/>
                  </a:cubicBezTo>
                  <a:cubicBezTo>
                    <a:pt x="86296" y="498889"/>
                    <a:pt x="86296" y="910560"/>
                    <a:pt x="86296" y="1324802"/>
                  </a:cubicBezTo>
                  <a:cubicBezTo>
                    <a:pt x="744855" y="1324802"/>
                    <a:pt x="1403604" y="1324802"/>
                    <a:pt x="2065877" y="1324802"/>
                  </a:cubicBezTo>
                  <a:cubicBezTo>
                    <a:pt x="2065877" y="911512"/>
                    <a:pt x="2065877" y="500699"/>
                    <a:pt x="2065877" y="84742"/>
                  </a:cubicBezTo>
                  <a:cubicBezTo>
                    <a:pt x="2052256" y="84742"/>
                    <a:pt x="2039683" y="84742"/>
                    <a:pt x="2027206" y="84742"/>
                  </a:cubicBezTo>
                  <a:cubicBezTo>
                    <a:pt x="1877473" y="84742"/>
                    <a:pt x="1727740" y="84742"/>
                    <a:pt x="1578007" y="84647"/>
                  </a:cubicBezTo>
                  <a:cubicBezTo>
                    <a:pt x="1566196" y="84647"/>
                    <a:pt x="1550956" y="88076"/>
                    <a:pt x="1543240" y="82171"/>
                  </a:cubicBezTo>
                  <a:cubicBezTo>
                    <a:pt x="1529810" y="71788"/>
                    <a:pt x="1512284" y="55310"/>
                    <a:pt x="1512570" y="41785"/>
                  </a:cubicBezTo>
                  <a:cubicBezTo>
                    <a:pt x="1512951" y="28259"/>
                    <a:pt x="1531715" y="13591"/>
                    <a:pt x="1545050" y="2637"/>
                  </a:cubicBezTo>
                  <a:cubicBezTo>
                    <a:pt x="1550956" y="-2126"/>
                    <a:pt x="1563433" y="1018"/>
                    <a:pt x="1572958" y="1018"/>
                  </a:cubicBezTo>
                  <a:cubicBezTo>
                    <a:pt x="1744028" y="1018"/>
                    <a:pt x="1915192" y="922"/>
                    <a:pt x="2086261" y="1018"/>
                  </a:cubicBezTo>
                  <a:cubicBezTo>
                    <a:pt x="2139220" y="1018"/>
                    <a:pt x="2151412" y="13019"/>
                    <a:pt x="2151412" y="65597"/>
                  </a:cubicBezTo>
                  <a:cubicBezTo>
                    <a:pt x="2151507" y="492222"/>
                    <a:pt x="2151507" y="918942"/>
                    <a:pt x="2151507" y="1345567"/>
                  </a:cubicBezTo>
                  <a:cubicBezTo>
                    <a:pt x="2151412" y="1398335"/>
                    <a:pt x="2138839" y="1411289"/>
                    <a:pt x="2086737" y="1411289"/>
                  </a:cubicBezTo>
                  <a:cubicBezTo>
                    <a:pt x="1413034" y="1411384"/>
                    <a:pt x="739235" y="1411384"/>
                    <a:pt x="65532" y="1411289"/>
                  </a:cubicBezTo>
                  <a:cubicBezTo>
                    <a:pt x="12859" y="1411289"/>
                    <a:pt x="95" y="1398526"/>
                    <a:pt x="0" y="1346233"/>
                  </a:cubicBezTo>
                  <a:cubicBezTo>
                    <a:pt x="0" y="919609"/>
                    <a:pt x="0" y="492984"/>
                    <a:pt x="0" y="66359"/>
                  </a:cubicBezTo>
                  <a:cubicBezTo>
                    <a:pt x="0" y="13114"/>
                    <a:pt x="12097" y="1018"/>
                    <a:pt x="64579" y="1018"/>
                  </a:cubicBezTo>
                  <a:cubicBezTo>
                    <a:pt x="235648" y="922"/>
                    <a:pt x="406813" y="1018"/>
                    <a:pt x="577882" y="10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7" name="Forme libre : forme 157">
              <a:extLst>
                <a:ext uri="{FF2B5EF4-FFF2-40B4-BE49-F238E27FC236}">
                  <a16:creationId xmlns:a16="http://schemas.microsoft.com/office/drawing/2014/main" id="{D6DA92CE-0CB3-40A5-CE6F-7E96CB93D287}"/>
                </a:ext>
              </a:extLst>
            </p:cNvPr>
            <p:cNvSpPr/>
            <p:nvPr/>
          </p:nvSpPr>
          <p:spPr>
            <a:xfrm>
              <a:off x="6860867" y="3416202"/>
              <a:ext cx="283185" cy="1051079"/>
            </a:xfrm>
            <a:custGeom>
              <a:avLst/>
              <a:gdLst>
                <a:gd name="connsiteX0" fmla="*/ 270320 w 283185"/>
                <a:gd name="connsiteY0" fmla="*/ 1039015 h 1051079"/>
                <a:gd name="connsiteX1" fmla="*/ 192977 w 283185"/>
                <a:gd name="connsiteY1" fmla="*/ 1017394 h 1051079"/>
                <a:gd name="connsiteX2" fmla="*/ 0 w 283185"/>
                <a:gd name="connsiteY2" fmla="*/ 515712 h 1051079"/>
                <a:gd name="connsiteX3" fmla="*/ 202978 w 283185"/>
                <a:gd name="connsiteY3" fmla="*/ 19840 h 1051079"/>
                <a:gd name="connsiteX4" fmla="*/ 257842 w 283185"/>
                <a:gd name="connsiteY4" fmla="*/ 600 h 1051079"/>
                <a:gd name="connsiteX5" fmla="*/ 263176 w 283185"/>
                <a:gd name="connsiteY5" fmla="*/ 74895 h 1051079"/>
                <a:gd name="connsiteX6" fmla="*/ 99155 w 283185"/>
                <a:gd name="connsiteY6" fmla="*/ 381600 h 1051079"/>
                <a:gd name="connsiteX7" fmla="*/ 253175 w 283185"/>
                <a:gd name="connsiteY7" fmla="*/ 960053 h 1051079"/>
                <a:gd name="connsiteX8" fmla="*/ 270320 w 283185"/>
                <a:gd name="connsiteY8" fmla="*/ 1039015 h 105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3185" h="1051079">
                  <a:moveTo>
                    <a:pt x="270320" y="1039015"/>
                  </a:moveTo>
                  <a:cubicBezTo>
                    <a:pt x="248126" y="1059970"/>
                    <a:pt x="226314" y="1054160"/>
                    <a:pt x="192977" y="1017394"/>
                  </a:cubicBezTo>
                  <a:cubicBezTo>
                    <a:pt x="65532" y="876805"/>
                    <a:pt x="1619" y="711451"/>
                    <a:pt x="0" y="515712"/>
                  </a:cubicBezTo>
                  <a:cubicBezTo>
                    <a:pt x="2858" y="328069"/>
                    <a:pt x="68294" y="159572"/>
                    <a:pt x="202978" y="19840"/>
                  </a:cubicBezTo>
                  <a:cubicBezTo>
                    <a:pt x="215360" y="7077"/>
                    <a:pt x="240983" y="-2543"/>
                    <a:pt x="257842" y="600"/>
                  </a:cubicBezTo>
                  <a:cubicBezTo>
                    <a:pt x="288798" y="6220"/>
                    <a:pt x="290798" y="45748"/>
                    <a:pt x="263176" y="74895"/>
                  </a:cubicBezTo>
                  <a:cubicBezTo>
                    <a:pt x="180404" y="162239"/>
                    <a:pt x="123254" y="263490"/>
                    <a:pt x="99155" y="381600"/>
                  </a:cubicBezTo>
                  <a:cubicBezTo>
                    <a:pt x="54864" y="599437"/>
                    <a:pt x="104585" y="793270"/>
                    <a:pt x="253175" y="960053"/>
                  </a:cubicBezTo>
                  <a:cubicBezTo>
                    <a:pt x="286512" y="997486"/>
                    <a:pt x="291846" y="1018632"/>
                    <a:pt x="270320" y="10390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202C3BC1-8412-3336-31C8-6D5B335F87B6}"/>
              </a:ext>
            </a:extLst>
          </p:cNvPr>
          <p:cNvSpPr/>
          <p:nvPr/>
        </p:nvSpPr>
        <p:spPr>
          <a:xfrm>
            <a:off x="2383194" y="2922131"/>
            <a:ext cx="760315" cy="203133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Energie</a:t>
            </a:r>
          </a:p>
        </p:txBody>
      </p:sp>
      <p:grpSp>
        <p:nvGrpSpPr>
          <p:cNvPr id="43" name="Graphique 179">
            <a:extLst>
              <a:ext uri="{FF2B5EF4-FFF2-40B4-BE49-F238E27FC236}">
                <a16:creationId xmlns:a16="http://schemas.microsoft.com/office/drawing/2014/main" id="{BAC87DED-7F17-FC04-781E-EDFC42E19CED}"/>
              </a:ext>
            </a:extLst>
          </p:cNvPr>
          <p:cNvGrpSpPr/>
          <p:nvPr/>
        </p:nvGrpSpPr>
        <p:grpSpPr>
          <a:xfrm>
            <a:off x="2622029" y="2581989"/>
            <a:ext cx="290612" cy="289908"/>
            <a:chOff x="5026100" y="4015072"/>
            <a:chExt cx="3650551" cy="3641693"/>
          </a:xfrm>
          <a:solidFill>
            <a:srgbClr val="09B8A3"/>
          </a:solidFill>
        </p:grpSpPr>
        <p:sp>
          <p:nvSpPr>
            <p:cNvPr id="146" name="Forme libre : forme 159">
              <a:extLst>
                <a:ext uri="{FF2B5EF4-FFF2-40B4-BE49-F238E27FC236}">
                  <a16:creationId xmlns:a16="http://schemas.microsoft.com/office/drawing/2014/main" id="{BCBEE899-E943-B257-4C8F-156FDEE98D2C}"/>
                </a:ext>
              </a:extLst>
            </p:cNvPr>
            <p:cNvSpPr/>
            <p:nvPr/>
          </p:nvSpPr>
          <p:spPr>
            <a:xfrm>
              <a:off x="6365080" y="5527402"/>
              <a:ext cx="971787" cy="1582021"/>
            </a:xfrm>
            <a:custGeom>
              <a:avLst/>
              <a:gdLst>
                <a:gd name="connsiteX0" fmla="*/ 564591 w 971787"/>
                <a:gd name="connsiteY0" fmla="*/ 488873 h 1582021"/>
                <a:gd name="connsiteX1" fmla="*/ 510489 w 971787"/>
                <a:gd name="connsiteY1" fmla="*/ 421912 h 1582021"/>
                <a:gd name="connsiteX2" fmla="*/ 514680 w 971787"/>
                <a:gd name="connsiteY2" fmla="*/ 318280 h 1582021"/>
                <a:gd name="connsiteX3" fmla="*/ 171304 w 971787"/>
                <a:gd name="connsiteY3" fmla="*/ 852251 h 1582021"/>
                <a:gd name="connsiteX4" fmla="*/ 402095 w 971787"/>
                <a:gd name="connsiteY4" fmla="*/ 852251 h 1582021"/>
                <a:gd name="connsiteX5" fmla="*/ 483819 w 971787"/>
                <a:gd name="connsiteY5" fmla="*/ 943977 h 1582021"/>
                <a:gd name="connsiteX6" fmla="*/ 466865 w 971787"/>
                <a:gd name="connsiteY6" fmla="*/ 1103426 h 1582021"/>
                <a:gd name="connsiteX7" fmla="*/ 458007 w 971787"/>
                <a:gd name="connsiteY7" fmla="*/ 1262874 h 1582021"/>
                <a:gd name="connsiteX8" fmla="*/ 800240 w 971787"/>
                <a:gd name="connsiteY8" fmla="*/ 730617 h 1582021"/>
                <a:gd name="connsiteX9" fmla="*/ 627742 w 971787"/>
                <a:gd name="connsiteY9" fmla="*/ 730617 h 1582021"/>
                <a:gd name="connsiteX10" fmla="*/ 542303 w 971787"/>
                <a:gd name="connsiteY10" fmla="*/ 729569 h 1582021"/>
                <a:gd name="connsiteX11" fmla="*/ 485629 w 971787"/>
                <a:gd name="connsiteY11" fmla="*/ 665371 h 1582021"/>
                <a:gd name="connsiteX12" fmla="*/ 546208 w 971787"/>
                <a:gd name="connsiteY12" fmla="*/ 609459 h 1582021"/>
                <a:gd name="connsiteX13" fmla="*/ 909777 w 971787"/>
                <a:gd name="connsiteY13" fmla="*/ 609459 h 1582021"/>
                <a:gd name="connsiteX14" fmla="*/ 955497 w 971787"/>
                <a:gd name="connsiteY14" fmla="*/ 714044 h 1582021"/>
                <a:gd name="connsiteX15" fmla="*/ 552971 w 971787"/>
                <a:gd name="connsiteY15" fmla="*/ 1340217 h 1582021"/>
                <a:gd name="connsiteX16" fmla="*/ 423812 w 971787"/>
                <a:gd name="connsiteY16" fmla="*/ 1540909 h 1582021"/>
                <a:gd name="connsiteX17" fmla="*/ 344469 w 971787"/>
                <a:gd name="connsiteY17" fmla="*/ 1578056 h 1582021"/>
                <a:gd name="connsiteX18" fmla="*/ 305988 w 971787"/>
                <a:gd name="connsiteY18" fmla="*/ 1499475 h 1582021"/>
                <a:gd name="connsiteX19" fmla="*/ 357613 w 971787"/>
                <a:gd name="connsiteY19" fmla="*/ 973791 h 1582021"/>
                <a:gd name="connsiteX20" fmla="*/ 82722 w 971787"/>
                <a:gd name="connsiteY20" fmla="*/ 973981 h 1582021"/>
                <a:gd name="connsiteX21" fmla="*/ 6617 w 971787"/>
                <a:gd name="connsiteY21" fmla="*/ 939881 h 1582021"/>
                <a:gd name="connsiteX22" fmla="*/ 20904 w 971787"/>
                <a:gd name="connsiteY22" fmla="*/ 860633 h 1582021"/>
                <a:gd name="connsiteX23" fmla="*/ 543351 w 971787"/>
                <a:gd name="connsiteY23" fmla="*/ 49008 h 1582021"/>
                <a:gd name="connsiteX24" fmla="*/ 557162 w 971787"/>
                <a:gd name="connsiteY24" fmla="*/ 28339 h 1582021"/>
                <a:gd name="connsiteX25" fmla="*/ 628790 w 971787"/>
                <a:gd name="connsiteY25" fmla="*/ 4431 h 1582021"/>
                <a:gd name="connsiteX26" fmla="*/ 667271 w 971787"/>
                <a:gd name="connsiteY26" fmla="*/ 69487 h 1582021"/>
                <a:gd name="connsiteX27" fmla="*/ 639744 w 971787"/>
                <a:gd name="connsiteY27" fmla="*/ 353141 h 1582021"/>
                <a:gd name="connsiteX28" fmla="*/ 630028 w 971787"/>
                <a:gd name="connsiteY28" fmla="*/ 438009 h 1582021"/>
                <a:gd name="connsiteX29" fmla="*/ 564591 w 971787"/>
                <a:gd name="connsiteY29" fmla="*/ 488873 h 15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71787" h="1582021">
                  <a:moveTo>
                    <a:pt x="564591" y="488873"/>
                  </a:moveTo>
                  <a:cubicBezTo>
                    <a:pt x="529825" y="485062"/>
                    <a:pt x="507822" y="458583"/>
                    <a:pt x="510489" y="421912"/>
                  </a:cubicBezTo>
                  <a:cubicBezTo>
                    <a:pt x="513061" y="388098"/>
                    <a:pt x="517157" y="354475"/>
                    <a:pt x="514680" y="318280"/>
                  </a:cubicBezTo>
                  <a:cubicBezTo>
                    <a:pt x="401523" y="494207"/>
                    <a:pt x="288462" y="670133"/>
                    <a:pt x="171304" y="852251"/>
                  </a:cubicBezTo>
                  <a:cubicBezTo>
                    <a:pt x="253410" y="852251"/>
                    <a:pt x="327800" y="852156"/>
                    <a:pt x="402095" y="852251"/>
                  </a:cubicBezTo>
                  <a:cubicBezTo>
                    <a:pt x="470961" y="852347"/>
                    <a:pt x="491820" y="876350"/>
                    <a:pt x="483819" y="943977"/>
                  </a:cubicBezTo>
                  <a:cubicBezTo>
                    <a:pt x="477533" y="997127"/>
                    <a:pt x="472199" y="1050276"/>
                    <a:pt x="466865" y="1103426"/>
                  </a:cubicBezTo>
                  <a:cubicBezTo>
                    <a:pt x="461626" y="1155337"/>
                    <a:pt x="456864" y="1207343"/>
                    <a:pt x="458007" y="1262874"/>
                  </a:cubicBezTo>
                  <a:cubicBezTo>
                    <a:pt x="570592" y="1087805"/>
                    <a:pt x="683178" y="912640"/>
                    <a:pt x="800240" y="730617"/>
                  </a:cubicBezTo>
                  <a:cubicBezTo>
                    <a:pt x="737946" y="730617"/>
                    <a:pt x="682892" y="730712"/>
                    <a:pt x="627742" y="730617"/>
                  </a:cubicBezTo>
                  <a:cubicBezTo>
                    <a:pt x="599262" y="730522"/>
                    <a:pt x="570592" y="731855"/>
                    <a:pt x="542303" y="729569"/>
                  </a:cubicBezTo>
                  <a:cubicBezTo>
                    <a:pt x="504679" y="726617"/>
                    <a:pt x="483915" y="701566"/>
                    <a:pt x="485629" y="665371"/>
                  </a:cubicBezTo>
                  <a:cubicBezTo>
                    <a:pt x="487248" y="631271"/>
                    <a:pt x="508870" y="609650"/>
                    <a:pt x="546208" y="609459"/>
                  </a:cubicBezTo>
                  <a:cubicBezTo>
                    <a:pt x="667366" y="608602"/>
                    <a:pt x="788524" y="608126"/>
                    <a:pt x="909777" y="609459"/>
                  </a:cubicBezTo>
                  <a:cubicBezTo>
                    <a:pt x="967975" y="610126"/>
                    <a:pt x="989692" y="660799"/>
                    <a:pt x="955497" y="714044"/>
                  </a:cubicBezTo>
                  <a:cubicBezTo>
                    <a:pt x="821576" y="922927"/>
                    <a:pt x="687178" y="1131525"/>
                    <a:pt x="552971" y="1340217"/>
                  </a:cubicBezTo>
                  <a:cubicBezTo>
                    <a:pt x="509918" y="1407178"/>
                    <a:pt x="467055" y="1474139"/>
                    <a:pt x="423812" y="1540909"/>
                  </a:cubicBezTo>
                  <a:cubicBezTo>
                    <a:pt x="399904" y="1577771"/>
                    <a:pt x="375520" y="1588915"/>
                    <a:pt x="344469" y="1578056"/>
                  </a:cubicBezTo>
                  <a:cubicBezTo>
                    <a:pt x="313893" y="1567388"/>
                    <a:pt x="301797" y="1542338"/>
                    <a:pt x="305988" y="1499475"/>
                  </a:cubicBezTo>
                  <a:cubicBezTo>
                    <a:pt x="323037" y="1325834"/>
                    <a:pt x="340087" y="1152194"/>
                    <a:pt x="357613" y="973791"/>
                  </a:cubicBezTo>
                  <a:cubicBezTo>
                    <a:pt x="262935" y="973791"/>
                    <a:pt x="172828" y="973409"/>
                    <a:pt x="82722" y="973981"/>
                  </a:cubicBezTo>
                  <a:cubicBezTo>
                    <a:pt x="51575" y="974171"/>
                    <a:pt x="22619" y="971600"/>
                    <a:pt x="6617" y="939881"/>
                  </a:cubicBezTo>
                  <a:cubicBezTo>
                    <a:pt x="-8433" y="910068"/>
                    <a:pt x="4712" y="885684"/>
                    <a:pt x="20904" y="860633"/>
                  </a:cubicBezTo>
                  <a:cubicBezTo>
                    <a:pt x="195307" y="590314"/>
                    <a:pt x="369234" y="319613"/>
                    <a:pt x="543351" y="49008"/>
                  </a:cubicBezTo>
                  <a:cubicBezTo>
                    <a:pt x="547827" y="42055"/>
                    <a:pt x="552209" y="34911"/>
                    <a:pt x="557162" y="28339"/>
                  </a:cubicBezTo>
                  <a:cubicBezTo>
                    <a:pt x="575545" y="3860"/>
                    <a:pt x="599167" y="-6713"/>
                    <a:pt x="628790" y="4431"/>
                  </a:cubicBezTo>
                  <a:cubicBezTo>
                    <a:pt x="658412" y="15575"/>
                    <a:pt x="670128" y="39197"/>
                    <a:pt x="667271" y="69487"/>
                  </a:cubicBezTo>
                  <a:cubicBezTo>
                    <a:pt x="658508" y="164070"/>
                    <a:pt x="649078" y="258653"/>
                    <a:pt x="639744" y="353141"/>
                  </a:cubicBezTo>
                  <a:cubicBezTo>
                    <a:pt x="636981" y="381526"/>
                    <a:pt x="634695" y="410006"/>
                    <a:pt x="630028" y="438009"/>
                  </a:cubicBezTo>
                  <a:cubicBezTo>
                    <a:pt x="624027" y="473442"/>
                    <a:pt x="598024" y="492587"/>
                    <a:pt x="564591" y="4888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7" name="Forme libre : forme 160">
              <a:extLst>
                <a:ext uri="{FF2B5EF4-FFF2-40B4-BE49-F238E27FC236}">
                  <a16:creationId xmlns:a16="http://schemas.microsoft.com/office/drawing/2014/main" id="{86E753AB-C02F-48E9-6BD9-073C015B28D1}"/>
                </a:ext>
              </a:extLst>
            </p:cNvPr>
            <p:cNvSpPr/>
            <p:nvPr/>
          </p:nvSpPr>
          <p:spPr>
            <a:xfrm>
              <a:off x="5026100" y="4015072"/>
              <a:ext cx="3650551" cy="3641693"/>
            </a:xfrm>
            <a:custGeom>
              <a:avLst/>
              <a:gdLst>
                <a:gd name="connsiteX0" fmla="*/ 955072 w 3650551"/>
                <a:gd name="connsiteY0" fmla="*/ 798385 h 3641693"/>
                <a:gd name="connsiteX1" fmla="*/ 956786 w 3650551"/>
                <a:gd name="connsiteY1" fmla="*/ 883730 h 3641693"/>
                <a:gd name="connsiteX2" fmla="*/ 846487 w 3650551"/>
                <a:gd name="connsiteY2" fmla="*/ 995172 h 3641693"/>
                <a:gd name="connsiteX3" fmla="*/ 735997 w 3650551"/>
                <a:gd name="connsiteY3" fmla="*/ 1113949 h 3641693"/>
                <a:gd name="connsiteX4" fmla="*/ 729520 w 3650551"/>
                <a:gd name="connsiteY4" fmla="*/ 1279303 h 3641693"/>
                <a:gd name="connsiteX5" fmla="*/ 729425 w 3650551"/>
                <a:gd name="connsiteY5" fmla="*/ 1420844 h 3641693"/>
                <a:gd name="connsiteX6" fmla="*/ 753332 w 3650551"/>
                <a:gd name="connsiteY6" fmla="*/ 1402652 h 3641693"/>
                <a:gd name="connsiteX7" fmla="*/ 867061 w 3650551"/>
                <a:gd name="connsiteY7" fmla="*/ 1289495 h 3641693"/>
                <a:gd name="connsiteX8" fmla="*/ 955357 w 3650551"/>
                <a:gd name="connsiteY8" fmla="*/ 1285208 h 3641693"/>
                <a:gd name="connsiteX9" fmla="*/ 951833 w 3650551"/>
                <a:gd name="connsiteY9" fmla="*/ 1375886 h 3641693"/>
                <a:gd name="connsiteX10" fmla="*/ 751046 w 3650551"/>
                <a:gd name="connsiteY10" fmla="*/ 1578388 h 3641693"/>
                <a:gd name="connsiteX11" fmla="*/ 730282 w 3650551"/>
                <a:gd name="connsiteY11" fmla="*/ 1627251 h 3641693"/>
                <a:gd name="connsiteX12" fmla="*/ 729615 w 3650551"/>
                <a:gd name="connsiteY12" fmla="*/ 3324130 h 3641693"/>
                <a:gd name="connsiteX13" fmla="*/ 925735 w 3650551"/>
                <a:gd name="connsiteY13" fmla="*/ 3520154 h 3641693"/>
                <a:gd name="connsiteX14" fmla="*/ 2786539 w 3650551"/>
                <a:gd name="connsiteY14" fmla="*/ 3520154 h 3641693"/>
                <a:gd name="connsiteX15" fmla="*/ 2980468 w 3650551"/>
                <a:gd name="connsiteY15" fmla="*/ 3326321 h 3641693"/>
                <a:gd name="connsiteX16" fmla="*/ 2980563 w 3650551"/>
                <a:gd name="connsiteY16" fmla="*/ 2278285 h 3641693"/>
                <a:gd name="connsiteX17" fmla="*/ 2980563 w 3650551"/>
                <a:gd name="connsiteY17" fmla="*/ 2242947 h 3641693"/>
                <a:gd name="connsiteX18" fmla="*/ 2871597 w 3650551"/>
                <a:gd name="connsiteY18" fmla="*/ 2242757 h 3641693"/>
                <a:gd name="connsiteX19" fmla="*/ 2798826 w 3650551"/>
                <a:gd name="connsiteY19" fmla="*/ 2170843 h 3641693"/>
                <a:gd name="connsiteX20" fmla="*/ 2798826 w 3650551"/>
                <a:gd name="connsiteY20" fmla="*/ 2021205 h 3641693"/>
                <a:gd name="connsiteX21" fmla="*/ 2774061 w 3650551"/>
                <a:gd name="connsiteY21" fmla="*/ 1985963 h 3641693"/>
                <a:gd name="connsiteX22" fmla="*/ 2555367 w 3650551"/>
                <a:gd name="connsiteY22" fmla="*/ 1701070 h 3641693"/>
                <a:gd name="connsiteX23" fmla="*/ 2554891 w 3650551"/>
                <a:gd name="connsiteY23" fmla="*/ 1458659 h 3641693"/>
                <a:gd name="connsiteX24" fmla="*/ 2640425 w 3650551"/>
                <a:gd name="connsiteY24" fmla="*/ 1395794 h 3641693"/>
                <a:gd name="connsiteX25" fmla="*/ 2676430 w 3650551"/>
                <a:gd name="connsiteY25" fmla="*/ 1459230 h 3641693"/>
                <a:gd name="connsiteX26" fmla="*/ 2676525 w 3650551"/>
                <a:gd name="connsiteY26" fmla="*/ 1673066 h 3641693"/>
                <a:gd name="connsiteX27" fmla="*/ 2878455 w 3650551"/>
                <a:gd name="connsiteY27" fmla="*/ 1877378 h 3641693"/>
                <a:gd name="connsiteX28" fmla="*/ 3206401 w 3650551"/>
                <a:gd name="connsiteY28" fmla="*/ 1877282 h 3641693"/>
                <a:gd name="connsiteX29" fmla="*/ 3407378 w 3650551"/>
                <a:gd name="connsiteY29" fmla="*/ 1675448 h 3641693"/>
                <a:gd name="connsiteX30" fmla="*/ 3407474 w 3650551"/>
                <a:gd name="connsiteY30" fmla="*/ 1267968 h 3641693"/>
                <a:gd name="connsiteX31" fmla="*/ 3363659 w 3650551"/>
                <a:gd name="connsiteY31" fmla="*/ 1267968 h 3641693"/>
                <a:gd name="connsiteX32" fmla="*/ 2515267 w 3650551"/>
                <a:gd name="connsiteY32" fmla="*/ 1267968 h 3641693"/>
                <a:gd name="connsiteX33" fmla="*/ 2432780 w 3650551"/>
                <a:gd name="connsiteY33" fmla="*/ 1184720 h 3641693"/>
                <a:gd name="connsiteX34" fmla="*/ 2432875 w 3650551"/>
                <a:gd name="connsiteY34" fmla="*/ 978027 h 3641693"/>
                <a:gd name="connsiteX35" fmla="*/ 2507171 w 3650551"/>
                <a:gd name="connsiteY35" fmla="*/ 903923 h 3641693"/>
                <a:gd name="connsiteX36" fmla="*/ 2674620 w 3650551"/>
                <a:gd name="connsiteY36" fmla="*/ 903827 h 3641693"/>
                <a:gd name="connsiteX37" fmla="*/ 2676430 w 3650551"/>
                <a:gd name="connsiteY37" fmla="*/ 864394 h 3641693"/>
                <a:gd name="connsiteX38" fmla="*/ 2676525 w 3650551"/>
                <a:gd name="connsiteY38" fmla="*/ 507873 h 3641693"/>
                <a:gd name="connsiteX39" fmla="*/ 2677668 w 3650551"/>
                <a:gd name="connsiteY39" fmla="*/ 472345 h 3641693"/>
                <a:gd name="connsiteX40" fmla="*/ 2739485 w 3650551"/>
                <a:gd name="connsiteY40" fmla="*/ 417386 h 3641693"/>
                <a:gd name="connsiteX41" fmla="*/ 2797492 w 3650551"/>
                <a:gd name="connsiteY41" fmla="*/ 476155 h 3641693"/>
                <a:gd name="connsiteX42" fmla="*/ 2798540 w 3650551"/>
                <a:gd name="connsiteY42" fmla="*/ 757714 h 3641693"/>
                <a:gd name="connsiteX43" fmla="*/ 2798540 w 3650551"/>
                <a:gd name="connsiteY43" fmla="*/ 901732 h 3641693"/>
                <a:gd name="connsiteX44" fmla="*/ 3285839 w 3650551"/>
                <a:gd name="connsiteY44" fmla="*/ 901732 h 3641693"/>
                <a:gd name="connsiteX45" fmla="*/ 3285839 w 3650551"/>
                <a:gd name="connsiteY45" fmla="*/ 863156 h 3641693"/>
                <a:gd name="connsiteX46" fmla="*/ 3286125 w 3650551"/>
                <a:gd name="connsiteY46" fmla="*/ 481679 h 3641693"/>
                <a:gd name="connsiteX47" fmla="*/ 3363373 w 3650551"/>
                <a:gd name="connsiteY47" fmla="*/ 419291 h 3641693"/>
                <a:gd name="connsiteX48" fmla="*/ 3407474 w 3650551"/>
                <a:gd name="connsiteY48" fmla="*/ 487870 h 3641693"/>
                <a:gd name="connsiteX49" fmla="*/ 3407474 w 3650551"/>
                <a:gd name="connsiteY49" fmla="*/ 862203 h 3641693"/>
                <a:gd name="connsiteX50" fmla="*/ 3407474 w 3650551"/>
                <a:gd name="connsiteY50" fmla="*/ 903827 h 3641693"/>
                <a:gd name="connsiteX51" fmla="*/ 3573971 w 3650551"/>
                <a:gd name="connsiteY51" fmla="*/ 903923 h 3641693"/>
                <a:gd name="connsiteX52" fmla="*/ 3650456 w 3650551"/>
                <a:gd name="connsiteY52" fmla="*/ 982504 h 3641693"/>
                <a:gd name="connsiteX53" fmla="*/ 3650552 w 3650551"/>
                <a:gd name="connsiteY53" fmla="*/ 1085850 h 3641693"/>
                <a:gd name="connsiteX54" fmla="*/ 3650456 w 3650551"/>
                <a:gd name="connsiteY54" fmla="*/ 1189196 h 3641693"/>
                <a:gd name="connsiteX55" fmla="*/ 3571208 w 3650551"/>
                <a:gd name="connsiteY55" fmla="*/ 1267968 h 3641693"/>
                <a:gd name="connsiteX56" fmla="*/ 3529013 w 3650551"/>
                <a:gd name="connsiteY56" fmla="*/ 1267968 h 3641693"/>
                <a:gd name="connsiteX57" fmla="*/ 3529013 w 3650551"/>
                <a:gd name="connsiteY57" fmla="*/ 1309497 h 3641693"/>
                <a:gd name="connsiteX58" fmla="*/ 3528917 w 3650551"/>
                <a:gd name="connsiteY58" fmla="*/ 1680305 h 3641693"/>
                <a:gd name="connsiteX59" fmla="*/ 3214021 w 3650551"/>
                <a:gd name="connsiteY59" fmla="*/ 1999202 h 3641693"/>
                <a:gd name="connsiteX60" fmla="*/ 2964466 w 3650551"/>
                <a:gd name="connsiteY60" fmla="*/ 1999488 h 3641693"/>
                <a:gd name="connsiteX61" fmla="*/ 2923223 w 3650551"/>
                <a:gd name="connsiteY61" fmla="*/ 1999488 h 3641693"/>
                <a:gd name="connsiteX62" fmla="*/ 2923223 w 3650551"/>
                <a:gd name="connsiteY62" fmla="*/ 2121217 h 3641693"/>
                <a:gd name="connsiteX63" fmla="*/ 3138297 w 3650551"/>
                <a:gd name="connsiteY63" fmla="*/ 2121313 h 3641693"/>
                <a:gd name="connsiteX64" fmla="*/ 3223832 w 3650551"/>
                <a:gd name="connsiteY64" fmla="*/ 2121599 h 3641693"/>
                <a:gd name="connsiteX65" fmla="*/ 3285077 w 3650551"/>
                <a:gd name="connsiteY65" fmla="*/ 2177987 h 3641693"/>
                <a:gd name="connsiteX66" fmla="*/ 3227261 w 3650551"/>
                <a:gd name="connsiteY66" fmla="*/ 2241804 h 3641693"/>
                <a:gd name="connsiteX67" fmla="*/ 3102102 w 3650551"/>
                <a:gd name="connsiteY67" fmla="*/ 2242375 h 3641693"/>
                <a:gd name="connsiteX68" fmla="*/ 3102102 w 3650551"/>
                <a:gd name="connsiteY68" fmla="*/ 2287429 h 3641693"/>
                <a:gd name="connsiteX69" fmla="*/ 3102102 w 3650551"/>
                <a:gd name="connsiteY69" fmla="*/ 3306985 h 3641693"/>
                <a:gd name="connsiteX70" fmla="*/ 2849975 w 3650551"/>
                <a:gd name="connsiteY70" fmla="*/ 3637217 h 3641693"/>
                <a:gd name="connsiteX71" fmla="*/ 2844832 w 3650551"/>
                <a:gd name="connsiteY71" fmla="*/ 3641693 h 3641693"/>
                <a:gd name="connsiteX72" fmla="*/ 869823 w 3650551"/>
                <a:gd name="connsiteY72" fmla="*/ 3641693 h 3641693"/>
                <a:gd name="connsiteX73" fmla="*/ 864108 w 3650551"/>
                <a:gd name="connsiteY73" fmla="*/ 3637693 h 3641693"/>
                <a:gd name="connsiteX74" fmla="*/ 607695 w 3650551"/>
                <a:gd name="connsiteY74" fmla="*/ 3307080 h 3641693"/>
                <a:gd name="connsiteX75" fmla="*/ 608171 w 3650551"/>
                <a:gd name="connsiteY75" fmla="*/ 2309908 h 3641693"/>
                <a:gd name="connsiteX76" fmla="*/ 580835 w 3650551"/>
                <a:gd name="connsiteY76" fmla="*/ 2258282 h 3641693"/>
                <a:gd name="connsiteX77" fmla="*/ 35814 w 3650551"/>
                <a:gd name="connsiteY77" fmla="*/ 1466279 h 3641693"/>
                <a:gd name="connsiteX78" fmla="*/ 0 w 3650551"/>
                <a:gd name="connsiteY78" fmla="*/ 1246061 h 3641693"/>
                <a:gd name="connsiteX79" fmla="*/ 0 w 3650551"/>
                <a:gd name="connsiteY79" fmla="*/ 1046417 h 3641693"/>
                <a:gd name="connsiteX80" fmla="*/ 36576 w 3650551"/>
                <a:gd name="connsiteY80" fmla="*/ 822198 h 3641693"/>
                <a:gd name="connsiteX81" fmla="*/ 577215 w 3650551"/>
                <a:gd name="connsiteY81" fmla="*/ 33814 h 3641693"/>
                <a:gd name="connsiteX82" fmla="*/ 668941 w 3650551"/>
                <a:gd name="connsiteY82" fmla="*/ 0 h 3641693"/>
                <a:gd name="connsiteX83" fmla="*/ 760190 w 3650551"/>
                <a:gd name="connsiteY83" fmla="*/ 33814 h 3641693"/>
                <a:gd name="connsiteX84" fmla="*/ 1318927 w 3650551"/>
                <a:gd name="connsiteY84" fmla="*/ 912781 h 3641693"/>
                <a:gd name="connsiteX85" fmla="*/ 1155859 w 3650551"/>
                <a:gd name="connsiteY85" fmla="*/ 1836706 h 3641693"/>
                <a:gd name="connsiteX86" fmla="*/ 957358 w 3650551"/>
                <a:gd name="connsiteY86" fmla="*/ 2096072 h 3641693"/>
                <a:gd name="connsiteX87" fmla="*/ 864680 w 3650551"/>
                <a:gd name="connsiteY87" fmla="*/ 2104168 h 3641693"/>
                <a:gd name="connsiteX88" fmla="*/ 872300 w 3650551"/>
                <a:gd name="connsiteY88" fmla="*/ 2010347 h 3641693"/>
                <a:gd name="connsiteX89" fmla="*/ 1213390 w 3650551"/>
                <a:gd name="connsiteY89" fmla="*/ 1065371 h 3641693"/>
                <a:gd name="connsiteX90" fmla="*/ 781431 w 3650551"/>
                <a:gd name="connsiteY90" fmla="*/ 200311 h 3641693"/>
                <a:gd name="connsiteX91" fmla="*/ 704183 w 3650551"/>
                <a:gd name="connsiteY91" fmla="*/ 143161 h 3641693"/>
                <a:gd name="connsiteX92" fmla="*/ 635032 w 3650551"/>
                <a:gd name="connsiteY92" fmla="*/ 142399 h 3641693"/>
                <a:gd name="connsiteX93" fmla="*/ 162592 w 3650551"/>
                <a:gd name="connsiteY93" fmla="*/ 818483 h 3641693"/>
                <a:gd name="connsiteX94" fmla="*/ 319373 w 3650551"/>
                <a:gd name="connsiteY94" fmla="*/ 1833944 h 3641693"/>
                <a:gd name="connsiteX95" fmla="*/ 575691 w 3650551"/>
                <a:gd name="connsiteY95" fmla="*/ 2109121 h 3641693"/>
                <a:gd name="connsiteX96" fmla="*/ 605219 w 3650551"/>
                <a:gd name="connsiteY96" fmla="*/ 2129314 h 3641693"/>
                <a:gd name="connsiteX97" fmla="*/ 607600 w 3650551"/>
                <a:gd name="connsiteY97" fmla="*/ 2095119 h 3641693"/>
                <a:gd name="connsiteX98" fmla="*/ 606743 w 3650551"/>
                <a:gd name="connsiteY98" fmla="*/ 1628204 h 3641693"/>
                <a:gd name="connsiteX99" fmla="*/ 585026 w 3650551"/>
                <a:gd name="connsiteY99" fmla="*/ 1576292 h 3641693"/>
                <a:gd name="connsiteX100" fmla="*/ 390049 w 3650551"/>
                <a:gd name="connsiteY100" fmla="*/ 1378172 h 3641693"/>
                <a:gd name="connsiteX101" fmla="*/ 367474 w 3650551"/>
                <a:gd name="connsiteY101" fmla="*/ 1315784 h 3641693"/>
                <a:gd name="connsiteX102" fmla="*/ 469678 w 3650551"/>
                <a:gd name="connsiteY102" fmla="*/ 1287875 h 3641693"/>
                <a:gd name="connsiteX103" fmla="*/ 575977 w 3650551"/>
                <a:gd name="connsiteY103" fmla="*/ 1393222 h 3641693"/>
                <a:gd name="connsiteX104" fmla="*/ 607695 w 3650551"/>
                <a:gd name="connsiteY104" fmla="*/ 1422368 h 3641693"/>
                <a:gd name="connsiteX105" fmla="*/ 609029 w 3650551"/>
                <a:gd name="connsiteY105" fmla="*/ 1245965 h 3641693"/>
                <a:gd name="connsiteX106" fmla="*/ 511874 w 3650551"/>
                <a:gd name="connsiteY106" fmla="*/ 1012793 h 3641693"/>
                <a:gd name="connsiteX107" fmla="*/ 387668 w 3650551"/>
                <a:gd name="connsiteY107" fmla="*/ 890206 h 3641693"/>
                <a:gd name="connsiteX108" fmla="*/ 382524 w 3650551"/>
                <a:gd name="connsiteY108" fmla="*/ 799052 h 3641693"/>
                <a:gd name="connsiteX109" fmla="*/ 474250 w 3650551"/>
                <a:gd name="connsiteY109" fmla="*/ 805148 h 3641693"/>
                <a:gd name="connsiteX110" fmla="*/ 605123 w 3650551"/>
                <a:gd name="connsiteY110" fmla="*/ 937927 h 3641693"/>
                <a:gd name="connsiteX111" fmla="*/ 607600 w 3650551"/>
                <a:gd name="connsiteY111" fmla="*/ 896302 h 3641693"/>
                <a:gd name="connsiteX112" fmla="*/ 608076 w 3650551"/>
                <a:gd name="connsiteY112" fmla="*/ 664655 h 3641693"/>
                <a:gd name="connsiteX113" fmla="*/ 697325 w 3650551"/>
                <a:gd name="connsiteY113" fmla="*/ 604076 h 3641693"/>
                <a:gd name="connsiteX114" fmla="*/ 729425 w 3650551"/>
                <a:gd name="connsiteY114" fmla="*/ 666369 h 3641693"/>
                <a:gd name="connsiteX115" fmla="*/ 729425 w 3650551"/>
                <a:gd name="connsiteY115" fmla="*/ 894493 h 3641693"/>
                <a:gd name="connsiteX116" fmla="*/ 737902 w 3650551"/>
                <a:gd name="connsiteY116" fmla="*/ 933069 h 3641693"/>
                <a:gd name="connsiteX117" fmla="*/ 838867 w 3650551"/>
                <a:gd name="connsiteY117" fmla="*/ 830675 h 3641693"/>
                <a:gd name="connsiteX118" fmla="*/ 871919 w 3650551"/>
                <a:gd name="connsiteY118" fmla="*/ 798195 h 3641693"/>
                <a:gd name="connsiteX119" fmla="*/ 955072 w 3650551"/>
                <a:gd name="connsiteY119" fmla="*/ 798385 h 3641693"/>
                <a:gd name="connsiteX120" fmla="*/ 3526155 w 3650551"/>
                <a:gd name="connsiteY120" fmla="*/ 1145096 h 3641693"/>
                <a:gd name="connsiteX121" fmla="*/ 3526155 w 3650551"/>
                <a:gd name="connsiteY121" fmla="*/ 1028414 h 3641693"/>
                <a:gd name="connsiteX122" fmla="*/ 2556700 w 3650551"/>
                <a:gd name="connsiteY122" fmla="*/ 1028414 h 3641693"/>
                <a:gd name="connsiteX123" fmla="*/ 2556700 w 3650551"/>
                <a:gd name="connsiteY123" fmla="*/ 1145096 h 3641693"/>
                <a:gd name="connsiteX124" fmla="*/ 3526155 w 3650551"/>
                <a:gd name="connsiteY124" fmla="*/ 1145096 h 3641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3650551" h="3641693">
                  <a:moveTo>
                    <a:pt x="955072" y="798385"/>
                  </a:moveTo>
                  <a:cubicBezTo>
                    <a:pt x="981265" y="823531"/>
                    <a:pt x="983171" y="855726"/>
                    <a:pt x="956786" y="883730"/>
                  </a:cubicBezTo>
                  <a:cubicBezTo>
                    <a:pt x="921068" y="921830"/>
                    <a:pt x="883158" y="957929"/>
                    <a:pt x="846487" y="995172"/>
                  </a:cubicBezTo>
                  <a:cubicBezTo>
                    <a:pt x="808101" y="1034034"/>
                    <a:pt x="755047" y="1067086"/>
                    <a:pt x="735997" y="1113949"/>
                  </a:cubicBezTo>
                  <a:cubicBezTo>
                    <a:pt x="716471" y="1161955"/>
                    <a:pt x="729996" y="1223582"/>
                    <a:pt x="729520" y="1279303"/>
                  </a:cubicBezTo>
                  <a:cubicBezTo>
                    <a:pt x="729139" y="1324356"/>
                    <a:pt x="729425" y="1369505"/>
                    <a:pt x="729425" y="1420844"/>
                  </a:cubicBezTo>
                  <a:cubicBezTo>
                    <a:pt x="739997" y="1412843"/>
                    <a:pt x="747427" y="1408462"/>
                    <a:pt x="753332" y="1402652"/>
                  </a:cubicBezTo>
                  <a:cubicBezTo>
                    <a:pt x="791337" y="1365028"/>
                    <a:pt x="828580" y="1326642"/>
                    <a:pt x="867061" y="1289495"/>
                  </a:cubicBezTo>
                  <a:cubicBezTo>
                    <a:pt x="896588" y="1261015"/>
                    <a:pt x="929354" y="1260062"/>
                    <a:pt x="955357" y="1285208"/>
                  </a:cubicBezTo>
                  <a:cubicBezTo>
                    <a:pt x="982980" y="1311974"/>
                    <a:pt x="982599" y="1344644"/>
                    <a:pt x="951833" y="1375886"/>
                  </a:cubicBezTo>
                  <a:cubicBezTo>
                    <a:pt x="885158" y="1443609"/>
                    <a:pt x="816864" y="1509808"/>
                    <a:pt x="751046" y="1578388"/>
                  </a:cubicBezTo>
                  <a:cubicBezTo>
                    <a:pt x="739426" y="1590485"/>
                    <a:pt x="730377" y="1610773"/>
                    <a:pt x="730282" y="1627251"/>
                  </a:cubicBezTo>
                  <a:cubicBezTo>
                    <a:pt x="729234" y="2192846"/>
                    <a:pt x="729234" y="2758535"/>
                    <a:pt x="729615" y="3324130"/>
                  </a:cubicBezTo>
                  <a:cubicBezTo>
                    <a:pt x="729710" y="3445002"/>
                    <a:pt x="805339" y="3520059"/>
                    <a:pt x="925735" y="3520154"/>
                  </a:cubicBezTo>
                  <a:cubicBezTo>
                    <a:pt x="1546003" y="3520345"/>
                    <a:pt x="2166271" y="3520345"/>
                    <a:pt x="2786539" y="3520154"/>
                  </a:cubicBezTo>
                  <a:cubicBezTo>
                    <a:pt x="2905030" y="3520059"/>
                    <a:pt x="2980373" y="3444621"/>
                    <a:pt x="2980468" y="3326321"/>
                  </a:cubicBezTo>
                  <a:cubicBezTo>
                    <a:pt x="2980754" y="2976944"/>
                    <a:pt x="2980563" y="2627662"/>
                    <a:pt x="2980563" y="2278285"/>
                  </a:cubicBezTo>
                  <a:cubicBezTo>
                    <a:pt x="2980563" y="2267903"/>
                    <a:pt x="2980563" y="2257521"/>
                    <a:pt x="2980563" y="2242947"/>
                  </a:cubicBezTo>
                  <a:cubicBezTo>
                    <a:pt x="2942082" y="2242947"/>
                    <a:pt x="2906840" y="2243519"/>
                    <a:pt x="2871597" y="2242757"/>
                  </a:cubicBezTo>
                  <a:cubicBezTo>
                    <a:pt x="2821686" y="2241804"/>
                    <a:pt x="2799779" y="2220563"/>
                    <a:pt x="2798826" y="2170843"/>
                  </a:cubicBezTo>
                  <a:cubicBezTo>
                    <a:pt x="2797874" y="2121027"/>
                    <a:pt x="2797969" y="2071116"/>
                    <a:pt x="2798826" y="2021205"/>
                  </a:cubicBezTo>
                  <a:cubicBezTo>
                    <a:pt x="2799112" y="2002250"/>
                    <a:pt x="2794921" y="1992535"/>
                    <a:pt x="2774061" y="1985963"/>
                  </a:cubicBezTo>
                  <a:cubicBezTo>
                    <a:pt x="2641568" y="1943862"/>
                    <a:pt x="2560606" y="1839087"/>
                    <a:pt x="2555367" y="1701070"/>
                  </a:cubicBezTo>
                  <a:cubicBezTo>
                    <a:pt x="2552319" y="1620393"/>
                    <a:pt x="2553748" y="1539431"/>
                    <a:pt x="2554891" y="1458659"/>
                  </a:cubicBezTo>
                  <a:cubicBezTo>
                    <a:pt x="2555653" y="1406176"/>
                    <a:pt x="2596039" y="1377696"/>
                    <a:pt x="2640425" y="1395794"/>
                  </a:cubicBezTo>
                  <a:cubicBezTo>
                    <a:pt x="2669096" y="1407414"/>
                    <a:pt x="2676430" y="1431131"/>
                    <a:pt x="2676430" y="1459230"/>
                  </a:cubicBezTo>
                  <a:cubicBezTo>
                    <a:pt x="2676430" y="1530477"/>
                    <a:pt x="2676334" y="1601819"/>
                    <a:pt x="2676525" y="1673066"/>
                  </a:cubicBezTo>
                  <a:cubicBezTo>
                    <a:pt x="2677001" y="1804702"/>
                    <a:pt x="2747486" y="1876520"/>
                    <a:pt x="2878455" y="1877378"/>
                  </a:cubicBezTo>
                  <a:cubicBezTo>
                    <a:pt x="2987707" y="1878044"/>
                    <a:pt x="3097054" y="1878140"/>
                    <a:pt x="3206401" y="1877282"/>
                  </a:cubicBezTo>
                  <a:cubicBezTo>
                    <a:pt x="3335274" y="1876330"/>
                    <a:pt x="3407188" y="1803559"/>
                    <a:pt x="3407378" y="1675448"/>
                  </a:cubicBezTo>
                  <a:cubicBezTo>
                    <a:pt x="3407569" y="1541431"/>
                    <a:pt x="3407474" y="1407319"/>
                    <a:pt x="3407474" y="1267968"/>
                  </a:cubicBezTo>
                  <a:cubicBezTo>
                    <a:pt x="3391186" y="1267968"/>
                    <a:pt x="3377470" y="1267968"/>
                    <a:pt x="3363659" y="1267968"/>
                  </a:cubicBezTo>
                  <a:cubicBezTo>
                    <a:pt x="3080861" y="1267968"/>
                    <a:pt x="2798064" y="1268063"/>
                    <a:pt x="2515267" y="1267968"/>
                  </a:cubicBezTo>
                  <a:cubicBezTo>
                    <a:pt x="2451735" y="1267968"/>
                    <a:pt x="2432971" y="1249013"/>
                    <a:pt x="2432780" y="1184720"/>
                  </a:cubicBezTo>
                  <a:cubicBezTo>
                    <a:pt x="2432685" y="1115854"/>
                    <a:pt x="2432399" y="1046893"/>
                    <a:pt x="2432875" y="978027"/>
                  </a:cubicBezTo>
                  <a:cubicBezTo>
                    <a:pt x="2433352" y="926687"/>
                    <a:pt x="2456021" y="904304"/>
                    <a:pt x="2507171" y="903923"/>
                  </a:cubicBezTo>
                  <a:cubicBezTo>
                    <a:pt x="2561749" y="903542"/>
                    <a:pt x="2616232" y="903827"/>
                    <a:pt x="2674620" y="903827"/>
                  </a:cubicBezTo>
                  <a:cubicBezTo>
                    <a:pt x="2675287" y="889349"/>
                    <a:pt x="2676430" y="876872"/>
                    <a:pt x="2676430" y="864394"/>
                  </a:cubicBezTo>
                  <a:cubicBezTo>
                    <a:pt x="2676525" y="745522"/>
                    <a:pt x="2676525" y="626745"/>
                    <a:pt x="2676525" y="507873"/>
                  </a:cubicBezTo>
                  <a:cubicBezTo>
                    <a:pt x="2676525" y="496062"/>
                    <a:pt x="2676239" y="484061"/>
                    <a:pt x="2677668" y="472345"/>
                  </a:cubicBezTo>
                  <a:cubicBezTo>
                    <a:pt x="2682050" y="435959"/>
                    <a:pt x="2704338" y="416528"/>
                    <a:pt x="2739485" y="417386"/>
                  </a:cubicBezTo>
                  <a:cubicBezTo>
                    <a:pt x="2774156" y="418147"/>
                    <a:pt x="2796826" y="438531"/>
                    <a:pt x="2797492" y="476155"/>
                  </a:cubicBezTo>
                  <a:cubicBezTo>
                    <a:pt x="2799112" y="569976"/>
                    <a:pt x="2798350" y="663797"/>
                    <a:pt x="2798540" y="757714"/>
                  </a:cubicBezTo>
                  <a:cubicBezTo>
                    <a:pt x="2798636" y="805053"/>
                    <a:pt x="2798540" y="852392"/>
                    <a:pt x="2798540" y="901732"/>
                  </a:cubicBezTo>
                  <a:cubicBezTo>
                    <a:pt x="2961608" y="901732"/>
                    <a:pt x="3121438" y="901732"/>
                    <a:pt x="3285839" y="901732"/>
                  </a:cubicBezTo>
                  <a:cubicBezTo>
                    <a:pt x="3285839" y="888397"/>
                    <a:pt x="3285839" y="875729"/>
                    <a:pt x="3285839" y="863156"/>
                  </a:cubicBezTo>
                  <a:cubicBezTo>
                    <a:pt x="3285934" y="735997"/>
                    <a:pt x="3285458" y="608838"/>
                    <a:pt x="3286125" y="481679"/>
                  </a:cubicBezTo>
                  <a:cubicBezTo>
                    <a:pt x="3286411" y="434435"/>
                    <a:pt x="3320225" y="407670"/>
                    <a:pt x="3363373" y="419291"/>
                  </a:cubicBezTo>
                  <a:cubicBezTo>
                    <a:pt x="3398044" y="428625"/>
                    <a:pt x="3407474" y="455295"/>
                    <a:pt x="3407474" y="487870"/>
                  </a:cubicBezTo>
                  <a:cubicBezTo>
                    <a:pt x="3407378" y="612648"/>
                    <a:pt x="3407474" y="737426"/>
                    <a:pt x="3407474" y="862203"/>
                  </a:cubicBezTo>
                  <a:cubicBezTo>
                    <a:pt x="3407474" y="874967"/>
                    <a:pt x="3407474" y="887730"/>
                    <a:pt x="3407474" y="903827"/>
                  </a:cubicBezTo>
                  <a:cubicBezTo>
                    <a:pt x="3465290" y="903827"/>
                    <a:pt x="3519678" y="903637"/>
                    <a:pt x="3573971" y="903923"/>
                  </a:cubicBezTo>
                  <a:cubicBezTo>
                    <a:pt x="3629597" y="904208"/>
                    <a:pt x="3650266" y="925449"/>
                    <a:pt x="3650456" y="982504"/>
                  </a:cubicBezTo>
                  <a:cubicBezTo>
                    <a:pt x="3650552" y="1016984"/>
                    <a:pt x="3650552" y="1051370"/>
                    <a:pt x="3650552" y="1085850"/>
                  </a:cubicBezTo>
                  <a:cubicBezTo>
                    <a:pt x="3650552" y="1120331"/>
                    <a:pt x="3650552" y="1154716"/>
                    <a:pt x="3650456" y="1189196"/>
                  </a:cubicBezTo>
                  <a:cubicBezTo>
                    <a:pt x="3650266" y="1248061"/>
                    <a:pt x="3630454" y="1267682"/>
                    <a:pt x="3571208" y="1267968"/>
                  </a:cubicBezTo>
                  <a:cubicBezTo>
                    <a:pt x="3558445" y="1268063"/>
                    <a:pt x="3545681" y="1267968"/>
                    <a:pt x="3529013" y="1267968"/>
                  </a:cubicBezTo>
                  <a:cubicBezTo>
                    <a:pt x="3529013" y="1284161"/>
                    <a:pt x="3529013" y="1296829"/>
                    <a:pt x="3529013" y="1309497"/>
                  </a:cubicBezTo>
                  <a:cubicBezTo>
                    <a:pt x="3529013" y="1433132"/>
                    <a:pt x="3529298" y="1556671"/>
                    <a:pt x="3528917" y="1680305"/>
                  </a:cubicBezTo>
                  <a:cubicBezTo>
                    <a:pt x="3528441" y="1866138"/>
                    <a:pt x="3400521" y="1996154"/>
                    <a:pt x="3214021" y="1999202"/>
                  </a:cubicBezTo>
                  <a:cubicBezTo>
                    <a:pt x="3130867" y="2000536"/>
                    <a:pt x="3047714" y="1999488"/>
                    <a:pt x="2964466" y="1999488"/>
                  </a:cubicBezTo>
                  <a:cubicBezTo>
                    <a:pt x="2951607" y="1999488"/>
                    <a:pt x="2938844" y="1999488"/>
                    <a:pt x="2923223" y="1999488"/>
                  </a:cubicBezTo>
                  <a:cubicBezTo>
                    <a:pt x="2923223" y="2040827"/>
                    <a:pt x="2923223" y="2079022"/>
                    <a:pt x="2923223" y="2121217"/>
                  </a:cubicBezTo>
                  <a:cubicBezTo>
                    <a:pt x="2996279" y="2121217"/>
                    <a:pt x="3067336" y="2121217"/>
                    <a:pt x="3138297" y="2121313"/>
                  </a:cubicBezTo>
                  <a:cubicBezTo>
                    <a:pt x="3166872" y="2121313"/>
                    <a:pt x="3195352" y="2120551"/>
                    <a:pt x="3223832" y="2121599"/>
                  </a:cubicBezTo>
                  <a:cubicBezTo>
                    <a:pt x="3260598" y="2123027"/>
                    <a:pt x="3282982" y="2144363"/>
                    <a:pt x="3285077" y="2177987"/>
                  </a:cubicBezTo>
                  <a:cubicBezTo>
                    <a:pt x="3287173" y="2211800"/>
                    <a:pt x="3264122" y="2239613"/>
                    <a:pt x="3227261" y="2241804"/>
                  </a:cubicBezTo>
                  <a:cubicBezTo>
                    <a:pt x="3187256" y="2244185"/>
                    <a:pt x="3146870" y="2242375"/>
                    <a:pt x="3102102" y="2242375"/>
                  </a:cubicBezTo>
                  <a:cubicBezTo>
                    <a:pt x="3102102" y="2259806"/>
                    <a:pt x="3102102" y="2273617"/>
                    <a:pt x="3102102" y="2287429"/>
                  </a:cubicBezTo>
                  <a:cubicBezTo>
                    <a:pt x="3102102" y="2627281"/>
                    <a:pt x="3102102" y="2967133"/>
                    <a:pt x="3102102" y="3306985"/>
                  </a:cubicBezTo>
                  <a:cubicBezTo>
                    <a:pt x="3102102" y="3486626"/>
                    <a:pt x="3023711" y="3589211"/>
                    <a:pt x="2849975" y="3637217"/>
                  </a:cubicBezTo>
                  <a:cubicBezTo>
                    <a:pt x="2847975" y="3637788"/>
                    <a:pt x="2846546" y="3640169"/>
                    <a:pt x="2844832" y="3641693"/>
                  </a:cubicBezTo>
                  <a:cubicBezTo>
                    <a:pt x="2186464" y="3641693"/>
                    <a:pt x="1528191" y="3641693"/>
                    <a:pt x="869823" y="3641693"/>
                  </a:cubicBezTo>
                  <a:cubicBezTo>
                    <a:pt x="867918" y="3640360"/>
                    <a:pt x="866204" y="3638264"/>
                    <a:pt x="864108" y="3637693"/>
                  </a:cubicBezTo>
                  <a:cubicBezTo>
                    <a:pt x="690372" y="3592544"/>
                    <a:pt x="607695" y="3486150"/>
                    <a:pt x="607695" y="3307080"/>
                  </a:cubicBezTo>
                  <a:cubicBezTo>
                    <a:pt x="607600" y="2974658"/>
                    <a:pt x="607409" y="2642330"/>
                    <a:pt x="608171" y="2309908"/>
                  </a:cubicBezTo>
                  <a:cubicBezTo>
                    <a:pt x="608171" y="2286000"/>
                    <a:pt x="601123" y="2272094"/>
                    <a:pt x="580835" y="2258282"/>
                  </a:cubicBezTo>
                  <a:cubicBezTo>
                    <a:pt x="297180" y="2064734"/>
                    <a:pt x="112776" y="1801844"/>
                    <a:pt x="35814" y="1466279"/>
                  </a:cubicBezTo>
                  <a:cubicBezTo>
                    <a:pt x="19241" y="1393889"/>
                    <a:pt x="11716" y="1319498"/>
                    <a:pt x="0" y="1246061"/>
                  </a:cubicBezTo>
                  <a:cubicBezTo>
                    <a:pt x="0" y="1179481"/>
                    <a:pt x="0" y="1112996"/>
                    <a:pt x="0" y="1046417"/>
                  </a:cubicBezTo>
                  <a:cubicBezTo>
                    <a:pt x="11906" y="971645"/>
                    <a:pt x="19336" y="895731"/>
                    <a:pt x="36576" y="822198"/>
                  </a:cubicBezTo>
                  <a:cubicBezTo>
                    <a:pt x="114300" y="489680"/>
                    <a:pt x="295370" y="227647"/>
                    <a:pt x="577215" y="33814"/>
                  </a:cubicBezTo>
                  <a:cubicBezTo>
                    <a:pt x="609791" y="11430"/>
                    <a:pt x="639318" y="0"/>
                    <a:pt x="668941" y="0"/>
                  </a:cubicBezTo>
                  <a:cubicBezTo>
                    <a:pt x="698182" y="0"/>
                    <a:pt x="727615" y="11049"/>
                    <a:pt x="760190" y="33814"/>
                  </a:cubicBezTo>
                  <a:cubicBezTo>
                    <a:pt x="1069467" y="249555"/>
                    <a:pt x="1259396" y="540353"/>
                    <a:pt x="1318927" y="912781"/>
                  </a:cubicBezTo>
                  <a:cubicBezTo>
                    <a:pt x="1370933" y="1238631"/>
                    <a:pt x="1326547" y="1550765"/>
                    <a:pt x="1155859" y="1836706"/>
                  </a:cubicBezTo>
                  <a:cubicBezTo>
                    <a:pt x="1100423" y="1929575"/>
                    <a:pt x="1026033" y="2011490"/>
                    <a:pt x="957358" y="2096072"/>
                  </a:cubicBezTo>
                  <a:cubicBezTo>
                    <a:pt x="928402" y="2131695"/>
                    <a:pt x="891921" y="2131505"/>
                    <a:pt x="864680" y="2104168"/>
                  </a:cubicBezTo>
                  <a:cubicBezTo>
                    <a:pt x="838105" y="2077403"/>
                    <a:pt x="840391" y="2042922"/>
                    <a:pt x="872300" y="2010347"/>
                  </a:cubicBezTo>
                  <a:cubicBezTo>
                    <a:pt x="1130236" y="1747361"/>
                    <a:pt x="1233678" y="1428369"/>
                    <a:pt x="1213390" y="1065371"/>
                  </a:cubicBezTo>
                  <a:cubicBezTo>
                    <a:pt x="1193864" y="715232"/>
                    <a:pt x="1054322" y="424243"/>
                    <a:pt x="781431" y="200311"/>
                  </a:cubicBezTo>
                  <a:cubicBezTo>
                    <a:pt x="756666" y="180022"/>
                    <a:pt x="728948" y="163354"/>
                    <a:pt x="704183" y="143161"/>
                  </a:cubicBezTo>
                  <a:cubicBezTo>
                    <a:pt x="680371" y="123634"/>
                    <a:pt x="660844" y="124587"/>
                    <a:pt x="635032" y="142399"/>
                  </a:cubicBezTo>
                  <a:cubicBezTo>
                    <a:pt x="392906" y="308896"/>
                    <a:pt x="230791" y="532829"/>
                    <a:pt x="162592" y="818483"/>
                  </a:cubicBezTo>
                  <a:cubicBezTo>
                    <a:pt x="76962" y="1176814"/>
                    <a:pt x="116586" y="1519047"/>
                    <a:pt x="319373" y="1833944"/>
                  </a:cubicBezTo>
                  <a:cubicBezTo>
                    <a:pt x="388144" y="1940719"/>
                    <a:pt x="475107" y="2031587"/>
                    <a:pt x="575691" y="2109121"/>
                  </a:cubicBezTo>
                  <a:cubicBezTo>
                    <a:pt x="583883" y="2115407"/>
                    <a:pt x="592741" y="2120837"/>
                    <a:pt x="605219" y="2129314"/>
                  </a:cubicBezTo>
                  <a:cubicBezTo>
                    <a:pt x="606266" y="2115122"/>
                    <a:pt x="607600" y="2105121"/>
                    <a:pt x="607600" y="2095119"/>
                  </a:cubicBezTo>
                  <a:cubicBezTo>
                    <a:pt x="607695" y="1939481"/>
                    <a:pt x="608362" y="1783842"/>
                    <a:pt x="606743" y="1628204"/>
                  </a:cubicBezTo>
                  <a:cubicBezTo>
                    <a:pt x="606552" y="1610582"/>
                    <a:pt x="597313" y="1589056"/>
                    <a:pt x="585026" y="1576292"/>
                  </a:cubicBezTo>
                  <a:cubicBezTo>
                    <a:pt x="521018" y="1509332"/>
                    <a:pt x="453390" y="1445705"/>
                    <a:pt x="390049" y="1378172"/>
                  </a:cubicBezTo>
                  <a:cubicBezTo>
                    <a:pt x="375761" y="1363028"/>
                    <a:pt x="364808" y="1335596"/>
                    <a:pt x="367474" y="1315784"/>
                  </a:cubicBezTo>
                  <a:cubicBezTo>
                    <a:pt x="373951" y="1267778"/>
                    <a:pt x="431768" y="1252823"/>
                    <a:pt x="469678" y="1287875"/>
                  </a:cubicBezTo>
                  <a:cubicBezTo>
                    <a:pt x="506254" y="1321689"/>
                    <a:pt x="540544" y="1358075"/>
                    <a:pt x="575977" y="1393222"/>
                  </a:cubicBezTo>
                  <a:cubicBezTo>
                    <a:pt x="584073" y="1401223"/>
                    <a:pt x="592741" y="1408652"/>
                    <a:pt x="607695" y="1422368"/>
                  </a:cubicBezTo>
                  <a:cubicBezTo>
                    <a:pt x="607695" y="1358360"/>
                    <a:pt x="601504" y="1301210"/>
                    <a:pt x="609029" y="1245965"/>
                  </a:cubicBezTo>
                  <a:cubicBezTo>
                    <a:pt x="622649" y="1146905"/>
                    <a:pt x="589598" y="1073658"/>
                    <a:pt x="511874" y="1012793"/>
                  </a:cubicBezTo>
                  <a:cubicBezTo>
                    <a:pt x="466344" y="977170"/>
                    <a:pt x="428435" y="931831"/>
                    <a:pt x="387668" y="890206"/>
                  </a:cubicBezTo>
                  <a:cubicBezTo>
                    <a:pt x="357854" y="859727"/>
                    <a:pt x="356426" y="825056"/>
                    <a:pt x="382524" y="799052"/>
                  </a:cubicBezTo>
                  <a:cubicBezTo>
                    <a:pt x="407480" y="774192"/>
                    <a:pt x="444722" y="776002"/>
                    <a:pt x="474250" y="805148"/>
                  </a:cubicBezTo>
                  <a:cubicBezTo>
                    <a:pt x="516350" y="846773"/>
                    <a:pt x="557403" y="889349"/>
                    <a:pt x="605123" y="937927"/>
                  </a:cubicBezTo>
                  <a:cubicBezTo>
                    <a:pt x="606362" y="918305"/>
                    <a:pt x="607600" y="907352"/>
                    <a:pt x="607600" y="896302"/>
                  </a:cubicBezTo>
                  <a:cubicBezTo>
                    <a:pt x="607790" y="819055"/>
                    <a:pt x="606838" y="741807"/>
                    <a:pt x="608076" y="664655"/>
                  </a:cubicBezTo>
                  <a:cubicBezTo>
                    <a:pt x="608933" y="611124"/>
                    <a:pt x="652939" y="582359"/>
                    <a:pt x="697325" y="604076"/>
                  </a:cubicBezTo>
                  <a:cubicBezTo>
                    <a:pt x="723710" y="616934"/>
                    <a:pt x="729520" y="639794"/>
                    <a:pt x="729425" y="666369"/>
                  </a:cubicBezTo>
                  <a:cubicBezTo>
                    <a:pt x="729234" y="742379"/>
                    <a:pt x="729425" y="818388"/>
                    <a:pt x="729425" y="894493"/>
                  </a:cubicBezTo>
                  <a:cubicBezTo>
                    <a:pt x="729425" y="905923"/>
                    <a:pt x="729425" y="917258"/>
                    <a:pt x="737902" y="933069"/>
                  </a:cubicBezTo>
                  <a:cubicBezTo>
                    <a:pt x="771525" y="898969"/>
                    <a:pt x="805148" y="864775"/>
                    <a:pt x="838867" y="830675"/>
                  </a:cubicBezTo>
                  <a:cubicBezTo>
                    <a:pt x="849725" y="819722"/>
                    <a:pt x="860298" y="808292"/>
                    <a:pt x="871919" y="798195"/>
                  </a:cubicBezTo>
                  <a:cubicBezTo>
                    <a:pt x="898493" y="774859"/>
                    <a:pt x="930973" y="775240"/>
                    <a:pt x="955072" y="798385"/>
                  </a:cubicBezTo>
                  <a:close/>
                  <a:moveTo>
                    <a:pt x="3526155" y="1145096"/>
                  </a:moveTo>
                  <a:cubicBezTo>
                    <a:pt x="3526155" y="1106234"/>
                    <a:pt x="3526155" y="1067086"/>
                    <a:pt x="3526155" y="1028414"/>
                  </a:cubicBezTo>
                  <a:cubicBezTo>
                    <a:pt x="3201543" y="1028414"/>
                    <a:pt x="2879408" y="1028414"/>
                    <a:pt x="2556700" y="1028414"/>
                  </a:cubicBezTo>
                  <a:cubicBezTo>
                    <a:pt x="2556700" y="1068610"/>
                    <a:pt x="2556700" y="1106043"/>
                    <a:pt x="2556700" y="1145096"/>
                  </a:cubicBezTo>
                  <a:cubicBezTo>
                    <a:pt x="2880360" y="1145096"/>
                    <a:pt x="3201829" y="1145096"/>
                    <a:pt x="3526155" y="1145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0B54170-E336-E518-2541-3F66F36BA768}"/>
              </a:ext>
            </a:extLst>
          </p:cNvPr>
          <p:cNvSpPr/>
          <p:nvPr/>
        </p:nvSpPr>
        <p:spPr>
          <a:xfrm>
            <a:off x="5223938" y="2031227"/>
            <a:ext cx="919361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Banques &amp; Assurances</a:t>
            </a:r>
          </a:p>
        </p:txBody>
      </p:sp>
      <p:grpSp>
        <p:nvGrpSpPr>
          <p:cNvPr id="45" name="Graphique 239">
            <a:extLst>
              <a:ext uri="{FF2B5EF4-FFF2-40B4-BE49-F238E27FC236}">
                <a16:creationId xmlns:a16="http://schemas.microsoft.com/office/drawing/2014/main" id="{A79E835B-F27F-FE96-6D0F-6C10D7B8563C}"/>
              </a:ext>
            </a:extLst>
          </p:cNvPr>
          <p:cNvGrpSpPr/>
          <p:nvPr/>
        </p:nvGrpSpPr>
        <p:grpSpPr>
          <a:xfrm>
            <a:off x="5525528" y="1715465"/>
            <a:ext cx="301650" cy="301663"/>
            <a:chOff x="7985874" y="4142527"/>
            <a:chExt cx="3423005" cy="3423160"/>
          </a:xfrm>
          <a:solidFill>
            <a:schemeClr val="accent4"/>
          </a:solidFill>
        </p:grpSpPr>
        <p:sp>
          <p:nvSpPr>
            <p:cNvPr id="137" name="Forme libre : forme 170">
              <a:extLst>
                <a:ext uri="{FF2B5EF4-FFF2-40B4-BE49-F238E27FC236}">
                  <a16:creationId xmlns:a16="http://schemas.microsoft.com/office/drawing/2014/main" id="{1E38085F-4F48-D0CD-7C1E-6BBA6789EF0F}"/>
                </a:ext>
              </a:extLst>
            </p:cNvPr>
            <p:cNvSpPr/>
            <p:nvPr/>
          </p:nvSpPr>
          <p:spPr>
            <a:xfrm>
              <a:off x="7985874" y="4142527"/>
              <a:ext cx="3423005" cy="3423160"/>
            </a:xfrm>
            <a:custGeom>
              <a:avLst/>
              <a:gdLst>
                <a:gd name="connsiteX0" fmla="*/ 2110708 w 3423005"/>
                <a:gd name="connsiteY0" fmla="*/ 1379625 h 3423160"/>
                <a:gd name="connsiteX1" fmla="*/ 2011171 w 3423005"/>
                <a:gd name="connsiteY1" fmla="*/ 1483829 h 3423160"/>
                <a:gd name="connsiteX2" fmla="*/ 1998694 w 3423005"/>
                <a:gd name="connsiteY2" fmla="*/ 1485639 h 3423160"/>
                <a:gd name="connsiteX3" fmla="*/ 1998694 w 3423005"/>
                <a:gd name="connsiteY3" fmla="*/ 3079647 h 3423160"/>
                <a:gd name="connsiteX4" fmla="*/ 2018506 w 3423005"/>
                <a:gd name="connsiteY4" fmla="*/ 3080695 h 3423160"/>
                <a:gd name="connsiteX5" fmla="*/ 2110327 w 3423005"/>
                <a:gd name="connsiteY5" fmla="*/ 3174231 h 3423160"/>
                <a:gd name="connsiteX6" fmla="*/ 2110327 w 3423005"/>
                <a:gd name="connsiteY6" fmla="*/ 3306914 h 3423160"/>
                <a:gd name="connsiteX7" fmla="*/ 2509615 w 3423005"/>
                <a:gd name="connsiteY7" fmla="*/ 3306914 h 3423160"/>
                <a:gd name="connsiteX8" fmla="*/ 2509710 w 3423005"/>
                <a:gd name="connsiteY8" fmla="*/ 3149085 h 3423160"/>
                <a:gd name="connsiteX9" fmla="*/ 2576671 w 3423005"/>
                <a:gd name="connsiteY9" fmla="*/ 3080790 h 3423160"/>
                <a:gd name="connsiteX10" fmla="*/ 2621343 w 3423005"/>
                <a:gd name="connsiteY10" fmla="*/ 3080695 h 3423160"/>
                <a:gd name="connsiteX11" fmla="*/ 2621343 w 3423005"/>
                <a:gd name="connsiteY11" fmla="*/ 1484781 h 3423160"/>
                <a:gd name="connsiteX12" fmla="*/ 2601531 w 3423005"/>
                <a:gd name="connsiteY12" fmla="*/ 1483734 h 3423160"/>
                <a:gd name="connsiteX13" fmla="*/ 2509615 w 3423005"/>
                <a:gd name="connsiteY13" fmla="*/ 1390198 h 3423160"/>
                <a:gd name="connsiteX14" fmla="*/ 2509615 w 3423005"/>
                <a:gd name="connsiteY14" fmla="*/ 1257420 h 3423160"/>
                <a:gd name="connsiteX15" fmla="*/ 2110327 w 3423005"/>
                <a:gd name="connsiteY15" fmla="*/ 1257420 h 3423160"/>
                <a:gd name="connsiteX16" fmla="*/ 2110708 w 3423005"/>
                <a:gd name="connsiteY16" fmla="*/ 1379625 h 3423160"/>
                <a:gd name="connsiteX17" fmla="*/ 823880 w 3423005"/>
                <a:gd name="connsiteY17" fmla="*/ 3080695 h 3423160"/>
                <a:gd name="connsiteX18" fmla="*/ 912558 w 3423005"/>
                <a:gd name="connsiteY18" fmla="*/ 3170230 h 3423160"/>
                <a:gd name="connsiteX19" fmla="*/ 912558 w 3423005"/>
                <a:gd name="connsiteY19" fmla="*/ 3307105 h 3423160"/>
                <a:gd name="connsiteX20" fmla="*/ 1311846 w 3423005"/>
                <a:gd name="connsiteY20" fmla="*/ 3307105 h 3423160"/>
                <a:gd name="connsiteX21" fmla="*/ 1311560 w 3423005"/>
                <a:gd name="connsiteY21" fmla="*/ 3188613 h 3423160"/>
                <a:gd name="connsiteX22" fmla="*/ 1414144 w 3423005"/>
                <a:gd name="connsiteY22" fmla="*/ 3080409 h 3423160"/>
                <a:gd name="connsiteX23" fmla="*/ 1423669 w 3423005"/>
                <a:gd name="connsiteY23" fmla="*/ 3078505 h 3423160"/>
                <a:gd name="connsiteX24" fmla="*/ 1423669 w 3423005"/>
                <a:gd name="connsiteY24" fmla="*/ 1484781 h 3423160"/>
                <a:gd name="connsiteX25" fmla="*/ 1400619 w 3423005"/>
                <a:gd name="connsiteY25" fmla="*/ 1483638 h 3423160"/>
                <a:gd name="connsiteX26" fmla="*/ 1311846 w 3423005"/>
                <a:gd name="connsiteY26" fmla="*/ 1394199 h 3423160"/>
                <a:gd name="connsiteX27" fmla="*/ 1311846 w 3423005"/>
                <a:gd name="connsiteY27" fmla="*/ 1257324 h 3423160"/>
                <a:gd name="connsiteX28" fmla="*/ 912558 w 3423005"/>
                <a:gd name="connsiteY28" fmla="*/ 1257324 h 3423160"/>
                <a:gd name="connsiteX29" fmla="*/ 912558 w 3423005"/>
                <a:gd name="connsiteY29" fmla="*/ 1400580 h 3423160"/>
                <a:gd name="connsiteX30" fmla="*/ 831595 w 3423005"/>
                <a:gd name="connsiteY30" fmla="*/ 1483734 h 3423160"/>
                <a:gd name="connsiteX31" fmla="*/ 800734 w 3423005"/>
                <a:gd name="connsiteY31" fmla="*/ 1485543 h 3423160"/>
                <a:gd name="connsiteX32" fmla="*/ 800734 w 3423005"/>
                <a:gd name="connsiteY32" fmla="*/ 3079647 h 3423160"/>
                <a:gd name="connsiteX33" fmla="*/ 823880 w 3423005"/>
                <a:gd name="connsiteY33" fmla="*/ 3080695 h 3423160"/>
                <a:gd name="connsiteX34" fmla="*/ 66547 w 3423005"/>
                <a:gd name="connsiteY34" fmla="*/ 1255610 h 3423160"/>
                <a:gd name="connsiteX35" fmla="*/ 3016 w 3423005"/>
                <a:gd name="connsiteY35" fmla="*/ 1214843 h 3423160"/>
                <a:gd name="connsiteX36" fmla="*/ 32924 w 3423005"/>
                <a:gd name="connsiteY36" fmla="*/ 1145691 h 3423160"/>
                <a:gd name="connsiteX37" fmla="*/ 417163 w 3423005"/>
                <a:gd name="connsiteY37" fmla="*/ 880801 h 3423160"/>
                <a:gd name="connsiteX38" fmla="*/ 1657699 w 3423005"/>
                <a:gd name="connsiteY38" fmla="*/ 25361 h 3423160"/>
                <a:gd name="connsiteX39" fmla="*/ 1765617 w 3423005"/>
                <a:gd name="connsiteY39" fmla="*/ 25932 h 3423160"/>
                <a:gd name="connsiteX40" fmla="*/ 3381724 w 3423005"/>
                <a:gd name="connsiteY40" fmla="*/ 1140072 h 3423160"/>
                <a:gd name="connsiteX41" fmla="*/ 3419919 w 3423005"/>
                <a:gd name="connsiteY41" fmla="*/ 1215510 h 3423160"/>
                <a:gd name="connsiteX42" fmla="*/ 3345243 w 3423005"/>
                <a:gd name="connsiteY42" fmla="*/ 1255610 h 3423160"/>
                <a:gd name="connsiteX43" fmla="*/ 3308191 w 3423005"/>
                <a:gd name="connsiteY43" fmla="*/ 1255515 h 3423160"/>
                <a:gd name="connsiteX44" fmla="*/ 3308191 w 3423005"/>
                <a:gd name="connsiteY44" fmla="*/ 1394389 h 3423160"/>
                <a:gd name="connsiteX45" fmla="*/ 3219132 w 3423005"/>
                <a:gd name="connsiteY45" fmla="*/ 1483734 h 3423160"/>
                <a:gd name="connsiteX46" fmla="*/ 3196272 w 3423005"/>
                <a:gd name="connsiteY46" fmla="*/ 1484781 h 3423160"/>
                <a:gd name="connsiteX47" fmla="*/ 3196272 w 3423005"/>
                <a:gd name="connsiteY47" fmla="*/ 3080790 h 3423160"/>
                <a:gd name="connsiteX48" fmla="*/ 3246278 w 3423005"/>
                <a:gd name="connsiteY48" fmla="*/ 3080886 h 3423160"/>
                <a:gd name="connsiteX49" fmla="*/ 3307905 w 3423005"/>
                <a:gd name="connsiteY49" fmla="*/ 3143655 h 3423160"/>
                <a:gd name="connsiteX50" fmla="*/ 3308095 w 3423005"/>
                <a:gd name="connsiteY50" fmla="*/ 3309009 h 3423160"/>
                <a:gd name="connsiteX51" fmla="*/ 3365150 w 3423005"/>
                <a:gd name="connsiteY51" fmla="*/ 3309200 h 3423160"/>
                <a:gd name="connsiteX52" fmla="*/ 3421919 w 3423005"/>
                <a:gd name="connsiteY52" fmla="*/ 3365874 h 3423160"/>
                <a:gd name="connsiteX53" fmla="*/ 3365150 w 3423005"/>
                <a:gd name="connsiteY53" fmla="*/ 3422738 h 3423160"/>
                <a:gd name="connsiteX54" fmla="*/ 3333051 w 3423005"/>
                <a:gd name="connsiteY54" fmla="*/ 3422928 h 3423160"/>
                <a:gd name="connsiteX55" fmla="*/ 89217 w 3423005"/>
                <a:gd name="connsiteY55" fmla="*/ 3422928 h 3423160"/>
                <a:gd name="connsiteX56" fmla="*/ 53593 w 3423005"/>
                <a:gd name="connsiteY56" fmla="*/ 3422452 h 3423160"/>
                <a:gd name="connsiteX57" fmla="*/ 253 w 3423005"/>
                <a:gd name="connsiteY57" fmla="*/ 3366064 h 3423160"/>
                <a:gd name="connsiteX58" fmla="*/ 53308 w 3423005"/>
                <a:gd name="connsiteY58" fmla="*/ 3309581 h 3423160"/>
                <a:gd name="connsiteX59" fmla="*/ 113982 w 3423005"/>
                <a:gd name="connsiteY59" fmla="*/ 3309200 h 3423160"/>
                <a:gd name="connsiteX60" fmla="*/ 114077 w 3423005"/>
                <a:gd name="connsiteY60" fmla="*/ 3158133 h 3423160"/>
                <a:gd name="connsiteX61" fmla="*/ 189896 w 3423005"/>
                <a:gd name="connsiteY61" fmla="*/ 3080695 h 3423160"/>
                <a:gd name="connsiteX62" fmla="*/ 226282 w 3423005"/>
                <a:gd name="connsiteY62" fmla="*/ 3080695 h 3423160"/>
                <a:gd name="connsiteX63" fmla="*/ 226282 w 3423005"/>
                <a:gd name="connsiteY63" fmla="*/ 1483638 h 3423160"/>
                <a:gd name="connsiteX64" fmla="*/ 178371 w 3423005"/>
                <a:gd name="connsiteY64" fmla="*/ 1483543 h 3423160"/>
                <a:gd name="connsiteX65" fmla="*/ 114172 w 3423005"/>
                <a:gd name="connsiteY65" fmla="*/ 1419630 h 3423160"/>
                <a:gd name="connsiteX66" fmla="*/ 114077 w 3423005"/>
                <a:gd name="connsiteY66" fmla="*/ 1255515 h 3423160"/>
                <a:gd name="connsiteX67" fmla="*/ 66547 w 3423005"/>
                <a:gd name="connsiteY67" fmla="*/ 1255610 h 3423160"/>
                <a:gd name="connsiteX68" fmla="*/ 3191224 w 3423005"/>
                <a:gd name="connsiteY68" fmla="*/ 3306438 h 3423160"/>
                <a:gd name="connsiteX69" fmla="*/ 3191224 w 3423005"/>
                <a:gd name="connsiteY69" fmla="*/ 3196614 h 3423160"/>
                <a:gd name="connsiteX70" fmla="*/ 2625343 w 3423005"/>
                <a:gd name="connsiteY70" fmla="*/ 3196614 h 3423160"/>
                <a:gd name="connsiteX71" fmla="*/ 2625343 w 3423005"/>
                <a:gd name="connsiteY71" fmla="*/ 3306438 h 3423160"/>
                <a:gd name="connsiteX72" fmla="*/ 3191224 w 3423005"/>
                <a:gd name="connsiteY72" fmla="*/ 3306438 h 3423160"/>
                <a:gd name="connsiteX73" fmla="*/ 3191224 w 3423005"/>
                <a:gd name="connsiteY73" fmla="*/ 1367148 h 3423160"/>
                <a:gd name="connsiteX74" fmla="*/ 3191224 w 3423005"/>
                <a:gd name="connsiteY74" fmla="*/ 1257324 h 3423160"/>
                <a:gd name="connsiteX75" fmla="*/ 2625343 w 3423005"/>
                <a:gd name="connsiteY75" fmla="*/ 1257324 h 3423160"/>
                <a:gd name="connsiteX76" fmla="*/ 2625343 w 3423005"/>
                <a:gd name="connsiteY76" fmla="*/ 1367148 h 3423160"/>
                <a:gd name="connsiteX77" fmla="*/ 3191224 w 3423005"/>
                <a:gd name="connsiteY77" fmla="*/ 1367148 h 3423160"/>
                <a:gd name="connsiteX78" fmla="*/ 243046 w 3423005"/>
                <a:gd name="connsiteY78" fmla="*/ 1140072 h 3423160"/>
                <a:gd name="connsiteX79" fmla="*/ 3180079 w 3423005"/>
                <a:gd name="connsiteY79" fmla="*/ 1140072 h 3423160"/>
                <a:gd name="connsiteX80" fmla="*/ 3052159 w 3423005"/>
                <a:gd name="connsiteY80" fmla="*/ 1050918 h 3423160"/>
                <a:gd name="connsiteX81" fmla="*/ 2973292 w 3423005"/>
                <a:gd name="connsiteY81" fmla="*/ 1026819 h 3423160"/>
                <a:gd name="connsiteX82" fmla="*/ 475551 w 3423005"/>
                <a:gd name="connsiteY82" fmla="*/ 1026343 h 3423160"/>
                <a:gd name="connsiteX83" fmla="*/ 348011 w 3423005"/>
                <a:gd name="connsiteY83" fmla="*/ 1066348 h 3423160"/>
                <a:gd name="connsiteX84" fmla="*/ 243046 w 3423005"/>
                <a:gd name="connsiteY84" fmla="*/ 1140072 h 3423160"/>
                <a:gd name="connsiteX85" fmla="*/ 3078257 w 3423005"/>
                <a:gd name="connsiteY85" fmla="*/ 3077933 h 3423160"/>
                <a:gd name="connsiteX86" fmla="*/ 3078257 w 3423005"/>
                <a:gd name="connsiteY86" fmla="*/ 1485353 h 3423160"/>
                <a:gd name="connsiteX87" fmla="*/ 2968339 w 3423005"/>
                <a:gd name="connsiteY87" fmla="*/ 1485353 h 3423160"/>
                <a:gd name="connsiteX88" fmla="*/ 2968339 w 3423005"/>
                <a:gd name="connsiteY88" fmla="*/ 3077933 h 3423160"/>
                <a:gd name="connsiteX89" fmla="*/ 3078257 w 3423005"/>
                <a:gd name="connsiteY89" fmla="*/ 3077933 h 3423160"/>
                <a:gd name="connsiteX90" fmla="*/ 2849467 w 3423005"/>
                <a:gd name="connsiteY90" fmla="*/ 3079076 h 3423160"/>
                <a:gd name="connsiteX91" fmla="*/ 2849467 w 3423005"/>
                <a:gd name="connsiteY91" fmla="*/ 1486496 h 3423160"/>
                <a:gd name="connsiteX92" fmla="*/ 2739548 w 3423005"/>
                <a:gd name="connsiteY92" fmla="*/ 1486496 h 3423160"/>
                <a:gd name="connsiteX93" fmla="*/ 2739548 w 3423005"/>
                <a:gd name="connsiteY93" fmla="*/ 3079076 h 3423160"/>
                <a:gd name="connsiteX94" fmla="*/ 2849467 w 3423005"/>
                <a:gd name="connsiteY94" fmla="*/ 3079076 h 3423160"/>
                <a:gd name="connsiteX95" fmla="*/ 576992 w 3423005"/>
                <a:gd name="connsiteY95" fmla="*/ 911376 h 3423160"/>
                <a:gd name="connsiteX96" fmla="*/ 2845466 w 3423005"/>
                <a:gd name="connsiteY96" fmla="*/ 911376 h 3423160"/>
                <a:gd name="connsiteX97" fmla="*/ 2824606 w 3423005"/>
                <a:gd name="connsiteY97" fmla="*/ 894707 h 3423160"/>
                <a:gd name="connsiteX98" fmla="*/ 1734375 w 3423005"/>
                <a:gd name="connsiteY98" fmla="*/ 142042 h 3423160"/>
                <a:gd name="connsiteX99" fmla="*/ 1684845 w 3423005"/>
                <a:gd name="connsiteY99" fmla="*/ 144709 h 3423160"/>
                <a:gd name="connsiteX100" fmla="*/ 606234 w 3423005"/>
                <a:gd name="connsiteY100" fmla="*/ 889183 h 3423160"/>
                <a:gd name="connsiteX101" fmla="*/ 576992 w 3423005"/>
                <a:gd name="connsiteY101" fmla="*/ 911376 h 3423160"/>
                <a:gd name="connsiteX102" fmla="*/ 1994693 w 3423005"/>
                <a:gd name="connsiteY102" fmla="*/ 3307009 h 3423160"/>
                <a:gd name="connsiteX103" fmla="*/ 1994693 w 3423005"/>
                <a:gd name="connsiteY103" fmla="*/ 3197376 h 3423160"/>
                <a:gd name="connsiteX104" fmla="*/ 1427575 w 3423005"/>
                <a:gd name="connsiteY104" fmla="*/ 3197376 h 3423160"/>
                <a:gd name="connsiteX105" fmla="*/ 1427575 w 3423005"/>
                <a:gd name="connsiteY105" fmla="*/ 3307009 h 3423160"/>
                <a:gd name="connsiteX106" fmla="*/ 1994693 w 3423005"/>
                <a:gd name="connsiteY106" fmla="*/ 3307009 h 3423160"/>
                <a:gd name="connsiteX107" fmla="*/ 1994312 w 3423005"/>
                <a:gd name="connsiteY107" fmla="*/ 1366767 h 3423160"/>
                <a:gd name="connsiteX108" fmla="*/ 1994312 w 3423005"/>
                <a:gd name="connsiteY108" fmla="*/ 1257610 h 3423160"/>
                <a:gd name="connsiteX109" fmla="*/ 1427194 w 3423005"/>
                <a:gd name="connsiteY109" fmla="*/ 1257610 h 3423160"/>
                <a:gd name="connsiteX110" fmla="*/ 1427194 w 3423005"/>
                <a:gd name="connsiteY110" fmla="*/ 1366767 h 3423160"/>
                <a:gd name="connsiteX111" fmla="*/ 1994312 w 3423005"/>
                <a:gd name="connsiteY111" fmla="*/ 1366767 h 3423160"/>
                <a:gd name="connsiteX112" fmla="*/ 1879822 w 3423005"/>
                <a:gd name="connsiteY112" fmla="*/ 3078981 h 3423160"/>
                <a:gd name="connsiteX113" fmla="*/ 1879822 w 3423005"/>
                <a:gd name="connsiteY113" fmla="*/ 1486496 h 3423160"/>
                <a:gd name="connsiteX114" fmla="*/ 1769903 w 3423005"/>
                <a:gd name="connsiteY114" fmla="*/ 1486496 h 3423160"/>
                <a:gd name="connsiteX115" fmla="*/ 1769903 w 3423005"/>
                <a:gd name="connsiteY115" fmla="*/ 3078981 h 3423160"/>
                <a:gd name="connsiteX116" fmla="*/ 1879822 w 3423005"/>
                <a:gd name="connsiteY116" fmla="*/ 3078981 h 3423160"/>
                <a:gd name="connsiteX117" fmla="*/ 1651888 w 3423005"/>
                <a:gd name="connsiteY117" fmla="*/ 3078695 h 3423160"/>
                <a:gd name="connsiteX118" fmla="*/ 1651888 w 3423005"/>
                <a:gd name="connsiteY118" fmla="*/ 1486305 h 3423160"/>
                <a:gd name="connsiteX119" fmla="*/ 1541589 w 3423005"/>
                <a:gd name="connsiteY119" fmla="*/ 1486305 h 3423160"/>
                <a:gd name="connsiteX120" fmla="*/ 1541589 w 3423005"/>
                <a:gd name="connsiteY120" fmla="*/ 3078695 h 3423160"/>
                <a:gd name="connsiteX121" fmla="*/ 1651888 w 3423005"/>
                <a:gd name="connsiteY121" fmla="*/ 3078695 h 3423160"/>
                <a:gd name="connsiteX122" fmla="*/ 796162 w 3423005"/>
                <a:gd name="connsiteY122" fmla="*/ 3307009 h 3423160"/>
                <a:gd name="connsiteX123" fmla="*/ 796162 w 3423005"/>
                <a:gd name="connsiteY123" fmla="*/ 3196043 h 3423160"/>
                <a:gd name="connsiteX124" fmla="*/ 231044 w 3423005"/>
                <a:gd name="connsiteY124" fmla="*/ 3196043 h 3423160"/>
                <a:gd name="connsiteX125" fmla="*/ 231044 w 3423005"/>
                <a:gd name="connsiteY125" fmla="*/ 3307009 h 3423160"/>
                <a:gd name="connsiteX126" fmla="*/ 796162 w 3423005"/>
                <a:gd name="connsiteY126" fmla="*/ 3307009 h 3423160"/>
                <a:gd name="connsiteX127" fmla="*/ 795781 w 3423005"/>
                <a:gd name="connsiteY127" fmla="*/ 1367243 h 3423160"/>
                <a:gd name="connsiteX128" fmla="*/ 795781 w 3423005"/>
                <a:gd name="connsiteY128" fmla="*/ 1257134 h 3423160"/>
                <a:gd name="connsiteX129" fmla="*/ 230187 w 3423005"/>
                <a:gd name="connsiteY129" fmla="*/ 1257134 h 3423160"/>
                <a:gd name="connsiteX130" fmla="*/ 230187 w 3423005"/>
                <a:gd name="connsiteY130" fmla="*/ 1367243 h 3423160"/>
                <a:gd name="connsiteX131" fmla="*/ 795781 w 3423005"/>
                <a:gd name="connsiteY131" fmla="*/ 1367243 h 3423160"/>
                <a:gd name="connsiteX132" fmla="*/ 681958 w 3423005"/>
                <a:gd name="connsiteY132" fmla="*/ 3079076 h 3423160"/>
                <a:gd name="connsiteX133" fmla="*/ 681958 w 3423005"/>
                <a:gd name="connsiteY133" fmla="*/ 1486591 h 3423160"/>
                <a:gd name="connsiteX134" fmla="*/ 572134 w 3423005"/>
                <a:gd name="connsiteY134" fmla="*/ 1486591 h 3423160"/>
                <a:gd name="connsiteX135" fmla="*/ 572134 w 3423005"/>
                <a:gd name="connsiteY135" fmla="*/ 3079076 h 3423160"/>
                <a:gd name="connsiteX136" fmla="*/ 681958 w 3423005"/>
                <a:gd name="connsiteY136" fmla="*/ 3079076 h 3423160"/>
                <a:gd name="connsiteX137" fmla="*/ 453739 w 3423005"/>
                <a:gd name="connsiteY137" fmla="*/ 3079076 h 3423160"/>
                <a:gd name="connsiteX138" fmla="*/ 453739 w 3423005"/>
                <a:gd name="connsiteY138" fmla="*/ 1486591 h 3423160"/>
                <a:gd name="connsiteX139" fmla="*/ 344011 w 3423005"/>
                <a:gd name="connsiteY139" fmla="*/ 1486591 h 3423160"/>
                <a:gd name="connsiteX140" fmla="*/ 344011 w 3423005"/>
                <a:gd name="connsiteY140" fmla="*/ 3079076 h 3423160"/>
                <a:gd name="connsiteX141" fmla="*/ 453739 w 3423005"/>
                <a:gd name="connsiteY141" fmla="*/ 3079076 h 3423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3423005" h="3423160">
                  <a:moveTo>
                    <a:pt x="2110708" y="1379625"/>
                  </a:moveTo>
                  <a:cubicBezTo>
                    <a:pt x="2115184" y="1465255"/>
                    <a:pt x="2095086" y="1490496"/>
                    <a:pt x="2011171" y="1483829"/>
                  </a:cubicBezTo>
                  <a:cubicBezTo>
                    <a:pt x="2007837" y="1483638"/>
                    <a:pt x="2004313" y="1484781"/>
                    <a:pt x="1998694" y="1485639"/>
                  </a:cubicBezTo>
                  <a:cubicBezTo>
                    <a:pt x="1998694" y="2018467"/>
                    <a:pt x="1998694" y="2548724"/>
                    <a:pt x="1998694" y="3079647"/>
                  </a:cubicBezTo>
                  <a:cubicBezTo>
                    <a:pt x="2006885" y="3080028"/>
                    <a:pt x="2012695" y="3080600"/>
                    <a:pt x="2018506" y="3080695"/>
                  </a:cubicBezTo>
                  <a:cubicBezTo>
                    <a:pt x="2099278" y="3082029"/>
                    <a:pt x="2110327" y="3093268"/>
                    <a:pt x="2110327" y="3174231"/>
                  </a:cubicBezTo>
                  <a:cubicBezTo>
                    <a:pt x="2110327" y="3218713"/>
                    <a:pt x="2110327" y="3263289"/>
                    <a:pt x="2110327" y="3306914"/>
                  </a:cubicBezTo>
                  <a:cubicBezTo>
                    <a:pt x="2246249" y="3306914"/>
                    <a:pt x="2376455" y="3306914"/>
                    <a:pt x="2509615" y="3306914"/>
                  </a:cubicBezTo>
                  <a:cubicBezTo>
                    <a:pt x="2509615" y="3253002"/>
                    <a:pt x="2509329" y="3200996"/>
                    <a:pt x="2509710" y="3149085"/>
                  </a:cubicBezTo>
                  <a:cubicBezTo>
                    <a:pt x="2510186" y="3102031"/>
                    <a:pt x="2530379" y="3081743"/>
                    <a:pt x="2576671" y="3080790"/>
                  </a:cubicBezTo>
                  <a:cubicBezTo>
                    <a:pt x="2591625" y="3080505"/>
                    <a:pt x="2606579" y="3080695"/>
                    <a:pt x="2621343" y="3080695"/>
                  </a:cubicBezTo>
                  <a:cubicBezTo>
                    <a:pt x="2621343" y="2545962"/>
                    <a:pt x="2621343" y="2015705"/>
                    <a:pt x="2621343" y="1484781"/>
                  </a:cubicBezTo>
                  <a:cubicBezTo>
                    <a:pt x="2613151" y="1484305"/>
                    <a:pt x="2607341" y="1483829"/>
                    <a:pt x="2601531" y="1483734"/>
                  </a:cubicBezTo>
                  <a:cubicBezTo>
                    <a:pt x="2520664" y="1482305"/>
                    <a:pt x="2509615" y="1471161"/>
                    <a:pt x="2509615" y="1390198"/>
                  </a:cubicBezTo>
                  <a:cubicBezTo>
                    <a:pt x="2509615" y="1345716"/>
                    <a:pt x="2509615" y="1301139"/>
                    <a:pt x="2509615" y="1257420"/>
                  </a:cubicBezTo>
                  <a:cubicBezTo>
                    <a:pt x="2373788" y="1257420"/>
                    <a:pt x="2243581" y="1257420"/>
                    <a:pt x="2110327" y="1257420"/>
                  </a:cubicBezTo>
                  <a:cubicBezTo>
                    <a:pt x="2110327" y="1299425"/>
                    <a:pt x="2108612" y="1339620"/>
                    <a:pt x="2110708" y="1379625"/>
                  </a:cubicBezTo>
                  <a:close/>
                  <a:moveTo>
                    <a:pt x="823880" y="3080695"/>
                  </a:moveTo>
                  <a:cubicBezTo>
                    <a:pt x="899699" y="3081743"/>
                    <a:pt x="912558" y="3094697"/>
                    <a:pt x="912558" y="3170230"/>
                  </a:cubicBezTo>
                  <a:cubicBezTo>
                    <a:pt x="912558" y="3216045"/>
                    <a:pt x="912558" y="3261765"/>
                    <a:pt x="912558" y="3307105"/>
                  </a:cubicBezTo>
                  <a:cubicBezTo>
                    <a:pt x="1048194" y="3307105"/>
                    <a:pt x="1178305" y="3307105"/>
                    <a:pt x="1311846" y="3307105"/>
                  </a:cubicBezTo>
                  <a:cubicBezTo>
                    <a:pt x="1311846" y="3266433"/>
                    <a:pt x="1313275" y="3227475"/>
                    <a:pt x="1311560" y="3188613"/>
                  </a:cubicBezTo>
                  <a:cubicBezTo>
                    <a:pt x="1307845" y="3103936"/>
                    <a:pt x="1318894" y="3073742"/>
                    <a:pt x="1414144" y="3080409"/>
                  </a:cubicBezTo>
                  <a:cubicBezTo>
                    <a:pt x="1416335" y="3080600"/>
                    <a:pt x="1418621" y="3079552"/>
                    <a:pt x="1423669" y="3078505"/>
                  </a:cubicBezTo>
                  <a:cubicBezTo>
                    <a:pt x="1423669" y="2546247"/>
                    <a:pt x="1423669" y="2016086"/>
                    <a:pt x="1423669" y="1484781"/>
                  </a:cubicBezTo>
                  <a:cubicBezTo>
                    <a:pt x="1414525" y="1484305"/>
                    <a:pt x="1407572" y="1483829"/>
                    <a:pt x="1400619" y="1483638"/>
                  </a:cubicBezTo>
                  <a:cubicBezTo>
                    <a:pt x="1324609" y="1482591"/>
                    <a:pt x="1311846" y="1469732"/>
                    <a:pt x="1311846" y="1394199"/>
                  </a:cubicBezTo>
                  <a:cubicBezTo>
                    <a:pt x="1311846" y="1348479"/>
                    <a:pt x="1311846" y="1302663"/>
                    <a:pt x="1311846" y="1257324"/>
                  </a:cubicBezTo>
                  <a:cubicBezTo>
                    <a:pt x="1176305" y="1257324"/>
                    <a:pt x="1046098" y="1257324"/>
                    <a:pt x="912558" y="1257324"/>
                  </a:cubicBezTo>
                  <a:cubicBezTo>
                    <a:pt x="912558" y="1306188"/>
                    <a:pt x="912558" y="1353432"/>
                    <a:pt x="912558" y="1400580"/>
                  </a:cubicBezTo>
                  <a:cubicBezTo>
                    <a:pt x="912463" y="1466779"/>
                    <a:pt x="896460" y="1483162"/>
                    <a:pt x="831595" y="1483734"/>
                  </a:cubicBezTo>
                  <a:cubicBezTo>
                    <a:pt x="821308" y="1483829"/>
                    <a:pt x="811021" y="1484877"/>
                    <a:pt x="800734" y="1485543"/>
                  </a:cubicBezTo>
                  <a:cubicBezTo>
                    <a:pt x="800734" y="2018181"/>
                    <a:pt x="800734" y="2548343"/>
                    <a:pt x="800734" y="3079647"/>
                  </a:cubicBezTo>
                  <a:cubicBezTo>
                    <a:pt x="809974" y="3080028"/>
                    <a:pt x="816927" y="3080600"/>
                    <a:pt x="823880" y="3080695"/>
                  </a:cubicBezTo>
                  <a:close/>
                  <a:moveTo>
                    <a:pt x="66547" y="1255610"/>
                  </a:moveTo>
                  <a:cubicBezTo>
                    <a:pt x="35877" y="1256562"/>
                    <a:pt x="12541" y="1245037"/>
                    <a:pt x="3016" y="1214843"/>
                  </a:cubicBezTo>
                  <a:cubicBezTo>
                    <a:pt x="-6700" y="1184172"/>
                    <a:pt x="8064" y="1162741"/>
                    <a:pt x="32924" y="1145691"/>
                  </a:cubicBezTo>
                  <a:cubicBezTo>
                    <a:pt x="161131" y="1057585"/>
                    <a:pt x="289147" y="969098"/>
                    <a:pt x="417163" y="880801"/>
                  </a:cubicBezTo>
                  <a:cubicBezTo>
                    <a:pt x="830643" y="595623"/>
                    <a:pt x="1244123" y="310444"/>
                    <a:pt x="1657699" y="25361"/>
                  </a:cubicBezTo>
                  <a:cubicBezTo>
                    <a:pt x="1706752" y="-8548"/>
                    <a:pt x="1715515" y="-8548"/>
                    <a:pt x="1765617" y="25932"/>
                  </a:cubicBezTo>
                  <a:cubicBezTo>
                    <a:pt x="2304256" y="397407"/>
                    <a:pt x="2842894" y="768978"/>
                    <a:pt x="3381724" y="1140072"/>
                  </a:cubicBezTo>
                  <a:cubicBezTo>
                    <a:pt x="3409346" y="1159026"/>
                    <a:pt x="3431349" y="1179410"/>
                    <a:pt x="3419919" y="1215510"/>
                  </a:cubicBezTo>
                  <a:cubicBezTo>
                    <a:pt x="3408584" y="1251514"/>
                    <a:pt x="3378485" y="1257420"/>
                    <a:pt x="3345243" y="1255610"/>
                  </a:cubicBezTo>
                  <a:cubicBezTo>
                    <a:pt x="3334670" y="1255038"/>
                    <a:pt x="3324002" y="1255515"/>
                    <a:pt x="3308191" y="1255515"/>
                  </a:cubicBezTo>
                  <a:cubicBezTo>
                    <a:pt x="3308191" y="1302663"/>
                    <a:pt x="3308191" y="1348479"/>
                    <a:pt x="3308191" y="1394389"/>
                  </a:cubicBezTo>
                  <a:cubicBezTo>
                    <a:pt x="3308191" y="1469541"/>
                    <a:pt x="3295237" y="1482495"/>
                    <a:pt x="3219132" y="1483734"/>
                  </a:cubicBezTo>
                  <a:cubicBezTo>
                    <a:pt x="3212179" y="1483829"/>
                    <a:pt x="3205225" y="1484305"/>
                    <a:pt x="3196272" y="1484781"/>
                  </a:cubicBezTo>
                  <a:cubicBezTo>
                    <a:pt x="3196272" y="2016467"/>
                    <a:pt x="3196272" y="2546819"/>
                    <a:pt x="3196272" y="3080790"/>
                  </a:cubicBezTo>
                  <a:cubicBezTo>
                    <a:pt x="3213703" y="3080790"/>
                    <a:pt x="3229991" y="3080219"/>
                    <a:pt x="3246278" y="3080886"/>
                  </a:cubicBezTo>
                  <a:cubicBezTo>
                    <a:pt x="3285997" y="3082410"/>
                    <a:pt x="3307238" y="3103365"/>
                    <a:pt x="3307905" y="3143655"/>
                  </a:cubicBezTo>
                  <a:cubicBezTo>
                    <a:pt x="3308762" y="3196995"/>
                    <a:pt x="3308095" y="3250335"/>
                    <a:pt x="3308095" y="3309009"/>
                  </a:cubicBezTo>
                  <a:cubicBezTo>
                    <a:pt x="3328288" y="3309009"/>
                    <a:pt x="3346767" y="3308057"/>
                    <a:pt x="3365150" y="3309200"/>
                  </a:cubicBezTo>
                  <a:cubicBezTo>
                    <a:pt x="3399059" y="3311295"/>
                    <a:pt x="3421919" y="3334822"/>
                    <a:pt x="3421919" y="3365874"/>
                  </a:cubicBezTo>
                  <a:cubicBezTo>
                    <a:pt x="3421919" y="3397020"/>
                    <a:pt x="3399059" y="3420166"/>
                    <a:pt x="3365150" y="3422738"/>
                  </a:cubicBezTo>
                  <a:cubicBezTo>
                    <a:pt x="3354482" y="3423500"/>
                    <a:pt x="3343719" y="3422928"/>
                    <a:pt x="3333051" y="3422928"/>
                  </a:cubicBezTo>
                  <a:cubicBezTo>
                    <a:pt x="2251773" y="3422928"/>
                    <a:pt x="1170495" y="3422928"/>
                    <a:pt x="89217" y="3422928"/>
                  </a:cubicBezTo>
                  <a:cubicBezTo>
                    <a:pt x="77311" y="3422928"/>
                    <a:pt x="65404" y="3423690"/>
                    <a:pt x="53593" y="3422452"/>
                  </a:cubicBezTo>
                  <a:cubicBezTo>
                    <a:pt x="22066" y="3419214"/>
                    <a:pt x="349" y="3395782"/>
                    <a:pt x="253" y="3366064"/>
                  </a:cubicBezTo>
                  <a:cubicBezTo>
                    <a:pt x="158" y="3336251"/>
                    <a:pt x="21780" y="3312248"/>
                    <a:pt x="53308" y="3309581"/>
                  </a:cubicBezTo>
                  <a:cubicBezTo>
                    <a:pt x="71977" y="3307962"/>
                    <a:pt x="90931" y="3309200"/>
                    <a:pt x="113982" y="3309200"/>
                  </a:cubicBezTo>
                  <a:cubicBezTo>
                    <a:pt x="113982" y="3255288"/>
                    <a:pt x="113887" y="3206711"/>
                    <a:pt x="114077" y="3158133"/>
                  </a:cubicBezTo>
                  <a:cubicBezTo>
                    <a:pt x="114172" y="3099269"/>
                    <a:pt x="131984" y="3081172"/>
                    <a:pt x="189896" y="3080695"/>
                  </a:cubicBezTo>
                  <a:cubicBezTo>
                    <a:pt x="201421" y="3080695"/>
                    <a:pt x="213042" y="3080695"/>
                    <a:pt x="226282" y="3080695"/>
                  </a:cubicBezTo>
                  <a:cubicBezTo>
                    <a:pt x="226282" y="2547962"/>
                    <a:pt x="226282" y="2018467"/>
                    <a:pt x="226282" y="1483638"/>
                  </a:cubicBezTo>
                  <a:cubicBezTo>
                    <a:pt x="210470" y="1483638"/>
                    <a:pt x="194373" y="1484019"/>
                    <a:pt x="178371" y="1483543"/>
                  </a:cubicBezTo>
                  <a:cubicBezTo>
                    <a:pt x="136080" y="1482305"/>
                    <a:pt x="114839" y="1461731"/>
                    <a:pt x="114172" y="1419630"/>
                  </a:cubicBezTo>
                  <a:cubicBezTo>
                    <a:pt x="113506" y="1366386"/>
                    <a:pt x="114077" y="1313141"/>
                    <a:pt x="114077" y="1255515"/>
                  </a:cubicBezTo>
                  <a:cubicBezTo>
                    <a:pt x="96551" y="1255515"/>
                    <a:pt x="81597" y="1255038"/>
                    <a:pt x="66547" y="1255610"/>
                  </a:cubicBezTo>
                  <a:close/>
                  <a:moveTo>
                    <a:pt x="3191224" y="3306438"/>
                  </a:moveTo>
                  <a:cubicBezTo>
                    <a:pt x="3191224" y="3267861"/>
                    <a:pt x="3191224" y="3231857"/>
                    <a:pt x="3191224" y="3196614"/>
                  </a:cubicBezTo>
                  <a:cubicBezTo>
                    <a:pt x="3001200" y="3196614"/>
                    <a:pt x="2814034" y="3196614"/>
                    <a:pt x="2625343" y="3196614"/>
                  </a:cubicBezTo>
                  <a:cubicBezTo>
                    <a:pt x="2625343" y="3233667"/>
                    <a:pt x="2625343" y="3268814"/>
                    <a:pt x="2625343" y="3306438"/>
                  </a:cubicBezTo>
                  <a:cubicBezTo>
                    <a:pt x="2816225" y="3306438"/>
                    <a:pt x="3004153" y="3306438"/>
                    <a:pt x="3191224" y="3306438"/>
                  </a:cubicBezTo>
                  <a:close/>
                  <a:moveTo>
                    <a:pt x="3191224" y="1367148"/>
                  </a:moveTo>
                  <a:cubicBezTo>
                    <a:pt x="3191224" y="1328571"/>
                    <a:pt x="3191224" y="1292567"/>
                    <a:pt x="3191224" y="1257324"/>
                  </a:cubicBezTo>
                  <a:cubicBezTo>
                    <a:pt x="3001200" y="1257324"/>
                    <a:pt x="2814034" y="1257324"/>
                    <a:pt x="2625343" y="1257324"/>
                  </a:cubicBezTo>
                  <a:cubicBezTo>
                    <a:pt x="2625343" y="1294281"/>
                    <a:pt x="2625343" y="1329429"/>
                    <a:pt x="2625343" y="1367148"/>
                  </a:cubicBezTo>
                  <a:cubicBezTo>
                    <a:pt x="2816225" y="1367148"/>
                    <a:pt x="3004153" y="1367148"/>
                    <a:pt x="3191224" y="1367148"/>
                  </a:cubicBezTo>
                  <a:close/>
                  <a:moveTo>
                    <a:pt x="243046" y="1140072"/>
                  </a:moveTo>
                  <a:cubicBezTo>
                    <a:pt x="1225645" y="1140072"/>
                    <a:pt x="2197957" y="1140072"/>
                    <a:pt x="3180079" y="1140072"/>
                  </a:cubicBezTo>
                  <a:cubicBezTo>
                    <a:pt x="3131788" y="1106734"/>
                    <a:pt x="3090925" y="1080255"/>
                    <a:pt x="3052159" y="1050918"/>
                  </a:cubicBezTo>
                  <a:cubicBezTo>
                    <a:pt x="3028060" y="1032725"/>
                    <a:pt x="3003200" y="1026819"/>
                    <a:pt x="2973292" y="1026819"/>
                  </a:cubicBezTo>
                  <a:cubicBezTo>
                    <a:pt x="2140711" y="1027486"/>
                    <a:pt x="1308131" y="1027677"/>
                    <a:pt x="475551" y="1026343"/>
                  </a:cubicBezTo>
                  <a:cubicBezTo>
                    <a:pt x="426688" y="1026248"/>
                    <a:pt x="385825" y="1035297"/>
                    <a:pt x="348011" y="1066348"/>
                  </a:cubicBezTo>
                  <a:cubicBezTo>
                    <a:pt x="317055" y="1091685"/>
                    <a:pt x="282574" y="1112640"/>
                    <a:pt x="243046" y="1140072"/>
                  </a:cubicBezTo>
                  <a:close/>
                  <a:moveTo>
                    <a:pt x="3078257" y="3077933"/>
                  </a:moveTo>
                  <a:cubicBezTo>
                    <a:pt x="3078257" y="2545771"/>
                    <a:pt x="3078257" y="2016467"/>
                    <a:pt x="3078257" y="1485353"/>
                  </a:cubicBezTo>
                  <a:cubicBezTo>
                    <a:pt x="3041395" y="1485353"/>
                    <a:pt x="3006248" y="1485353"/>
                    <a:pt x="2968339" y="1485353"/>
                  </a:cubicBezTo>
                  <a:cubicBezTo>
                    <a:pt x="2968339" y="2018181"/>
                    <a:pt x="2968339" y="2548343"/>
                    <a:pt x="2968339" y="3077933"/>
                  </a:cubicBezTo>
                  <a:cubicBezTo>
                    <a:pt x="3006820" y="3077933"/>
                    <a:pt x="3042824" y="3077933"/>
                    <a:pt x="3078257" y="3077933"/>
                  </a:cubicBezTo>
                  <a:close/>
                  <a:moveTo>
                    <a:pt x="2849467" y="3079076"/>
                  </a:moveTo>
                  <a:cubicBezTo>
                    <a:pt x="2849467" y="2546152"/>
                    <a:pt x="2849467" y="2015991"/>
                    <a:pt x="2849467" y="1486496"/>
                  </a:cubicBezTo>
                  <a:cubicBezTo>
                    <a:pt x="2810986" y="1486496"/>
                    <a:pt x="2774886" y="1486496"/>
                    <a:pt x="2739548" y="1486496"/>
                  </a:cubicBezTo>
                  <a:cubicBezTo>
                    <a:pt x="2739548" y="2018658"/>
                    <a:pt x="2739548" y="2547962"/>
                    <a:pt x="2739548" y="3079076"/>
                  </a:cubicBezTo>
                  <a:cubicBezTo>
                    <a:pt x="2776505" y="3079076"/>
                    <a:pt x="2811652" y="3079076"/>
                    <a:pt x="2849467" y="3079076"/>
                  </a:cubicBezTo>
                  <a:close/>
                  <a:moveTo>
                    <a:pt x="576992" y="911376"/>
                  </a:moveTo>
                  <a:cubicBezTo>
                    <a:pt x="1334992" y="911376"/>
                    <a:pt x="2086324" y="911376"/>
                    <a:pt x="2845466" y="911376"/>
                  </a:cubicBezTo>
                  <a:cubicBezTo>
                    <a:pt x="2835084" y="902994"/>
                    <a:pt x="2830036" y="898422"/>
                    <a:pt x="2824606" y="894707"/>
                  </a:cubicBezTo>
                  <a:cubicBezTo>
                    <a:pt x="2461037" y="643914"/>
                    <a:pt x="2097373" y="393407"/>
                    <a:pt x="1734375" y="142042"/>
                  </a:cubicBezTo>
                  <a:cubicBezTo>
                    <a:pt x="1714087" y="128040"/>
                    <a:pt x="1701990" y="132898"/>
                    <a:pt x="1684845" y="144709"/>
                  </a:cubicBezTo>
                  <a:cubicBezTo>
                    <a:pt x="1325467" y="393121"/>
                    <a:pt x="965803" y="641057"/>
                    <a:pt x="606234" y="889183"/>
                  </a:cubicBezTo>
                  <a:cubicBezTo>
                    <a:pt x="597947" y="894898"/>
                    <a:pt x="590137" y="901375"/>
                    <a:pt x="576992" y="911376"/>
                  </a:cubicBezTo>
                  <a:close/>
                  <a:moveTo>
                    <a:pt x="1994693" y="3307009"/>
                  </a:moveTo>
                  <a:cubicBezTo>
                    <a:pt x="1994693" y="3269957"/>
                    <a:pt x="1994693" y="3234810"/>
                    <a:pt x="1994693" y="3197376"/>
                  </a:cubicBezTo>
                  <a:cubicBezTo>
                    <a:pt x="1803717" y="3197376"/>
                    <a:pt x="1615693" y="3197376"/>
                    <a:pt x="1427575" y="3197376"/>
                  </a:cubicBezTo>
                  <a:cubicBezTo>
                    <a:pt x="1427575" y="3235000"/>
                    <a:pt x="1427575" y="3270243"/>
                    <a:pt x="1427575" y="3307009"/>
                  </a:cubicBezTo>
                  <a:cubicBezTo>
                    <a:pt x="1617217" y="3307009"/>
                    <a:pt x="1805145" y="3307009"/>
                    <a:pt x="1994693" y="3307009"/>
                  </a:cubicBezTo>
                  <a:close/>
                  <a:moveTo>
                    <a:pt x="1994312" y="1366767"/>
                  </a:moveTo>
                  <a:cubicBezTo>
                    <a:pt x="1994312" y="1328857"/>
                    <a:pt x="1994312" y="1293710"/>
                    <a:pt x="1994312" y="1257610"/>
                  </a:cubicBezTo>
                  <a:cubicBezTo>
                    <a:pt x="1804479" y="1257610"/>
                    <a:pt x="1616455" y="1257610"/>
                    <a:pt x="1427194" y="1257610"/>
                  </a:cubicBezTo>
                  <a:cubicBezTo>
                    <a:pt x="1427194" y="1294948"/>
                    <a:pt x="1427194" y="1330095"/>
                    <a:pt x="1427194" y="1366767"/>
                  </a:cubicBezTo>
                  <a:cubicBezTo>
                    <a:pt x="1619027" y="1366767"/>
                    <a:pt x="1806955" y="1366767"/>
                    <a:pt x="1994312" y="1366767"/>
                  </a:cubicBezTo>
                  <a:close/>
                  <a:moveTo>
                    <a:pt x="1879822" y="3078981"/>
                  </a:moveTo>
                  <a:cubicBezTo>
                    <a:pt x="1879822" y="2546152"/>
                    <a:pt x="1879822" y="2015991"/>
                    <a:pt x="1879822" y="1486496"/>
                  </a:cubicBezTo>
                  <a:cubicBezTo>
                    <a:pt x="1841341" y="1486496"/>
                    <a:pt x="1805336" y="1486496"/>
                    <a:pt x="1769903" y="1486496"/>
                  </a:cubicBezTo>
                  <a:cubicBezTo>
                    <a:pt x="1769903" y="2018658"/>
                    <a:pt x="1769903" y="2547962"/>
                    <a:pt x="1769903" y="3078981"/>
                  </a:cubicBezTo>
                  <a:cubicBezTo>
                    <a:pt x="1806765" y="3078981"/>
                    <a:pt x="1841912" y="3078981"/>
                    <a:pt x="1879822" y="3078981"/>
                  </a:cubicBezTo>
                  <a:close/>
                  <a:moveTo>
                    <a:pt x="1651888" y="3078695"/>
                  </a:moveTo>
                  <a:cubicBezTo>
                    <a:pt x="1651888" y="2546533"/>
                    <a:pt x="1651888" y="2016372"/>
                    <a:pt x="1651888" y="1486305"/>
                  </a:cubicBezTo>
                  <a:cubicBezTo>
                    <a:pt x="1613598" y="1486305"/>
                    <a:pt x="1577593" y="1486305"/>
                    <a:pt x="1541589" y="1486305"/>
                  </a:cubicBezTo>
                  <a:cubicBezTo>
                    <a:pt x="1541589" y="2018276"/>
                    <a:pt x="1541589" y="2547581"/>
                    <a:pt x="1541589" y="3078695"/>
                  </a:cubicBezTo>
                  <a:cubicBezTo>
                    <a:pt x="1580832" y="3078695"/>
                    <a:pt x="1616074" y="3078695"/>
                    <a:pt x="1651888" y="3078695"/>
                  </a:cubicBezTo>
                  <a:close/>
                  <a:moveTo>
                    <a:pt x="796162" y="3307009"/>
                  </a:moveTo>
                  <a:cubicBezTo>
                    <a:pt x="796162" y="3269100"/>
                    <a:pt x="796162" y="3233095"/>
                    <a:pt x="796162" y="3196043"/>
                  </a:cubicBezTo>
                  <a:cubicBezTo>
                    <a:pt x="606805" y="3196043"/>
                    <a:pt x="419639" y="3196043"/>
                    <a:pt x="231044" y="3196043"/>
                  </a:cubicBezTo>
                  <a:cubicBezTo>
                    <a:pt x="231044" y="3235953"/>
                    <a:pt x="231044" y="3271957"/>
                    <a:pt x="231044" y="3307009"/>
                  </a:cubicBezTo>
                  <a:cubicBezTo>
                    <a:pt x="421068" y="3307009"/>
                    <a:pt x="608139" y="3307009"/>
                    <a:pt x="796162" y="3307009"/>
                  </a:cubicBezTo>
                  <a:close/>
                  <a:moveTo>
                    <a:pt x="795781" y="1367243"/>
                  </a:moveTo>
                  <a:cubicBezTo>
                    <a:pt x="795781" y="1328857"/>
                    <a:pt x="795781" y="1292853"/>
                    <a:pt x="795781" y="1257134"/>
                  </a:cubicBezTo>
                  <a:cubicBezTo>
                    <a:pt x="605948" y="1257134"/>
                    <a:pt x="418782" y="1257134"/>
                    <a:pt x="230187" y="1257134"/>
                  </a:cubicBezTo>
                  <a:cubicBezTo>
                    <a:pt x="230187" y="1296567"/>
                    <a:pt x="230187" y="1331715"/>
                    <a:pt x="230187" y="1367243"/>
                  </a:cubicBezTo>
                  <a:cubicBezTo>
                    <a:pt x="420211" y="1367243"/>
                    <a:pt x="608234" y="1367243"/>
                    <a:pt x="795781" y="1367243"/>
                  </a:cubicBezTo>
                  <a:close/>
                  <a:moveTo>
                    <a:pt x="681958" y="3079076"/>
                  </a:moveTo>
                  <a:cubicBezTo>
                    <a:pt x="681958" y="2545962"/>
                    <a:pt x="681958" y="2015800"/>
                    <a:pt x="681958" y="1486591"/>
                  </a:cubicBezTo>
                  <a:cubicBezTo>
                    <a:pt x="643381" y="1486591"/>
                    <a:pt x="607282" y="1486591"/>
                    <a:pt x="572134" y="1486591"/>
                  </a:cubicBezTo>
                  <a:cubicBezTo>
                    <a:pt x="572134" y="2018848"/>
                    <a:pt x="572134" y="2548152"/>
                    <a:pt x="572134" y="3079076"/>
                  </a:cubicBezTo>
                  <a:cubicBezTo>
                    <a:pt x="609187" y="3079076"/>
                    <a:pt x="644334" y="3079076"/>
                    <a:pt x="681958" y="3079076"/>
                  </a:cubicBezTo>
                  <a:close/>
                  <a:moveTo>
                    <a:pt x="453739" y="3079076"/>
                  </a:moveTo>
                  <a:cubicBezTo>
                    <a:pt x="453739" y="2545962"/>
                    <a:pt x="453739" y="2015800"/>
                    <a:pt x="453739" y="1486591"/>
                  </a:cubicBezTo>
                  <a:cubicBezTo>
                    <a:pt x="415162" y="1486591"/>
                    <a:pt x="379158" y="1486591"/>
                    <a:pt x="344011" y="1486591"/>
                  </a:cubicBezTo>
                  <a:cubicBezTo>
                    <a:pt x="344011" y="2018848"/>
                    <a:pt x="344011" y="2548152"/>
                    <a:pt x="344011" y="3079076"/>
                  </a:cubicBezTo>
                  <a:cubicBezTo>
                    <a:pt x="380968" y="3079076"/>
                    <a:pt x="416210" y="3079076"/>
                    <a:pt x="453739" y="30790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38" name="Forme libre : forme 171">
              <a:extLst>
                <a:ext uri="{FF2B5EF4-FFF2-40B4-BE49-F238E27FC236}">
                  <a16:creationId xmlns:a16="http://schemas.microsoft.com/office/drawing/2014/main" id="{BAA50BA2-CAA3-1381-AC1F-D05871D15A32}"/>
                </a:ext>
              </a:extLst>
            </p:cNvPr>
            <p:cNvSpPr/>
            <p:nvPr/>
          </p:nvSpPr>
          <p:spPr>
            <a:xfrm>
              <a:off x="9468875" y="4485453"/>
              <a:ext cx="456059" cy="456156"/>
            </a:xfrm>
            <a:custGeom>
              <a:avLst/>
              <a:gdLst>
                <a:gd name="connsiteX0" fmla="*/ 225272 w 456062"/>
                <a:gd name="connsiteY0" fmla="*/ 342043 h 456154"/>
                <a:gd name="connsiteX1" fmla="*/ 342048 w 456062"/>
                <a:gd name="connsiteY1" fmla="*/ 228219 h 456154"/>
                <a:gd name="connsiteX2" fmla="*/ 229082 w 456062"/>
                <a:gd name="connsiteY2" fmla="*/ 114110 h 456154"/>
                <a:gd name="connsiteX3" fmla="*/ 114115 w 456062"/>
                <a:gd name="connsiteY3" fmla="*/ 226124 h 456154"/>
                <a:gd name="connsiteX4" fmla="*/ 225272 w 456062"/>
                <a:gd name="connsiteY4" fmla="*/ 342043 h 456154"/>
                <a:gd name="connsiteX5" fmla="*/ 226891 w 456062"/>
                <a:gd name="connsiteY5" fmla="*/ 456153 h 456154"/>
                <a:gd name="connsiteX6" fmla="*/ 5 w 456062"/>
                <a:gd name="connsiteY6" fmla="*/ 225933 h 456154"/>
                <a:gd name="connsiteX7" fmla="*/ 227462 w 456062"/>
                <a:gd name="connsiteY7" fmla="*/ 0 h 456154"/>
                <a:gd name="connsiteX8" fmla="*/ 456063 w 456062"/>
                <a:gd name="connsiteY8" fmla="*/ 228410 h 456154"/>
                <a:gd name="connsiteX9" fmla="*/ 226891 w 456062"/>
                <a:gd name="connsiteY9" fmla="*/ 456153 h 456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062" h="456154">
                  <a:moveTo>
                    <a:pt x="225272" y="342043"/>
                  </a:moveTo>
                  <a:cubicBezTo>
                    <a:pt x="288518" y="343567"/>
                    <a:pt x="341953" y="291465"/>
                    <a:pt x="342048" y="228219"/>
                  </a:cubicBezTo>
                  <a:cubicBezTo>
                    <a:pt x="342143" y="166307"/>
                    <a:pt x="290994" y="114681"/>
                    <a:pt x="229082" y="114110"/>
                  </a:cubicBezTo>
                  <a:cubicBezTo>
                    <a:pt x="166979" y="113538"/>
                    <a:pt x="115067" y="164116"/>
                    <a:pt x="114115" y="226124"/>
                  </a:cubicBezTo>
                  <a:cubicBezTo>
                    <a:pt x="113162" y="288132"/>
                    <a:pt x="163454" y="340614"/>
                    <a:pt x="225272" y="342043"/>
                  </a:cubicBezTo>
                  <a:close/>
                  <a:moveTo>
                    <a:pt x="226891" y="456153"/>
                  </a:moveTo>
                  <a:cubicBezTo>
                    <a:pt x="101256" y="455581"/>
                    <a:pt x="-852" y="351949"/>
                    <a:pt x="5" y="225933"/>
                  </a:cubicBezTo>
                  <a:cubicBezTo>
                    <a:pt x="958" y="101823"/>
                    <a:pt x="103161" y="286"/>
                    <a:pt x="227462" y="0"/>
                  </a:cubicBezTo>
                  <a:cubicBezTo>
                    <a:pt x="353478" y="-190"/>
                    <a:pt x="456253" y="102394"/>
                    <a:pt x="456063" y="228410"/>
                  </a:cubicBezTo>
                  <a:cubicBezTo>
                    <a:pt x="455967" y="354140"/>
                    <a:pt x="352716" y="456724"/>
                    <a:pt x="226891" y="4561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4C8B3A08-108D-523D-5EF6-16BA046F51B2}"/>
              </a:ext>
            </a:extLst>
          </p:cNvPr>
          <p:cNvSpPr/>
          <p:nvPr/>
        </p:nvSpPr>
        <p:spPr>
          <a:xfrm>
            <a:off x="3281397" y="1349919"/>
            <a:ext cx="964401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Transport </a:t>
            </a:r>
            <a:b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</a:b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&amp; Industrie</a:t>
            </a:r>
          </a:p>
        </p:txBody>
      </p: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D810290C-3E78-6416-3888-E3B487B56821}"/>
              </a:ext>
            </a:extLst>
          </p:cNvPr>
          <p:cNvGrpSpPr/>
          <p:nvPr/>
        </p:nvGrpSpPr>
        <p:grpSpPr>
          <a:xfrm>
            <a:off x="3590390" y="1179799"/>
            <a:ext cx="359343" cy="359607"/>
            <a:chOff x="7180779" y="2359598"/>
            <a:chExt cx="718685" cy="719214"/>
          </a:xfrm>
        </p:grpSpPr>
        <p:sp>
          <p:nvSpPr>
            <p:cNvPr id="121" name="Forme libre : forme 173">
              <a:extLst>
                <a:ext uri="{FF2B5EF4-FFF2-40B4-BE49-F238E27FC236}">
                  <a16:creationId xmlns:a16="http://schemas.microsoft.com/office/drawing/2014/main" id="{FC9AE277-3465-DADC-14D5-310235EA0745}"/>
                </a:ext>
              </a:extLst>
            </p:cNvPr>
            <p:cNvSpPr/>
            <p:nvPr/>
          </p:nvSpPr>
          <p:spPr>
            <a:xfrm>
              <a:off x="7180779" y="2359598"/>
              <a:ext cx="718685" cy="335822"/>
            </a:xfrm>
            <a:custGeom>
              <a:avLst/>
              <a:gdLst>
                <a:gd name="connsiteX0" fmla="*/ 2267825 w 3420137"/>
                <a:gd name="connsiteY0" fmla="*/ 1503440 h 1598130"/>
                <a:gd name="connsiteX1" fmla="*/ 2213723 w 3420137"/>
                <a:gd name="connsiteY1" fmla="*/ 1597452 h 1598130"/>
                <a:gd name="connsiteX2" fmla="*/ 1893016 w 3420137"/>
                <a:gd name="connsiteY2" fmla="*/ 1596595 h 1598130"/>
                <a:gd name="connsiteX3" fmla="*/ 1832723 w 3420137"/>
                <a:gd name="connsiteY3" fmla="*/ 1572782 h 1598130"/>
                <a:gd name="connsiteX4" fmla="*/ 1484870 w 3420137"/>
                <a:gd name="connsiteY4" fmla="*/ 1283222 h 1598130"/>
                <a:gd name="connsiteX5" fmla="*/ 1408479 w 3420137"/>
                <a:gd name="connsiteY5" fmla="*/ 1254742 h 1598130"/>
                <a:gd name="connsiteX6" fmla="*/ 456837 w 3420137"/>
                <a:gd name="connsiteY6" fmla="*/ 1255600 h 1598130"/>
                <a:gd name="connsiteX7" fmla="*/ 125938 w 3420137"/>
                <a:gd name="connsiteY7" fmla="*/ 1182448 h 1598130"/>
                <a:gd name="connsiteX8" fmla="*/ 875 w 3420137"/>
                <a:gd name="connsiteY8" fmla="*/ 1009569 h 1598130"/>
                <a:gd name="connsiteX9" fmla="*/ 96030 w 3420137"/>
                <a:gd name="connsiteY9" fmla="*/ 819069 h 1598130"/>
                <a:gd name="connsiteX10" fmla="*/ 234237 w 3420137"/>
                <a:gd name="connsiteY10" fmla="*/ 694101 h 1598130"/>
                <a:gd name="connsiteX11" fmla="*/ 495508 w 3420137"/>
                <a:gd name="connsiteY11" fmla="*/ 571133 h 1598130"/>
                <a:gd name="connsiteX12" fmla="*/ 1144161 w 3420137"/>
                <a:gd name="connsiteY12" fmla="*/ 570085 h 1598130"/>
                <a:gd name="connsiteX13" fmla="*/ 1200834 w 3420137"/>
                <a:gd name="connsiteY13" fmla="*/ 549511 h 1598130"/>
                <a:gd name="connsiteX14" fmla="*/ 1829294 w 3420137"/>
                <a:gd name="connsiteY14" fmla="*/ 28875 h 1598130"/>
                <a:gd name="connsiteX15" fmla="*/ 1902351 w 3420137"/>
                <a:gd name="connsiteY15" fmla="*/ 1824 h 1598130"/>
                <a:gd name="connsiteX16" fmla="*/ 2208865 w 3420137"/>
                <a:gd name="connsiteY16" fmla="*/ 681 h 1598130"/>
                <a:gd name="connsiteX17" fmla="*/ 2265158 w 3420137"/>
                <a:gd name="connsiteY17" fmla="*/ 99836 h 1598130"/>
                <a:gd name="connsiteX18" fmla="*/ 2006840 w 3420137"/>
                <a:gd name="connsiteY18" fmla="*/ 530461 h 1598130"/>
                <a:gd name="connsiteX19" fmla="*/ 1983218 w 3420137"/>
                <a:gd name="connsiteY19" fmla="*/ 570943 h 1598130"/>
                <a:gd name="connsiteX20" fmla="*/ 2020556 w 3420137"/>
                <a:gd name="connsiteY20" fmla="*/ 570943 h 1598130"/>
                <a:gd name="connsiteX21" fmla="*/ 2733502 w 3420137"/>
                <a:gd name="connsiteY21" fmla="*/ 571514 h 1598130"/>
                <a:gd name="connsiteX22" fmla="*/ 2786366 w 3420137"/>
                <a:gd name="connsiteY22" fmla="*/ 544844 h 1598130"/>
                <a:gd name="connsiteX23" fmla="*/ 3078307 w 3420137"/>
                <a:gd name="connsiteY23" fmla="*/ 153748 h 1598130"/>
                <a:gd name="connsiteX24" fmla="*/ 3156126 w 3420137"/>
                <a:gd name="connsiteY24" fmla="*/ 114124 h 1598130"/>
                <a:gd name="connsiteX25" fmla="*/ 3352151 w 3420137"/>
                <a:gd name="connsiteY25" fmla="*/ 114790 h 1598130"/>
                <a:gd name="connsiteX26" fmla="*/ 3416540 w 3420137"/>
                <a:gd name="connsiteY26" fmla="*/ 197753 h 1598130"/>
                <a:gd name="connsiteX27" fmla="*/ 3347484 w 3420137"/>
                <a:gd name="connsiteY27" fmla="*/ 473978 h 1598130"/>
                <a:gd name="connsiteX28" fmla="*/ 3306907 w 3420137"/>
                <a:gd name="connsiteY28" fmla="*/ 796876 h 1598130"/>
                <a:gd name="connsiteX29" fmla="*/ 3165271 w 3420137"/>
                <a:gd name="connsiteY29" fmla="*/ 1010617 h 1598130"/>
                <a:gd name="connsiteX30" fmla="*/ 2676067 w 3420137"/>
                <a:gd name="connsiteY30" fmla="*/ 1214833 h 1598130"/>
                <a:gd name="connsiteX31" fmla="*/ 2471850 w 3420137"/>
                <a:gd name="connsiteY31" fmla="*/ 1255790 h 1598130"/>
                <a:gd name="connsiteX32" fmla="*/ 2121807 w 3420137"/>
                <a:gd name="connsiteY32" fmla="*/ 1255409 h 1598130"/>
                <a:gd name="connsiteX33" fmla="*/ 2139904 w 3420137"/>
                <a:gd name="connsiteY33" fmla="*/ 1289509 h 1598130"/>
                <a:gd name="connsiteX34" fmla="*/ 2267825 w 3420137"/>
                <a:gd name="connsiteY34" fmla="*/ 1503440 h 1598130"/>
                <a:gd name="connsiteX35" fmla="*/ 1890540 w 3420137"/>
                <a:gd name="connsiteY35" fmla="*/ 1473246 h 1598130"/>
                <a:gd name="connsiteX36" fmla="*/ 1919400 w 3420137"/>
                <a:gd name="connsiteY36" fmla="*/ 1483152 h 1598130"/>
                <a:gd name="connsiteX37" fmla="*/ 2118949 w 3420137"/>
                <a:gd name="connsiteY37" fmla="*/ 1483533 h 1598130"/>
                <a:gd name="connsiteX38" fmla="*/ 2114473 w 3420137"/>
                <a:gd name="connsiteY38" fmla="*/ 1469341 h 1598130"/>
                <a:gd name="connsiteX39" fmla="*/ 1859393 w 3420137"/>
                <a:gd name="connsiteY39" fmla="*/ 1045669 h 1598130"/>
                <a:gd name="connsiteX40" fmla="*/ 1822531 w 3420137"/>
                <a:gd name="connsiteY40" fmla="*/ 1028047 h 1598130"/>
                <a:gd name="connsiteX41" fmla="*/ 1388001 w 3420137"/>
                <a:gd name="connsiteY41" fmla="*/ 1027285 h 1598130"/>
                <a:gd name="connsiteX42" fmla="*/ 1363712 w 3420137"/>
                <a:gd name="connsiteY42" fmla="*/ 1028809 h 1598130"/>
                <a:gd name="connsiteX43" fmla="*/ 1368284 w 3420137"/>
                <a:gd name="connsiteY43" fmla="*/ 1037763 h 1598130"/>
                <a:gd name="connsiteX44" fmla="*/ 1890540 w 3420137"/>
                <a:gd name="connsiteY44" fmla="*/ 1473246 h 1598130"/>
                <a:gd name="connsiteX45" fmla="*/ 167372 w 3420137"/>
                <a:gd name="connsiteY45" fmla="*/ 1075482 h 1598130"/>
                <a:gd name="connsiteX46" fmla="*/ 449026 w 3420137"/>
                <a:gd name="connsiteY46" fmla="*/ 1141395 h 1598130"/>
                <a:gd name="connsiteX47" fmla="*/ 1275891 w 3420137"/>
                <a:gd name="connsiteY47" fmla="*/ 1141300 h 1598130"/>
                <a:gd name="connsiteX48" fmla="*/ 1313420 w 3420137"/>
                <a:gd name="connsiteY48" fmla="*/ 1141300 h 1598130"/>
                <a:gd name="connsiteX49" fmla="*/ 1173021 w 3420137"/>
                <a:gd name="connsiteY49" fmla="*/ 1024523 h 1598130"/>
                <a:gd name="connsiteX50" fmla="*/ 1144256 w 3420137"/>
                <a:gd name="connsiteY50" fmla="*/ 951085 h 1598130"/>
                <a:gd name="connsiteX51" fmla="*/ 1213312 w 3420137"/>
                <a:gd name="connsiteY51" fmla="*/ 912890 h 1598130"/>
                <a:gd name="connsiteX52" fmla="*/ 1861965 w 3420137"/>
                <a:gd name="connsiteY52" fmla="*/ 912604 h 1598130"/>
                <a:gd name="connsiteX53" fmla="*/ 1942260 w 3420137"/>
                <a:gd name="connsiteY53" fmla="*/ 959277 h 1598130"/>
                <a:gd name="connsiteX54" fmla="*/ 2034843 w 3420137"/>
                <a:gd name="connsiteY54" fmla="*/ 1115392 h 1598130"/>
                <a:gd name="connsiteX55" fmla="*/ 2079230 w 3420137"/>
                <a:gd name="connsiteY55" fmla="*/ 1141871 h 1598130"/>
                <a:gd name="connsiteX56" fmla="*/ 2492615 w 3420137"/>
                <a:gd name="connsiteY56" fmla="*/ 1140442 h 1598130"/>
                <a:gd name="connsiteX57" fmla="*/ 2600152 w 3420137"/>
                <a:gd name="connsiteY57" fmla="*/ 1120726 h 1598130"/>
                <a:gd name="connsiteX58" fmla="*/ 3151935 w 3420137"/>
                <a:gd name="connsiteY58" fmla="*/ 890983 h 1598130"/>
                <a:gd name="connsiteX59" fmla="*/ 3190988 w 3420137"/>
                <a:gd name="connsiteY59" fmla="*/ 845929 h 1598130"/>
                <a:gd name="connsiteX60" fmla="*/ 3192893 w 3420137"/>
                <a:gd name="connsiteY60" fmla="*/ 685052 h 1598130"/>
                <a:gd name="connsiteX61" fmla="*/ 3150316 w 3420137"/>
                <a:gd name="connsiteY61" fmla="*/ 685052 h 1598130"/>
                <a:gd name="connsiteX62" fmla="*/ 519987 w 3420137"/>
                <a:gd name="connsiteY62" fmla="*/ 685052 h 1598130"/>
                <a:gd name="connsiteX63" fmla="*/ 477220 w 3420137"/>
                <a:gd name="connsiteY63" fmla="*/ 685909 h 1598130"/>
                <a:gd name="connsiteX64" fmla="*/ 300817 w 3420137"/>
                <a:gd name="connsiteY64" fmla="*/ 794399 h 1598130"/>
                <a:gd name="connsiteX65" fmla="*/ 306723 w 3420137"/>
                <a:gd name="connsiteY65" fmla="*/ 798114 h 1598130"/>
                <a:gd name="connsiteX66" fmla="*/ 388638 w 3420137"/>
                <a:gd name="connsiteY66" fmla="*/ 799162 h 1598130"/>
                <a:gd name="connsiteX67" fmla="*/ 455503 w 3420137"/>
                <a:gd name="connsiteY67" fmla="*/ 856788 h 1598130"/>
                <a:gd name="connsiteX68" fmla="*/ 387399 w 3420137"/>
                <a:gd name="connsiteY68" fmla="*/ 913081 h 1598130"/>
                <a:gd name="connsiteX69" fmla="*/ 187851 w 3420137"/>
                <a:gd name="connsiteY69" fmla="*/ 912604 h 1598130"/>
                <a:gd name="connsiteX70" fmla="*/ 120509 w 3420137"/>
                <a:gd name="connsiteY70" fmla="*/ 959086 h 1598130"/>
                <a:gd name="connsiteX71" fmla="*/ 167372 w 3420137"/>
                <a:gd name="connsiteY71" fmla="*/ 1075482 h 1598130"/>
                <a:gd name="connsiteX72" fmla="*/ 3291572 w 3420137"/>
                <a:gd name="connsiteY72" fmla="*/ 228709 h 1598130"/>
                <a:gd name="connsiteX73" fmla="*/ 3195941 w 3420137"/>
                <a:gd name="connsiteY73" fmla="*/ 228233 h 1598130"/>
                <a:gd name="connsiteX74" fmla="*/ 3145935 w 3420137"/>
                <a:gd name="connsiteY74" fmla="*/ 253284 h 1598130"/>
                <a:gd name="connsiteX75" fmla="*/ 2932860 w 3420137"/>
                <a:gd name="connsiteY75" fmla="*/ 538462 h 1598130"/>
                <a:gd name="connsiteX76" fmla="*/ 2912001 w 3420137"/>
                <a:gd name="connsiteY76" fmla="*/ 569609 h 1598130"/>
                <a:gd name="connsiteX77" fmla="*/ 3206418 w 3420137"/>
                <a:gd name="connsiteY77" fmla="*/ 569609 h 1598130"/>
                <a:gd name="connsiteX78" fmla="*/ 3291572 w 3420137"/>
                <a:gd name="connsiteY78" fmla="*/ 228709 h 1598130"/>
                <a:gd name="connsiteX79" fmla="*/ 2093041 w 3420137"/>
                <a:gd name="connsiteY79" fmla="*/ 165082 h 1598130"/>
                <a:gd name="connsiteX80" fmla="*/ 2122378 w 3420137"/>
                <a:gd name="connsiteY80" fmla="*/ 114695 h 1598130"/>
                <a:gd name="connsiteX81" fmla="*/ 1929497 w 3420137"/>
                <a:gd name="connsiteY81" fmla="*/ 115457 h 1598130"/>
                <a:gd name="connsiteX82" fmla="*/ 1882253 w 3420137"/>
                <a:gd name="connsiteY82" fmla="*/ 132602 h 1598130"/>
                <a:gd name="connsiteX83" fmla="*/ 1548021 w 3420137"/>
                <a:gd name="connsiteY83" fmla="*/ 409970 h 1598130"/>
                <a:gd name="connsiteX84" fmla="*/ 1357711 w 3420137"/>
                <a:gd name="connsiteY84" fmla="*/ 569038 h 1598130"/>
                <a:gd name="connsiteX85" fmla="*/ 1381714 w 3420137"/>
                <a:gd name="connsiteY85" fmla="*/ 570847 h 1598130"/>
                <a:gd name="connsiteX86" fmla="*/ 1826817 w 3420137"/>
                <a:gd name="connsiteY86" fmla="*/ 569895 h 1598130"/>
                <a:gd name="connsiteX87" fmla="*/ 1863584 w 3420137"/>
                <a:gd name="connsiteY87" fmla="*/ 545987 h 1598130"/>
                <a:gd name="connsiteX88" fmla="*/ 2093041 w 3420137"/>
                <a:gd name="connsiteY88" fmla="*/ 165082 h 159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3420137" h="1598130">
                  <a:moveTo>
                    <a:pt x="2267825" y="1503440"/>
                  </a:moveTo>
                  <a:cubicBezTo>
                    <a:pt x="2297448" y="1554208"/>
                    <a:pt x="2272683" y="1597071"/>
                    <a:pt x="2213723" y="1597452"/>
                  </a:cubicBezTo>
                  <a:cubicBezTo>
                    <a:pt x="2106852" y="1598119"/>
                    <a:pt x="1999887" y="1598881"/>
                    <a:pt x="1893016" y="1596595"/>
                  </a:cubicBezTo>
                  <a:cubicBezTo>
                    <a:pt x="1872538" y="1596118"/>
                    <a:pt x="1848915" y="1585927"/>
                    <a:pt x="1832723" y="1572782"/>
                  </a:cubicBezTo>
                  <a:cubicBezTo>
                    <a:pt x="1715851" y="1477437"/>
                    <a:pt x="1600027" y="1380758"/>
                    <a:pt x="1484870" y="1283222"/>
                  </a:cubicBezTo>
                  <a:cubicBezTo>
                    <a:pt x="1461915" y="1263791"/>
                    <a:pt x="1439245" y="1254647"/>
                    <a:pt x="1408479" y="1254742"/>
                  </a:cubicBezTo>
                  <a:cubicBezTo>
                    <a:pt x="1091297" y="1255885"/>
                    <a:pt x="774019" y="1255124"/>
                    <a:pt x="456837" y="1255600"/>
                  </a:cubicBezTo>
                  <a:cubicBezTo>
                    <a:pt x="340917" y="1255695"/>
                    <a:pt x="230713" y="1231787"/>
                    <a:pt x="125938" y="1182448"/>
                  </a:cubicBezTo>
                  <a:cubicBezTo>
                    <a:pt x="52500" y="1147777"/>
                    <a:pt x="7638" y="1091103"/>
                    <a:pt x="875" y="1009569"/>
                  </a:cubicBezTo>
                  <a:cubicBezTo>
                    <a:pt x="-5983" y="928130"/>
                    <a:pt x="27640" y="863551"/>
                    <a:pt x="96030" y="819069"/>
                  </a:cubicBezTo>
                  <a:cubicBezTo>
                    <a:pt x="148989" y="784684"/>
                    <a:pt x="195090" y="745822"/>
                    <a:pt x="234237" y="694101"/>
                  </a:cubicBezTo>
                  <a:cubicBezTo>
                    <a:pt x="297960" y="609805"/>
                    <a:pt x="389781" y="571514"/>
                    <a:pt x="495508" y="571133"/>
                  </a:cubicBezTo>
                  <a:cubicBezTo>
                    <a:pt x="711726" y="570466"/>
                    <a:pt x="927943" y="571514"/>
                    <a:pt x="1144161" y="570085"/>
                  </a:cubicBezTo>
                  <a:cubicBezTo>
                    <a:pt x="1163306" y="569895"/>
                    <a:pt x="1186071" y="561608"/>
                    <a:pt x="1200834" y="549511"/>
                  </a:cubicBezTo>
                  <a:cubicBezTo>
                    <a:pt x="1410670" y="376442"/>
                    <a:pt x="1619077" y="201563"/>
                    <a:pt x="1829294" y="28875"/>
                  </a:cubicBezTo>
                  <a:cubicBezTo>
                    <a:pt x="1848439" y="13159"/>
                    <a:pt x="1877490" y="2586"/>
                    <a:pt x="1902351" y="1824"/>
                  </a:cubicBezTo>
                  <a:cubicBezTo>
                    <a:pt x="2004459" y="-1129"/>
                    <a:pt x="2106662" y="300"/>
                    <a:pt x="2208865" y="681"/>
                  </a:cubicBezTo>
                  <a:cubicBezTo>
                    <a:pt x="2274492" y="967"/>
                    <a:pt x="2298781" y="43448"/>
                    <a:pt x="2265158" y="99836"/>
                  </a:cubicBezTo>
                  <a:cubicBezTo>
                    <a:pt x="2179338" y="243664"/>
                    <a:pt x="2092946" y="386920"/>
                    <a:pt x="2006840" y="530461"/>
                  </a:cubicBezTo>
                  <a:cubicBezTo>
                    <a:pt x="1999791" y="542272"/>
                    <a:pt x="1993029" y="554274"/>
                    <a:pt x="1983218" y="570943"/>
                  </a:cubicBezTo>
                  <a:cubicBezTo>
                    <a:pt x="1999791" y="570943"/>
                    <a:pt x="2010174" y="570943"/>
                    <a:pt x="2020556" y="570943"/>
                  </a:cubicBezTo>
                  <a:cubicBezTo>
                    <a:pt x="2258205" y="570943"/>
                    <a:pt x="2495853" y="570562"/>
                    <a:pt x="2733502" y="571514"/>
                  </a:cubicBezTo>
                  <a:cubicBezTo>
                    <a:pt x="2757600" y="571609"/>
                    <a:pt x="2772269" y="563894"/>
                    <a:pt x="2786366" y="544844"/>
                  </a:cubicBezTo>
                  <a:cubicBezTo>
                    <a:pt x="2883235" y="414161"/>
                    <a:pt x="2981628" y="284621"/>
                    <a:pt x="3078307" y="153748"/>
                  </a:cubicBezTo>
                  <a:cubicBezTo>
                    <a:pt x="3098596" y="126316"/>
                    <a:pt x="3121551" y="113171"/>
                    <a:pt x="3156126" y="114124"/>
                  </a:cubicBezTo>
                  <a:cubicBezTo>
                    <a:pt x="3221468" y="115933"/>
                    <a:pt x="3286809" y="114314"/>
                    <a:pt x="3352151" y="114790"/>
                  </a:cubicBezTo>
                  <a:cubicBezTo>
                    <a:pt x="3406920" y="115171"/>
                    <a:pt x="3429589" y="144508"/>
                    <a:pt x="3416540" y="197753"/>
                  </a:cubicBezTo>
                  <a:cubicBezTo>
                    <a:pt x="3394061" y="289955"/>
                    <a:pt x="3373963" y="382919"/>
                    <a:pt x="3347484" y="473978"/>
                  </a:cubicBezTo>
                  <a:cubicBezTo>
                    <a:pt x="3316527" y="579896"/>
                    <a:pt x="3303478" y="686576"/>
                    <a:pt x="3306907" y="796876"/>
                  </a:cubicBezTo>
                  <a:cubicBezTo>
                    <a:pt x="3310717" y="920605"/>
                    <a:pt x="3279761" y="962801"/>
                    <a:pt x="3165271" y="1010617"/>
                  </a:cubicBezTo>
                  <a:cubicBezTo>
                    <a:pt x="3002202" y="1078720"/>
                    <a:pt x="2838849" y="1146158"/>
                    <a:pt x="2676067" y="1214833"/>
                  </a:cubicBezTo>
                  <a:cubicBezTo>
                    <a:pt x="2610439" y="1242550"/>
                    <a:pt x="2543193" y="1256647"/>
                    <a:pt x="2471850" y="1255790"/>
                  </a:cubicBezTo>
                  <a:cubicBezTo>
                    <a:pt x="2356884" y="1254457"/>
                    <a:pt x="2241917" y="1255409"/>
                    <a:pt x="2121807" y="1255409"/>
                  </a:cubicBezTo>
                  <a:cubicBezTo>
                    <a:pt x="2129332" y="1269601"/>
                    <a:pt x="2134094" y="1279793"/>
                    <a:pt x="2139904" y="1289509"/>
                  </a:cubicBezTo>
                  <a:cubicBezTo>
                    <a:pt x="2182481" y="1360851"/>
                    <a:pt x="2226010" y="1431622"/>
                    <a:pt x="2267825" y="1503440"/>
                  </a:cubicBezTo>
                  <a:close/>
                  <a:moveTo>
                    <a:pt x="1890540" y="1473246"/>
                  </a:moveTo>
                  <a:cubicBezTo>
                    <a:pt x="1897969" y="1479342"/>
                    <a:pt x="1909685" y="1482962"/>
                    <a:pt x="1919400" y="1483152"/>
                  </a:cubicBezTo>
                  <a:cubicBezTo>
                    <a:pt x="1984647" y="1484009"/>
                    <a:pt x="2049893" y="1483533"/>
                    <a:pt x="2118949" y="1483533"/>
                  </a:cubicBezTo>
                  <a:cubicBezTo>
                    <a:pt x="2116568" y="1475722"/>
                    <a:pt x="2116187" y="1472103"/>
                    <a:pt x="2114473" y="1469341"/>
                  </a:cubicBezTo>
                  <a:cubicBezTo>
                    <a:pt x="2029795" y="1327895"/>
                    <a:pt x="1945404" y="1186258"/>
                    <a:pt x="1859393" y="1045669"/>
                  </a:cubicBezTo>
                  <a:cubicBezTo>
                    <a:pt x="1853297" y="1035667"/>
                    <a:pt x="1835104" y="1028143"/>
                    <a:pt x="1822531" y="1028047"/>
                  </a:cubicBezTo>
                  <a:cubicBezTo>
                    <a:pt x="1677656" y="1026809"/>
                    <a:pt x="1532876" y="1027285"/>
                    <a:pt x="1388001" y="1027285"/>
                  </a:cubicBezTo>
                  <a:cubicBezTo>
                    <a:pt x="1380381" y="1027381"/>
                    <a:pt x="1372761" y="1028238"/>
                    <a:pt x="1363712" y="1028809"/>
                  </a:cubicBezTo>
                  <a:cubicBezTo>
                    <a:pt x="1366284" y="1033953"/>
                    <a:pt x="1366760" y="1036525"/>
                    <a:pt x="1368284" y="1037763"/>
                  </a:cubicBezTo>
                  <a:cubicBezTo>
                    <a:pt x="1542211" y="1183114"/>
                    <a:pt x="1716137" y="1328466"/>
                    <a:pt x="1890540" y="1473246"/>
                  </a:cubicBezTo>
                  <a:close/>
                  <a:moveTo>
                    <a:pt x="167372" y="1075482"/>
                  </a:moveTo>
                  <a:cubicBezTo>
                    <a:pt x="256050" y="1119392"/>
                    <a:pt x="349966" y="1141395"/>
                    <a:pt x="449026" y="1141395"/>
                  </a:cubicBezTo>
                  <a:cubicBezTo>
                    <a:pt x="724680" y="1141300"/>
                    <a:pt x="1000333" y="1141300"/>
                    <a:pt x="1275891" y="1141300"/>
                  </a:cubicBezTo>
                  <a:cubicBezTo>
                    <a:pt x="1284940" y="1141300"/>
                    <a:pt x="1293989" y="1141300"/>
                    <a:pt x="1313420" y="1141300"/>
                  </a:cubicBezTo>
                  <a:cubicBezTo>
                    <a:pt x="1260556" y="1097294"/>
                    <a:pt x="1217122" y="1060433"/>
                    <a:pt x="1173021" y="1024523"/>
                  </a:cubicBezTo>
                  <a:cubicBezTo>
                    <a:pt x="1149209" y="1005092"/>
                    <a:pt x="1132254" y="983375"/>
                    <a:pt x="1144256" y="951085"/>
                  </a:cubicBezTo>
                  <a:cubicBezTo>
                    <a:pt x="1156067" y="919272"/>
                    <a:pt x="1182261" y="912890"/>
                    <a:pt x="1213312" y="912890"/>
                  </a:cubicBezTo>
                  <a:cubicBezTo>
                    <a:pt x="1429530" y="913462"/>
                    <a:pt x="1645747" y="913843"/>
                    <a:pt x="1861965" y="912604"/>
                  </a:cubicBezTo>
                  <a:cubicBezTo>
                    <a:pt x="1900065" y="912414"/>
                    <a:pt x="1923973" y="926606"/>
                    <a:pt x="1942260" y="959277"/>
                  </a:cubicBezTo>
                  <a:cubicBezTo>
                    <a:pt x="1971788" y="1012045"/>
                    <a:pt x="2004935" y="1062814"/>
                    <a:pt x="2034843" y="1115392"/>
                  </a:cubicBezTo>
                  <a:cubicBezTo>
                    <a:pt x="2045416" y="1133870"/>
                    <a:pt x="2056846" y="1142062"/>
                    <a:pt x="2079230" y="1141871"/>
                  </a:cubicBezTo>
                  <a:cubicBezTo>
                    <a:pt x="2216961" y="1140824"/>
                    <a:pt x="2354883" y="1142633"/>
                    <a:pt x="2492615" y="1140442"/>
                  </a:cubicBezTo>
                  <a:cubicBezTo>
                    <a:pt x="2528715" y="1139871"/>
                    <a:pt x="2566910" y="1134061"/>
                    <a:pt x="2600152" y="1120726"/>
                  </a:cubicBezTo>
                  <a:cubicBezTo>
                    <a:pt x="2784937" y="1046240"/>
                    <a:pt x="2968770" y="969278"/>
                    <a:pt x="3151935" y="890983"/>
                  </a:cubicBezTo>
                  <a:cubicBezTo>
                    <a:pt x="3168890" y="883744"/>
                    <a:pt x="3189464" y="862408"/>
                    <a:pt x="3190988" y="845929"/>
                  </a:cubicBezTo>
                  <a:cubicBezTo>
                    <a:pt x="3196036" y="793447"/>
                    <a:pt x="3192893" y="740107"/>
                    <a:pt x="3192893" y="685052"/>
                  </a:cubicBezTo>
                  <a:cubicBezTo>
                    <a:pt x="3176129" y="685052"/>
                    <a:pt x="3163175" y="685052"/>
                    <a:pt x="3150316" y="685052"/>
                  </a:cubicBezTo>
                  <a:cubicBezTo>
                    <a:pt x="2273540" y="685052"/>
                    <a:pt x="1396764" y="685052"/>
                    <a:pt x="519987" y="685052"/>
                  </a:cubicBezTo>
                  <a:cubicBezTo>
                    <a:pt x="505700" y="685052"/>
                    <a:pt x="491317" y="684385"/>
                    <a:pt x="477220" y="685909"/>
                  </a:cubicBezTo>
                  <a:cubicBezTo>
                    <a:pt x="401211" y="693815"/>
                    <a:pt x="342156" y="728772"/>
                    <a:pt x="300817" y="794399"/>
                  </a:cubicBezTo>
                  <a:cubicBezTo>
                    <a:pt x="305008" y="797066"/>
                    <a:pt x="305865" y="798114"/>
                    <a:pt x="306723" y="798114"/>
                  </a:cubicBezTo>
                  <a:cubicBezTo>
                    <a:pt x="334059" y="798495"/>
                    <a:pt x="361396" y="798685"/>
                    <a:pt x="388638" y="799162"/>
                  </a:cubicBezTo>
                  <a:cubicBezTo>
                    <a:pt x="430452" y="799924"/>
                    <a:pt x="455884" y="822022"/>
                    <a:pt x="455503" y="856788"/>
                  </a:cubicBezTo>
                  <a:cubicBezTo>
                    <a:pt x="455122" y="891173"/>
                    <a:pt x="429500" y="912795"/>
                    <a:pt x="387399" y="913081"/>
                  </a:cubicBezTo>
                  <a:cubicBezTo>
                    <a:pt x="320915" y="913462"/>
                    <a:pt x="254335" y="914700"/>
                    <a:pt x="187851" y="912604"/>
                  </a:cubicBezTo>
                  <a:cubicBezTo>
                    <a:pt x="151751" y="911366"/>
                    <a:pt x="132796" y="929559"/>
                    <a:pt x="120509" y="959086"/>
                  </a:cubicBezTo>
                  <a:cubicBezTo>
                    <a:pt x="101840" y="1004140"/>
                    <a:pt x="120890" y="1052527"/>
                    <a:pt x="167372" y="1075482"/>
                  </a:cubicBezTo>
                  <a:close/>
                  <a:moveTo>
                    <a:pt x="3291572" y="228709"/>
                  </a:moveTo>
                  <a:cubicBezTo>
                    <a:pt x="3257187" y="228709"/>
                    <a:pt x="3226421" y="230329"/>
                    <a:pt x="3195941" y="228233"/>
                  </a:cubicBezTo>
                  <a:cubicBezTo>
                    <a:pt x="3172891" y="226614"/>
                    <a:pt x="3159270" y="235282"/>
                    <a:pt x="3145935" y="253284"/>
                  </a:cubicBezTo>
                  <a:cubicBezTo>
                    <a:pt x="3075545" y="348915"/>
                    <a:pt x="3003917" y="443498"/>
                    <a:pt x="2932860" y="538462"/>
                  </a:cubicBezTo>
                  <a:cubicBezTo>
                    <a:pt x="2926098" y="547511"/>
                    <a:pt x="2920192" y="557227"/>
                    <a:pt x="2912001" y="569609"/>
                  </a:cubicBezTo>
                  <a:cubicBezTo>
                    <a:pt x="3012204" y="569609"/>
                    <a:pt x="3107930" y="569609"/>
                    <a:pt x="3206418" y="569609"/>
                  </a:cubicBezTo>
                  <a:cubicBezTo>
                    <a:pt x="3234517" y="457119"/>
                    <a:pt x="3262521" y="344819"/>
                    <a:pt x="3291572" y="228709"/>
                  </a:cubicBezTo>
                  <a:close/>
                  <a:moveTo>
                    <a:pt x="2093041" y="165082"/>
                  </a:moveTo>
                  <a:cubicBezTo>
                    <a:pt x="2101995" y="150128"/>
                    <a:pt x="2110567" y="134983"/>
                    <a:pt x="2122378" y="114695"/>
                  </a:cubicBezTo>
                  <a:cubicBezTo>
                    <a:pt x="2054274" y="114695"/>
                    <a:pt x="1991886" y="113457"/>
                    <a:pt x="1929497" y="115457"/>
                  </a:cubicBezTo>
                  <a:cubicBezTo>
                    <a:pt x="1913400" y="115933"/>
                    <a:pt x="1894635" y="122506"/>
                    <a:pt x="1882253" y="132602"/>
                  </a:cubicBezTo>
                  <a:cubicBezTo>
                    <a:pt x="1770144" y="224233"/>
                    <a:pt x="1659273" y="317292"/>
                    <a:pt x="1548021" y="409970"/>
                  </a:cubicBezTo>
                  <a:cubicBezTo>
                    <a:pt x="1486489" y="461310"/>
                    <a:pt x="1425053" y="512745"/>
                    <a:pt x="1357711" y="569038"/>
                  </a:cubicBezTo>
                  <a:cubicBezTo>
                    <a:pt x="1370951" y="570085"/>
                    <a:pt x="1376285" y="570847"/>
                    <a:pt x="1381714" y="570847"/>
                  </a:cubicBezTo>
                  <a:cubicBezTo>
                    <a:pt x="1530019" y="570943"/>
                    <a:pt x="1678418" y="571514"/>
                    <a:pt x="1826817" y="569895"/>
                  </a:cubicBezTo>
                  <a:cubicBezTo>
                    <a:pt x="1839390" y="569704"/>
                    <a:pt x="1856535" y="557512"/>
                    <a:pt x="1863584" y="545987"/>
                  </a:cubicBezTo>
                  <a:cubicBezTo>
                    <a:pt x="1940927" y="419590"/>
                    <a:pt x="2016841" y="292241"/>
                    <a:pt x="2093041" y="165082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2" name="Forme libre : forme 174">
              <a:extLst>
                <a:ext uri="{FF2B5EF4-FFF2-40B4-BE49-F238E27FC236}">
                  <a16:creationId xmlns:a16="http://schemas.microsoft.com/office/drawing/2014/main" id="{FB413104-EC2D-D893-5D36-D451BA494079}"/>
                </a:ext>
              </a:extLst>
            </p:cNvPr>
            <p:cNvSpPr/>
            <p:nvPr/>
          </p:nvSpPr>
          <p:spPr>
            <a:xfrm>
              <a:off x="7780018" y="3054951"/>
              <a:ext cx="23858" cy="23858"/>
            </a:xfrm>
            <a:custGeom>
              <a:avLst/>
              <a:gdLst>
                <a:gd name="connsiteX0" fmla="*/ 56865 w 113538"/>
                <a:gd name="connsiteY0" fmla="*/ 113538 h 113538"/>
                <a:gd name="connsiteX1" fmla="*/ 0 w 113538"/>
                <a:gd name="connsiteY1" fmla="*/ 56865 h 113538"/>
                <a:gd name="connsiteX2" fmla="*/ 56579 w 113538"/>
                <a:gd name="connsiteY2" fmla="*/ 0 h 113538"/>
                <a:gd name="connsiteX3" fmla="*/ 113538 w 113538"/>
                <a:gd name="connsiteY3" fmla="*/ 56579 h 113538"/>
                <a:gd name="connsiteX4" fmla="*/ 56865 w 113538"/>
                <a:gd name="connsiteY4" fmla="*/ 113538 h 1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38" h="113538">
                  <a:moveTo>
                    <a:pt x="56865" y="113538"/>
                  </a:moveTo>
                  <a:cubicBezTo>
                    <a:pt x="26004" y="113633"/>
                    <a:pt x="96" y="87821"/>
                    <a:pt x="0" y="56865"/>
                  </a:cubicBezTo>
                  <a:cubicBezTo>
                    <a:pt x="-95" y="25813"/>
                    <a:pt x="25527" y="95"/>
                    <a:pt x="56579" y="0"/>
                  </a:cubicBezTo>
                  <a:cubicBezTo>
                    <a:pt x="87535" y="-95"/>
                    <a:pt x="113348" y="25623"/>
                    <a:pt x="113538" y="56579"/>
                  </a:cubicBezTo>
                  <a:cubicBezTo>
                    <a:pt x="113633" y="87440"/>
                    <a:pt x="87725" y="113443"/>
                    <a:pt x="56865" y="113538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4" name="Forme libre : forme 175">
              <a:extLst>
                <a:ext uri="{FF2B5EF4-FFF2-40B4-BE49-F238E27FC236}">
                  <a16:creationId xmlns:a16="http://schemas.microsoft.com/office/drawing/2014/main" id="{2D71EC34-F693-92D5-164D-ABAB750CC0E4}"/>
                </a:ext>
              </a:extLst>
            </p:cNvPr>
            <p:cNvSpPr/>
            <p:nvPr/>
          </p:nvSpPr>
          <p:spPr>
            <a:xfrm>
              <a:off x="7660090" y="2527669"/>
              <a:ext cx="24153" cy="35747"/>
            </a:xfrm>
            <a:custGeom>
              <a:avLst/>
              <a:gdLst>
                <a:gd name="connsiteX0" fmla="*/ 651 w 114940"/>
                <a:gd name="connsiteY0" fmla="*/ 81344 h 170117"/>
                <a:gd name="connsiteX1" fmla="*/ 937 w 114940"/>
                <a:gd name="connsiteY1" fmla="*/ 49340 h 170117"/>
                <a:gd name="connsiteX2" fmla="*/ 56944 w 114940"/>
                <a:gd name="connsiteY2" fmla="*/ 0 h 170117"/>
                <a:gd name="connsiteX3" fmla="*/ 112951 w 114940"/>
                <a:gd name="connsiteY3" fmla="*/ 49149 h 170117"/>
                <a:gd name="connsiteX4" fmla="*/ 113713 w 114940"/>
                <a:gd name="connsiteY4" fmla="*/ 113157 h 170117"/>
                <a:gd name="connsiteX5" fmla="*/ 57229 w 114940"/>
                <a:gd name="connsiteY5" fmla="*/ 170117 h 170117"/>
                <a:gd name="connsiteX6" fmla="*/ 365 w 114940"/>
                <a:gd name="connsiteY6" fmla="*/ 113443 h 170117"/>
                <a:gd name="connsiteX7" fmla="*/ 270 w 114940"/>
                <a:gd name="connsiteY7" fmla="*/ 81344 h 170117"/>
                <a:gd name="connsiteX8" fmla="*/ 651 w 114940"/>
                <a:gd name="connsiteY8" fmla="*/ 81344 h 170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940" h="170117">
                  <a:moveTo>
                    <a:pt x="651" y="81344"/>
                  </a:moveTo>
                  <a:cubicBezTo>
                    <a:pt x="651" y="70676"/>
                    <a:pt x="-873" y="59722"/>
                    <a:pt x="937" y="49340"/>
                  </a:cubicBezTo>
                  <a:cubicBezTo>
                    <a:pt x="6556" y="18574"/>
                    <a:pt x="25511" y="96"/>
                    <a:pt x="56944" y="0"/>
                  </a:cubicBezTo>
                  <a:cubicBezTo>
                    <a:pt x="88471" y="-95"/>
                    <a:pt x="108474" y="18384"/>
                    <a:pt x="112951" y="49149"/>
                  </a:cubicBezTo>
                  <a:cubicBezTo>
                    <a:pt x="115999" y="70104"/>
                    <a:pt x="114951" y="91917"/>
                    <a:pt x="113713" y="113157"/>
                  </a:cubicBezTo>
                  <a:cubicBezTo>
                    <a:pt x="111808" y="147162"/>
                    <a:pt x="88186" y="170022"/>
                    <a:pt x="57229" y="170117"/>
                  </a:cubicBezTo>
                  <a:cubicBezTo>
                    <a:pt x="26178" y="170212"/>
                    <a:pt x="2842" y="147257"/>
                    <a:pt x="365" y="113443"/>
                  </a:cubicBezTo>
                  <a:cubicBezTo>
                    <a:pt x="-397" y="102775"/>
                    <a:pt x="270" y="92012"/>
                    <a:pt x="270" y="81344"/>
                  </a:cubicBezTo>
                  <a:cubicBezTo>
                    <a:pt x="365" y="81344"/>
                    <a:pt x="556" y="81344"/>
                    <a:pt x="651" y="81344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5" name="Forme libre : forme 176">
              <a:extLst>
                <a:ext uri="{FF2B5EF4-FFF2-40B4-BE49-F238E27FC236}">
                  <a16:creationId xmlns:a16="http://schemas.microsoft.com/office/drawing/2014/main" id="{56D3A188-AE02-5A1A-643F-05F247274177}"/>
                </a:ext>
              </a:extLst>
            </p:cNvPr>
            <p:cNvSpPr/>
            <p:nvPr/>
          </p:nvSpPr>
          <p:spPr>
            <a:xfrm>
              <a:off x="7612115" y="2527568"/>
              <a:ext cx="24035" cy="35849"/>
            </a:xfrm>
            <a:custGeom>
              <a:avLst/>
              <a:gdLst>
                <a:gd name="connsiteX0" fmla="*/ 56558 w 114382"/>
                <a:gd name="connsiteY0" fmla="*/ 170597 h 170603"/>
                <a:gd name="connsiteX1" fmla="*/ 265 w 114382"/>
                <a:gd name="connsiteY1" fmla="*/ 102398 h 170603"/>
                <a:gd name="connsiteX2" fmla="*/ 456 w 114382"/>
                <a:gd name="connsiteY2" fmla="*/ 59631 h 170603"/>
                <a:gd name="connsiteX3" fmla="*/ 57987 w 114382"/>
                <a:gd name="connsiteY3" fmla="*/ 5 h 170603"/>
                <a:gd name="connsiteX4" fmla="*/ 114184 w 114382"/>
                <a:gd name="connsiteY4" fmla="*/ 61060 h 170603"/>
                <a:gd name="connsiteX5" fmla="*/ 114280 w 114382"/>
                <a:gd name="connsiteY5" fmla="*/ 86015 h 170603"/>
                <a:gd name="connsiteX6" fmla="*/ 114280 w 114382"/>
                <a:gd name="connsiteY6" fmla="*/ 103827 h 170603"/>
                <a:gd name="connsiteX7" fmla="*/ 56558 w 114382"/>
                <a:gd name="connsiteY7" fmla="*/ 170597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382" h="170603">
                  <a:moveTo>
                    <a:pt x="56558" y="170597"/>
                  </a:moveTo>
                  <a:cubicBezTo>
                    <a:pt x="22173" y="170121"/>
                    <a:pt x="932" y="144499"/>
                    <a:pt x="265" y="102398"/>
                  </a:cubicBezTo>
                  <a:cubicBezTo>
                    <a:pt x="75" y="88111"/>
                    <a:pt x="-306" y="73823"/>
                    <a:pt x="456" y="59631"/>
                  </a:cubicBezTo>
                  <a:cubicBezTo>
                    <a:pt x="2266" y="23436"/>
                    <a:pt x="25507" y="-376"/>
                    <a:pt x="57987" y="5"/>
                  </a:cubicBezTo>
                  <a:cubicBezTo>
                    <a:pt x="90181" y="481"/>
                    <a:pt x="112375" y="24484"/>
                    <a:pt x="114184" y="61060"/>
                  </a:cubicBezTo>
                  <a:cubicBezTo>
                    <a:pt x="114565" y="69346"/>
                    <a:pt x="114280" y="77729"/>
                    <a:pt x="114280" y="86015"/>
                  </a:cubicBezTo>
                  <a:cubicBezTo>
                    <a:pt x="114280" y="91921"/>
                    <a:pt x="114375" y="97921"/>
                    <a:pt x="114280" y="103827"/>
                  </a:cubicBezTo>
                  <a:cubicBezTo>
                    <a:pt x="113327" y="145356"/>
                    <a:pt x="91039" y="171074"/>
                    <a:pt x="56558" y="170597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6" name="Forme libre : forme 177">
              <a:extLst>
                <a:ext uri="{FF2B5EF4-FFF2-40B4-BE49-F238E27FC236}">
                  <a16:creationId xmlns:a16="http://schemas.microsoft.com/office/drawing/2014/main" id="{30B57B90-B5EE-42FF-738B-3853454F6A13}"/>
                </a:ext>
              </a:extLst>
            </p:cNvPr>
            <p:cNvSpPr/>
            <p:nvPr/>
          </p:nvSpPr>
          <p:spPr>
            <a:xfrm>
              <a:off x="7372428" y="2527568"/>
              <a:ext cx="24041" cy="35850"/>
            </a:xfrm>
            <a:custGeom>
              <a:avLst/>
              <a:gdLst>
                <a:gd name="connsiteX0" fmla="*/ 114109 w 114407"/>
                <a:gd name="connsiteY0" fmla="*/ 68206 h 170606"/>
                <a:gd name="connsiteX1" fmla="*/ 113919 w 114407"/>
                <a:gd name="connsiteY1" fmla="*/ 110973 h 170606"/>
                <a:gd name="connsiteX2" fmla="*/ 56388 w 114407"/>
                <a:gd name="connsiteY2" fmla="*/ 170599 h 170606"/>
                <a:gd name="connsiteX3" fmla="*/ 191 w 114407"/>
                <a:gd name="connsiteY3" fmla="*/ 109449 h 170606"/>
                <a:gd name="connsiteX4" fmla="*/ 95 w 114407"/>
                <a:gd name="connsiteY4" fmla="*/ 92875 h 170606"/>
                <a:gd name="connsiteX5" fmla="*/ 191 w 114407"/>
                <a:gd name="connsiteY5" fmla="*/ 84589 h 170606"/>
                <a:gd name="connsiteX6" fmla="*/ 95 w 114407"/>
                <a:gd name="connsiteY6" fmla="*/ 72682 h 170606"/>
                <a:gd name="connsiteX7" fmla="*/ 95 w 114407"/>
                <a:gd name="connsiteY7" fmla="*/ 66777 h 170606"/>
                <a:gd name="connsiteX8" fmla="*/ 57817 w 114407"/>
                <a:gd name="connsiteY8" fmla="*/ 7 h 170606"/>
                <a:gd name="connsiteX9" fmla="*/ 114109 w 114407"/>
                <a:gd name="connsiteY9" fmla="*/ 68206 h 17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407" h="170606">
                  <a:moveTo>
                    <a:pt x="114109" y="68206"/>
                  </a:moveTo>
                  <a:cubicBezTo>
                    <a:pt x="114395" y="82493"/>
                    <a:pt x="114681" y="96781"/>
                    <a:pt x="113919" y="110973"/>
                  </a:cubicBezTo>
                  <a:cubicBezTo>
                    <a:pt x="112014" y="147168"/>
                    <a:pt x="88678" y="171076"/>
                    <a:pt x="56388" y="170599"/>
                  </a:cubicBezTo>
                  <a:cubicBezTo>
                    <a:pt x="24098" y="170123"/>
                    <a:pt x="1905" y="146025"/>
                    <a:pt x="191" y="109449"/>
                  </a:cubicBezTo>
                  <a:cubicBezTo>
                    <a:pt x="-95" y="103924"/>
                    <a:pt x="0" y="98400"/>
                    <a:pt x="95" y="92875"/>
                  </a:cubicBezTo>
                  <a:cubicBezTo>
                    <a:pt x="191" y="90113"/>
                    <a:pt x="191" y="87351"/>
                    <a:pt x="191" y="84589"/>
                  </a:cubicBezTo>
                  <a:cubicBezTo>
                    <a:pt x="95" y="80493"/>
                    <a:pt x="95" y="76587"/>
                    <a:pt x="95" y="72682"/>
                  </a:cubicBezTo>
                  <a:cubicBezTo>
                    <a:pt x="95" y="70682"/>
                    <a:pt x="95" y="68777"/>
                    <a:pt x="95" y="66777"/>
                  </a:cubicBezTo>
                  <a:cubicBezTo>
                    <a:pt x="1048" y="25153"/>
                    <a:pt x="23241" y="-470"/>
                    <a:pt x="57817" y="7"/>
                  </a:cubicBezTo>
                  <a:cubicBezTo>
                    <a:pt x="92297" y="483"/>
                    <a:pt x="113443" y="26010"/>
                    <a:pt x="114109" y="68206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7" name="Forme libre : forme 178">
              <a:extLst>
                <a:ext uri="{FF2B5EF4-FFF2-40B4-BE49-F238E27FC236}">
                  <a16:creationId xmlns:a16="http://schemas.microsoft.com/office/drawing/2014/main" id="{172E6FFC-94B4-888B-F4A5-A7B9CBBEE48F}"/>
                </a:ext>
              </a:extLst>
            </p:cNvPr>
            <p:cNvSpPr/>
            <p:nvPr/>
          </p:nvSpPr>
          <p:spPr>
            <a:xfrm>
              <a:off x="7372448" y="2542841"/>
              <a:ext cx="15" cy="4243"/>
            </a:xfrm>
            <a:custGeom>
              <a:avLst/>
              <a:gdLst>
                <a:gd name="connsiteX0" fmla="*/ 0 w 71"/>
                <a:gd name="connsiteY0" fmla="*/ 11906 h 20192"/>
                <a:gd name="connsiteX1" fmla="*/ 0 w 71"/>
                <a:gd name="connsiteY1" fmla="*/ 0 h 20192"/>
                <a:gd name="connsiteX2" fmla="*/ 0 w 71"/>
                <a:gd name="connsiteY2" fmla="*/ 11906 h 20192"/>
                <a:gd name="connsiteX3" fmla="*/ 0 w 71"/>
                <a:gd name="connsiteY3" fmla="*/ 20193 h 20192"/>
                <a:gd name="connsiteX4" fmla="*/ 0 w 71"/>
                <a:gd name="connsiteY4" fmla="*/ 11906 h 2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" h="20192">
                  <a:moveTo>
                    <a:pt x="0" y="11906"/>
                  </a:moveTo>
                  <a:cubicBezTo>
                    <a:pt x="0" y="7906"/>
                    <a:pt x="0" y="3905"/>
                    <a:pt x="0" y="0"/>
                  </a:cubicBezTo>
                  <a:cubicBezTo>
                    <a:pt x="0" y="3905"/>
                    <a:pt x="0" y="7810"/>
                    <a:pt x="0" y="11906"/>
                  </a:cubicBezTo>
                  <a:cubicBezTo>
                    <a:pt x="95" y="14668"/>
                    <a:pt x="95" y="17431"/>
                    <a:pt x="0" y="20193"/>
                  </a:cubicBezTo>
                  <a:cubicBezTo>
                    <a:pt x="0" y="17431"/>
                    <a:pt x="0" y="14668"/>
                    <a:pt x="0" y="11906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9" name="Forme libre : forme 179">
              <a:extLst>
                <a:ext uri="{FF2B5EF4-FFF2-40B4-BE49-F238E27FC236}">
                  <a16:creationId xmlns:a16="http://schemas.microsoft.com/office/drawing/2014/main" id="{17885B88-BB7F-926C-AA0C-642F2FDD1B88}"/>
                </a:ext>
              </a:extLst>
            </p:cNvPr>
            <p:cNvSpPr/>
            <p:nvPr/>
          </p:nvSpPr>
          <p:spPr>
            <a:xfrm>
              <a:off x="7324407" y="2527565"/>
              <a:ext cx="24085" cy="35812"/>
            </a:xfrm>
            <a:custGeom>
              <a:avLst/>
              <a:gdLst>
                <a:gd name="connsiteX0" fmla="*/ 58794 w 114618"/>
                <a:gd name="connsiteY0" fmla="*/ 170324 h 170426"/>
                <a:gd name="connsiteX1" fmla="*/ 1168 w 114618"/>
                <a:gd name="connsiteY1" fmla="*/ 118699 h 170426"/>
                <a:gd name="connsiteX2" fmla="*/ 692 w 114618"/>
                <a:gd name="connsiteY2" fmla="*/ 61644 h 170426"/>
                <a:gd name="connsiteX3" fmla="*/ 56127 w 114618"/>
                <a:gd name="connsiteY3" fmla="*/ 17 h 170426"/>
                <a:gd name="connsiteX4" fmla="*/ 114420 w 114618"/>
                <a:gd name="connsiteY4" fmla="*/ 62596 h 170426"/>
                <a:gd name="connsiteX5" fmla="*/ 114516 w 114618"/>
                <a:gd name="connsiteY5" fmla="*/ 87552 h 170426"/>
                <a:gd name="connsiteX6" fmla="*/ 114039 w 114618"/>
                <a:gd name="connsiteY6" fmla="*/ 87552 h 170426"/>
                <a:gd name="connsiteX7" fmla="*/ 113754 w 114618"/>
                <a:gd name="connsiteY7" fmla="*/ 119556 h 170426"/>
                <a:gd name="connsiteX8" fmla="*/ 58794 w 114618"/>
                <a:gd name="connsiteY8" fmla="*/ 170324 h 170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618" h="170426">
                  <a:moveTo>
                    <a:pt x="58794" y="170324"/>
                  </a:moveTo>
                  <a:cubicBezTo>
                    <a:pt x="29362" y="172134"/>
                    <a:pt x="4216" y="149655"/>
                    <a:pt x="1168" y="118699"/>
                  </a:cubicBezTo>
                  <a:cubicBezTo>
                    <a:pt x="-642" y="99839"/>
                    <a:pt x="25" y="80694"/>
                    <a:pt x="692" y="61644"/>
                  </a:cubicBezTo>
                  <a:cubicBezTo>
                    <a:pt x="1930" y="24877"/>
                    <a:pt x="23933" y="874"/>
                    <a:pt x="56127" y="17"/>
                  </a:cubicBezTo>
                  <a:cubicBezTo>
                    <a:pt x="89655" y="-745"/>
                    <a:pt x="112896" y="24115"/>
                    <a:pt x="114420" y="62596"/>
                  </a:cubicBezTo>
                  <a:cubicBezTo>
                    <a:pt x="114801" y="70883"/>
                    <a:pt x="114516" y="79265"/>
                    <a:pt x="114516" y="87552"/>
                  </a:cubicBezTo>
                  <a:cubicBezTo>
                    <a:pt x="114325" y="87552"/>
                    <a:pt x="114230" y="87552"/>
                    <a:pt x="114039" y="87552"/>
                  </a:cubicBezTo>
                  <a:cubicBezTo>
                    <a:pt x="114039" y="98220"/>
                    <a:pt x="115468" y="109174"/>
                    <a:pt x="113754" y="119556"/>
                  </a:cubicBezTo>
                  <a:cubicBezTo>
                    <a:pt x="108801" y="150417"/>
                    <a:pt x="90227" y="168419"/>
                    <a:pt x="58794" y="170324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36" name="Forme libre : forme 180">
              <a:extLst>
                <a:ext uri="{FF2B5EF4-FFF2-40B4-BE49-F238E27FC236}">
                  <a16:creationId xmlns:a16="http://schemas.microsoft.com/office/drawing/2014/main" id="{53633949-022E-7421-9585-E8B4E3605347}"/>
                </a:ext>
              </a:extLst>
            </p:cNvPr>
            <p:cNvSpPr/>
            <p:nvPr/>
          </p:nvSpPr>
          <p:spPr>
            <a:xfrm>
              <a:off x="7276613" y="3054949"/>
              <a:ext cx="23863" cy="23863"/>
            </a:xfrm>
            <a:custGeom>
              <a:avLst/>
              <a:gdLst>
                <a:gd name="connsiteX0" fmla="*/ 55544 w 113563"/>
                <a:gd name="connsiteY0" fmla="*/ 113551 h 113563"/>
                <a:gd name="connsiteX1" fmla="*/ 13 w 113563"/>
                <a:gd name="connsiteY1" fmla="*/ 55544 h 113563"/>
                <a:gd name="connsiteX2" fmla="*/ 57925 w 113563"/>
                <a:gd name="connsiteY2" fmla="*/ 13 h 113563"/>
                <a:gd name="connsiteX3" fmla="*/ 113551 w 113563"/>
                <a:gd name="connsiteY3" fmla="*/ 57925 h 113563"/>
                <a:gd name="connsiteX4" fmla="*/ 55544 w 113563"/>
                <a:gd name="connsiteY4" fmla="*/ 113551 h 113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63" h="113563">
                  <a:moveTo>
                    <a:pt x="55544" y="113551"/>
                  </a:moveTo>
                  <a:cubicBezTo>
                    <a:pt x="24683" y="112789"/>
                    <a:pt x="-654" y="86405"/>
                    <a:pt x="13" y="55544"/>
                  </a:cubicBezTo>
                  <a:cubicBezTo>
                    <a:pt x="680" y="24492"/>
                    <a:pt x="26969" y="-654"/>
                    <a:pt x="57925" y="13"/>
                  </a:cubicBezTo>
                  <a:cubicBezTo>
                    <a:pt x="88881" y="680"/>
                    <a:pt x="114218" y="27064"/>
                    <a:pt x="113551" y="57925"/>
                  </a:cubicBezTo>
                  <a:cubicBezTo>
                    <a:pt x="112884" y="88786"/>
                    <a:pt x="86309" y="114218"/>
                    <a:pt x="55544" y="11355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C13AC956-AB74-78AB-FDDE-28D072717821}"/>
              </a:ext>
            </a:extLst>
          </p:cNvPr>
          <p:cNvSpPr/>
          <p:nvPr/>
        </p:nvSpPr>
        <p:spPr>
          <a:xfrm>
            <a:off x="2684899" y="1908768"/>
            <a:ext cx="760315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Service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Public</a:t>
            </a:r>
          </a:p>
        </p:txBody>
      </p:sp>
      <p:grpSp>
        <p:nvGrpSpPr>
          <p:cNvPr id="47" name="Graphique 50">
            <a:extLst>
              <a:ext uri="{FF2B5EF4-FFF2-40B4-BE49-F238E27FC236}">
                <a16:creationId xmlns:a16="http://schemas.microsoft.com/office/drawing/2014/main" id="{0CE08EF9-E625-2E68-439C-85B15D8A5FFC}"/>
              </a:ext>
            </a:extLst>
          </p:cNvPr>
          <p:cNvGrpSpPr/>
          <p:nvPr/>
        </p:nvGrpSpPr>
        <p:grpSpPr>
          <a:xfrm>
            <a:off x="2922841" y="1608559"/>
            <a:ext cx="262606" cy="280324"/>
            <a:chOff x="1249302" y="2168960"/>
            <a:chExt cx="3407582" cy="3637502"/>
          </a:xfrm>
          <a:solidFill>
            <a:schemeClr val="accent5"/>
          </a:solidFill>
        </p:grpSpPr>
        <p:sp>
          <p:nvSpPr>
            <p:cNvPr id="61" name="Forme libre : forme 182">
              <a:extLst>
                <a:ext uri="{FF2B5EF4-FFF2-40B4-BE49-F238E27FC236}">
                  <a16:creationId xmlns:a16="http://schemas.microsoft.com/office/drawing/2014/main" id="{52F1BEB1-77B5-7534-A8E7-C376E01441CB}"/>
                </a:ext>
              </a:extLst>
            </p:cNvPr>
            <p:cNvSpPr/>
            <p:nvPr/>
          </p:nvSpPr>
          <p:spPr>
            <a:xfrm>
              <a:off x="1249302" y="2168960"/>
              <a:ext cx="3407582" cy="3637502"/>
            </a:xfrm>
            <a:custGeom>
              <a:avLst/>
              <a:gdLst>
                <a:gd name="connsiteX0" fmla="*/ 1416487 w 3407582"/>
                <a:gd name="connsiteY0" fmla="*/ 191 h 3637502"/>
                <a:gd name="connsiteX1" fmla="*/ 1469636 w 3407582"/>
                <a:gd name="connsiteY1" fmla="*/ 54673 h 3637502"/>
                <a:gd name="connsiteX2" fmla="*/ 1469731 w 3407582"/>
                <a:gd name="connsiteY2" fmla="*/ 137350 h 3637502"/>
                <a:gd name="connsiteX3" fmla="*/ 1600033 w 3407582"/>
                <a:gd name="connsiteY3" fmla="*/ 137350 h 3637502"/>
                <a:gd name="connsiteX4" fmla="*/ 1692712 w 3407582"/>
                <a:gd name="connsiteY4" fmla="*/ 137541 h 3637502"/>
                <a:gd name="connsiteX5" fmla="*/ 1746433 w 3407582"/>
                <a:gd name="connsiteY5" fmla="*/ 192024 h 3637502"/>
                <a:gd name="connsiteX6" fmla="*/ 1746528 w 3407582"/>
                <a:gd name="connsiteY6" fmla="*/ 505778 h 3637502"/>
                <a:gd name="connsiteX7" fmla="*/ 1746528 w 3407582"/>
                <a:gd name="connsiteY7" fmla="*/ 546068 h 3637502"/>
                <a:gd name="connsiteX8" fmla="*/ 1935694 w 3407582"/>
                <a:gd name="connsiteY8" fmla="*/ 576262 h 3637502"/>
                <a:gd name="connsiteX9" fmla="*/ 1937790 w 3407582"/>
                <a:gd name="connsiteY9" fmla="*/ 540353 h 3637502"/>
                <a:gd name="connsiteX10" fmla="*/ 1937980 w 3407582"/>
                <a:gd name="connsiteY10" fmla="*/ 340709 h 3637502"/>
                <a:gd name="connsiteX11" fmla="*/ 1991130 w 3407582"/>
                <a:gd name="connsiteY11" fmla="*/ 286036 h 3637502"/>
                <a:gd name="connsiteX12" fmla="*/ 2828949 w 3407582"/>
                <a:gd name="connsiteY12" fmla="*/ 286036 h 3637502"/>
                <a:gd name="connsiteX13" fmla="*/ 2883718 w 3407582"/>
                <a:gd name="connsiteY13" fmla="*/ 343186 h 3637502"/>
                <a:gd name="connsiteX14" fmla="*/ 2883908 w 3407582"/>
                <a:gd name="connsiteY14" fmla="*/ 681895 h 3637502"/>
                <a:gd name="connsiteX15" fmla="*/ 2883908 w 3407582"/>
                <a:gd name="connsiteY15" fmla="*/ 726948 h 3637502"/>
                <a:gd name="connsiteX16" fmla="*/ 3096411 w 3407582"/>
                <a:gd name="connsiteY16" fmla="*/ 762000 h 3637502"/>
                <a:gd name="connsiteX17" fmla="*/ 3159657 w 3407582"/>
                <a:gd name="connsiteY17" fmla="*/ 838105 h 3637502"/>
                <a:gd name="connsiteX18" fmla="*/ 3159657 w 3407582"/>
                <a:gd name="connsiteY18" fmla="*/ 3337655 h 3637502"/>
                <a:gd name="connsiteX19" fmla="*/ 3159657 w 3407582"/>
                <a:gd name="connsiteY19" fmla="*/ 3388424 h 3637502"/>
                <a:gd name="connsiteX20" fmla="*/ 3346347 w 3407582"/>
                <a:gd name="connsiteY20" fmla="*/ 3388519 h 3637502"/>
                <a:gd name="connsiteX21" fmla="*/ 3407497 w 3407582"/>
                <a:gd name="connsiteY21" fmla="*/ 3450622 h 3637502"/>
                <a:gd name="connsiteX22" fmla="*/ 3407497 w 3407582"/>
                <a:gd name="connsiteY22" fmla="*/ 3564731 h 3637502"/>
                <a:gd name="connsiteX23" fmla="*/ 3335965 w 3407582"/>
                <a:gd name="connsiteY23" fmla="*/ 3637502 h 3637502"/>
                <a:gd name="connsiteX24" fmla="*/ 1959793 w 3407582"/>
                <a:gd name="connsiteY24" fmla="*/ 3637502 h 3637502"/>
                <a:gd name="connsiteX25" fmla="*/ 73843 w 3407582"/>
                <a:gd name="connsiteY25" fmla="*/ 3637502 h 3637502"/>
                <a:gd name="connsiteX26" fmla="*/ 24 w 3407582"/>
                <a:gd name="connsiteY26" fmla="*/ 3563398 h 3637502"/>
                <a:gd name="connsiteX27" fmla="*/ 119 w 3407582"/>
                <a:gd name="connsiteY27" fmla="*/ 3452813 h 3637502"/>
                <a:gd name="connsiteX28" fmla="*/ 66127 w 3407582"/>
                <a:gd name="connsiteY28" fmla="*/ 3388424 h 3637502"/>
                <a:gd name="connsiteX29" fmla="*/ 247864 w 3407582"/>
                <a:gd name="connsiteY29" fmla="*/ 3388424 h 3637502"/>
                <a:gd name="connsiteX30" fmla="*/ 247864 w 3407582"/>
                <a:gd name="connsiteY30" fmla="*/ 3339941 h 3637502"/>
                <a:gd name="connsiteX31" fmla="*/ 247864 w 3407582"/>
                <a:gd name="connsiteY31" fmla="*/ 212884 h 3637502"/>
                <a:gd name="connsiteX32" fmla="*/ 323207 w 3407582"/>
                <a:gd name="connsiteY32" fmla="*/ 137350 h 3637502"/>
                <a:gd name="connsiteX33" fmla="*/ 523708 w 3407582"/>
                <a:gd name="connsiteY33" fmla="*/ 137350 h 3637502"/>
                <a:gd name="connsiteX34" fmla="*/ 523899 w 3407582"/>
                <a:gd name="connsiteY34" fmla="*/ 53435 h 3637502"/>
                <a:gd name="connsiteX35" fmla="*/ 578668 w 3407582"/>
                <a:gd name="connsiteY35" fmla="*/ 191 h 3637502"/>
                <a:gd name="connsiteX36" fmla="*/ 997577 w 3407582"/>
                <a:gd name="connsiteY36" fmla="*/ 0 h 3637502"/>
                <a:gd name="connsiteX37" fmla="*/ 1416487 w 3407582"/>
                <a:gd name="connsiteY37" fmla="*/ 191 h 3637502"/>
                <a:gd name="connsiteX38" fmla="*/ 3319963 w 3407582"/>
                <a:gd name="connsiteY38" fmla="*/ 3549586 h 3637502"/>
                <a:gd name="connsiteX39" fmla="*/ 3319963 w 3407582"/>
                <a:gd name="connsiteY39" fmla="*/ 3477101 h 3637502"/>
                <a:gd name="connsiteX40" fmla="*/ 88225 w 3407582"/>
                <a:gd name="connsiteY40" fmla="*/ 3477101 h 3637502"/>
                <a:gd name="connsiteX41" fmla="*/ 88225 w 3407582"/>
                <a:gd name="connsiteY41" fmla="*/ 3549586 h 3637502"/>
                <a:gd name="connsiteX42" fmla="*/ 3319963 w 3407582"/>
                <a:gd name="connsiteY42" fmla="*/ 3549586 h 3637502"/>
                <a:gd name="connsiteX43" fmla="*/ 3071836 w 3407582"/>
                <a:gd name="connsiteY43" fmla="*/ 3386995 h 3637502"/>
                <a:gd name="connsiteX44" fmla="*/ 3071836 w 3407582"/>
                <a:gd name="connsiteY44" fmla="*/ 844391 h 3637502"/>
                <a:gd name="connsiteX45" fmla="*/ 1748719 w 3407582"/>
                <a:gd name="connsiteY45" fmla="*/ 633032 h 3637502"/>
                <a:gd name="connsiteX46" fmla="*/ 1748719 w 3407582"/>
                <a:gd name="connsiteY46" fmla="*/ 3386995 h 3637502"/>
                <a:gd name="connsiteX47" fmla="*/ 3071836 w 3407582"/>
                <a:gd name="connsiteY47" fmla="*/ 3386995 h 3637502"/>
                <a:gd name="connsiteX48" fmla="*/ 2795993 w 3407582"/>
                <a:gd name="connsiteY48" fmla="*/ 713423 h 3637502"/>
                <a:gd name="connsiteX49" fmla="*/ 2795993 w 3407582"/>
                <a:gd name="connsiteY49" fmla="*/ 373856 h 3637502"/>
                <a:gd name="connsiteX50" fmla="*/ 2025420 w 3407582"/>
                <a:gd name="connsiteY50" fmla="*/ 373856 h 3637502"/>
                <a:gd name="connsiteX51" fmla="*/ 2025420 w 3407582"/>
                <a:gd name="connsiteY51" fmla="*/ 590550 h 3637502"/>
                <a:gd name="connsiteX52" fmla="*/ 2795993 w 3407582"/>
                <a:gd name="connsiteY52" fmla="*/ 713423 h 3637502"/>
                <a:gd name="connsiteX53" fmla="*/ 1658707 w 3407582"/>
                <a:gd name="connsiteY53" fmla="*/ 3387090 h 3637502"/>
                <a:gd name="connsiteX54" fmla="*/ 1658707 w 3407582"/>
                <a:gd name="connsiteY54" fmla="*/ 225552 h 3637502"/>
                <a:gd name="connsiteX55" fmla="*/ 335875 w 3407582"/>
                <a:gd name="connsiteY55" fmla="*/ 225552 h 3637502"/>
                <a:gd name="connsiteX56" fmla="*/ 335875 w 3407582"/>
                <a:gd name="connsiteY56" fmla="*/ 3387090 h 3637502"/>
                <a:gd name="connsiteX57" fmla="*/ 1658707 w 3407582"/>
                <a:gd name="connsiteY57" fmla="*/ 3387090 h 3637502"/>
                <a:gd name="connsiteX58" fmla="*/ 1382578 w 3407582"/>
                <a:gd name="connsiteY58" fmla="*/ 134302 h 3637502"/>
                <a:gd name="connsiteX59" fmla="*/ 1382578 w 3407582"/>
                <a:gd name="connsiteY59" fmla="*/ 88392 h 3637502"/>
                <a:gd name="connsiteX60" fmla="*/ 611148 w 3407582"/>
                <a:gd name="connsiteY60" fmla="*/ 88392 h 3637502"/>
                <a:gd name="connsiteX61" fmla="*/ 611148 w 3407582"/>
                <a:gd name="connsiteY61" fmla="*/ 134302 h 3637502"/>
                <a:gd name="connsiteX62" fmla="*/ 1382578 w 3407582"/>
                <a:gd name="connsiteY62" fmla="*/ 134302 h 363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07582" h="3637502">
                  <a:moveTo>
                    <a:pt x="1416487" y="191"/>
                  </a:moveTo>
                  <a:cubicBezTo>
                    <a:pt x="1455634" y="286"/>
                    <a:pt x="1468969" y="14669"/>
                    <a:pt x="1469636" y="54673"/>
                  </a:cubicBezTo>
                  <a:cubicBezTo>
                    <a:pt x="1470017" y="80581"/>
                    <a:pt x="1469731" y="106490"/>
                    <a:pt x="1469731" y="137350"/>
                  </a:cubicBezTo>
                  <a:cubicBezTo>
                    <a:pt x="1515356" y="137350"/>
                    <a:pt x="1557647" y="137350"/>
                    <a:pt x="1600033" y="137350"/>
                  </a:cubicBezTo>
                  <a:cubicBezTo>
                    <a:pt x="1630894" y="137350"/>
                    <a:pt x="1661755" y="136874"/>
                    <a:pt x="1692712" y="137541"/>
                  </a:cubicBezTo>
                  <a:cubicBezTo>
                    <a:pt x="1731669" y="138398"/>
                    <a:pt x="1746242" y="152876"/>
                    <a:pt x="1746433" y="192024"/>
                  </a:cubicBezTo>
                  <a:cubicBezTo>
                    <a:pt x="1746814" y="296608"/>
                    <a:pt x="1746528" y="401193"/>
                    <a:pt x="1746528" y="505778"/>
                  </a:cubicBezTo>
                  <a:cubicBezTo>
                    <a:pt x="1746528" y="518636"/>
                    <a:pt x="1746528" y="531400"/>
                    <a:pt x="1746528" y="546068"/>
                  </a:cubicBezTo>
                  <a:cubicBezTo>
                    <a:pt x="1810345" y="556260"/>
                    <a:pt x="1870924" y="565976"/>
                    <a:pt x="1935694" y="576262"/>
                  </a:cubicBezTo>
                  <a:cubicBezTo>
                    <a:pt x="1936456" y="562737"/>
                    <a:pt x="1937695" y="551593"/>
                    <a:pt x="1937790" y="540353"/>
                  </a:cubicBezTo>
                  <a:cubicBezTo>
                    <a:pt x="1937980" y="473774"/>
                    <a:pt x="1937504" y="407289"/>
                    <a:pt x="1937980" y="340709"/>
                  </a:cubicBezTo>
                  <a:cubicBezTo>
                    <a:pt x="1938266" y="300990"/>
                    <a:pt x="1952268" y="286131"/>
                    <a:pt x="1991130" y="286036"/>
                  </a:cubicBezTo>
                  <a:cubicBezTo>
                    <a:pt x="2270403" y="285750"/>
                    <a:pt x="2549676" y="285750"/>
                    <a:pt x="2828949" y="286036"/>
                  </a:cubicBezTo>
                  <a:cubicBezTo>
                    <a:pt x="2869335" y="286131"/>
                    <a:pt x="2883527" y="300799"/>
                    <a:pt x="2883718" y="343186"/>
                  </a:cubicBezTo>
                  <a:cubicBezTo>
                    <a:pt x="2884289" y="456057"/>
                    <a:pt x="2883908" y="569024"/>
                    <a:pt x="2883908" y="681895"/>
                  </a:cubicBezTo>
                  <a:cubicBezTo>
                    <a:pt x="2883908" y="696087"/>
                    <a:pt x="2883908" y="710184"/>
                    <a:pt x="2883908" y="726948"/>
                  </a:cubicBezTo>
                  <a:cubicBezTo>
                    <a:pt x="2956203" y="738854"/>
                    <a:pt x="3026307" y="750379"/>
                    <a:pt x="3096411" y="762000"/>
                  </a:cubicBezTo>
                  <a:cubicBezTo>
                    <a:pt x="3155847" y="771811"/>
                    <a:pt x="3159657" y="776287"/>
                    <a:pt x="3159657" y="838105"/>
                  </a:cubicBezTo>
                  <a:cubicBezTo>
                    <a:pt x="3159657" y="1671352"/>
                    <a:pt x="3159657" y="2504504"/>
                    <a:pt x="3159657" y="3337655"/>
                  </a:cubicBezTo>
                  <a:cubicBezTo>
                    <a:pt x="3159657" y="3352895"/>
                    <a:pt x="3159657" y="3368135"/>
                    <a:pt x="3159657" y="3388424"/>
                  </a:cubicBezTo>
                  <a:cubicBezTo>
                    <a:pt x="3225284" y="3388424"/>
                    <a:pt x="3285863" y="3388233"/>
                    <a:pt x="3346347" y="3388519"/>
                  </a:cubicBezTo>
                  <a:cubicBezTo>
                    <a:pt x="3393496" y="3388709"/>
                    <a:pt x="3407212" y="3402806"/>
                    <a:pt x="3407497" y="3450622"/>
                  </a:cubicBezTo>
                  <a:cubicBezTo>
                    <a:pt x="3407688" y="3488627"/>
                    <a:pt x="3407497" y="3526631"/>
                    <a:pt x="3407497" y="3564731"/>
                  </a:cubicBezTo>
                  <a:cubicBezTo>
                    <a:pt x="3407497" y="3627215"/>
                    <a:pt x="3397401" y="3637502"/>
                    <a:pt x="3335965" y="3637502"/>
                  </a:cubicBezTo>
                  <a:cubicBezTo>
                    <a:pt x="2877241" y="3637502"/>
                    <a:pt x="2418517" y="3637502"/>
                    <a:pt x="1959793" y="3637502"/>
                  </a:cubicBezTo>
                  <a:cubicBezTo>
                    <a:pt x="1331143" y="3637502"/>
                    <a:pt x="702493" y="3637502"/>
                    <a:pt x="73843" y="3637502"/>
                  </a:cubicBezTo>
                  <a:cubicBezTo>
                    <a:pt x="9454" y="3637502"/>
                    <a:pt x="119" y="3628073"/>
                    <a:pt x="24" y="3563398"/>
                  </a:cubicBezTo>
                  <a:cubicBezTo>
                    <a:pt x="24" y="3526536"/>
                    <a:pt x="-71" y="3489674"/>
                    <a:pt x="119" y="3452813"/>
                  </a:cubicBezTo>
                  <a:cubicBezTo>
                    <a:pt x="310" y="3401378"/>
                    <a:pt x="13359" y="3388614"/>
                    <a:pt x="66127" y="3388424"/>
                  </a:cubicBezTo>
                  <a:cubicBezTo>
                    <a:pt x="125278" y="3388328"/>
                    <a:pt x="184428" y="3388424"/>
                    <a:pt x="247864" y="3388424"/>
                  </a:cubicBezTo>
                  <a:cubicBezTo>
                    <a:pt x="247864" y="3370040"/>
                    <a:pt x="247864" y="3354991"/>
                    <a:pt x="247864" y="3339941"/>
                  </a:cubicBezTo>
                  <a:cubicBezTo>
                    <a:pt x="247864" y="2297621"/>
                    <a:pt x="247864" y="1255205"/>
                    <a:pt x="247864" y="212884"/>
                  </a:cubicBezTo>
                  <a:cubicBezTo>
                    <a:pt x="247864" y="144589"/>
                    <a:pt x="255103" y="137350"/>
                    <a:pt x="323207" y="137350"/>
                  </a:cubicBezTo>
                  <a:cubicBezTo>
                    <a:pt x="388358" y="137350"/>
                    <a:pt x="453604" y="137350"/>
                    <a:pt x="523708" y="137350"/>
                  </a:cubicBezTo>
                  <a:cubicBezTo>
                    <a:pt x="523708" y="107347"/>
                    <a:pt x="523042" y="80391"/>
                    <a:pt x="523899" y="53435"/>
                  </a:cubicBezTo>
                  <a:cubicBezTo>
                    <a:pt x="525042" y="14097"/>
                    <a:pt x="539044" y="191"/>
                    <a:pt x="578668" y="191"/>
                  </a:cubicBezTo>
                  <a:cubicBezTo>
                    <a:pt x="718304" y="0"/>
                    <a:pt x="857941" y="0"/>
                    <a:pt x="997577" y="0"/>
                  </a:cubicBezTo>
                  <a:cubicBezTo>
                    <a:pt x="1137214" y="0"/>
                    <a:pt x="1276850" y="0"/>
                    <a:pt x="1416487" y="191"/>
                  </a:cubicBezTo>
                  <a:close/>
                  <a:moveTo>
                    <a:pt x="3319963" y="3549586"/>
                  </a:moveTo>
                  <a:cubicBezTo>
                    <a:pt x="3319963" y="3524060"/>
                    <a:pt x="3319963" y="3500914"/>
                    <a:pt x="3319963" y="3477101"/>
                  </a:cubicBezTo>
                  <a:cubicBezTo>
                    <a:pt x="2241066" y="3477101"/>
                    <a:pt x="1164169" y="3477101"/>
                    <a:pt x="88225" y="3477101"/>
                  </a:cubicBezTo>
                  <a:cubicBezTo>
                    <a:pt x="88225" y="3503486"/>
                    <a:pt x="88225" y="3526727"/>
                    <a:pt x="88225" y="3549586"/>
                  </a:cubicBezTo>
                  <a:cubicBezTo>
                    <a:pt x="1166932" y="3549586"/>
                    <a:pt x="2243066" y="3549586"/>
                    <a:pt x="3319963" y="3549586"/>
                  </a:cubicBezTo>
                  <a:close/>
                  <a:moveTo>
                    <a:pt x="3071836" y="3386995"/>
                  </a:moveTo>
                  <a:cubicBezTo>
                    <a:pt x="3071836" y="2537936"/>
                    <a:pt x="3071836" y="1692212"/>
                    <a:pt x="3071836" y="844391"/>
                  </a:cubicBezTo>
                  <a:cubicBezTo>
                    <a:pt x="2629972" y="773811"/>
                    <a:pt x="2190012" y="703517"/>
                    <a:pt x="1748719" y="633032"/>
                  </a:cubicBezTo>
                  <a:cubicBezTo>
                    <a:pt x="1748719" y="1553909"/>
                    <a:pt x="1748719" y="2469737"/>
                    <a:pt x="1748719" y="3386995"/>
                  </a:cubicBezTo>
                  <a:cubicBezTo>
                    <a:pt x="2190203" y="3386995"/>
                    <a:pt x="2629495" y="3386995"/>
                    <a:pt x="3071836" y="3386995"/>
                  </a:cubicBezTo>
                  <a:close/>
                  <a:moveTo>
                    <a:pt x="2795993" y="713423"/>
                  </a:moveTo>
                  <a:cubicBezTo>
                    <a:pt x="2795993" y="597313"/>
                    <a:pt x="2795993" y="486347"/>
                    <a:pt x="2795993" y="373856"/>
                  </a:cubicBezTo>
                  <a:cubicBezTo>
                    <a:pt x="2537865" y="373856"/>
                    <a:pt x="2282119" y="373856"/>
                    <a:pt x="2025420" y="373856"/>
                  </a:cubicBezTo>
                  <a:cubicBezTo>
                    <a:pt x="2025420" y="447008"/>
                    <a:pt x="2025420" y="517779"/>
                    <a:pt x="2025420" y="590550"/>
                  </a:cubicBezTo>
                  <a:cubicBezTo>
                    <a:pt x="2282881" y="631603"/>
                    <a:pt x="2538532" y="672370"/>
                    <a:pt x="2795993" y="713423"/>
                  </a:cubicBezTo>
                  <a:close/>
                  <a:moveTo>
                    <a:pt x="1658707" y="3387090"/>
                  </a:moveTo>
                  <a:cubicBezTo>
                    <a:pt x="1658707" y="2331149"/>
                    <a:pt x="1658707" y="1278731"/>
                    <a:pt x="1658707" y="225552"/>
                  </a:cubicBezTo>
                  <a:cubicBezTo>
                    <a:pt x="1216366" y="225552"/>
                    <a:pt x="776216" y="225552"/>
                    <a:pt x="335875" y="225552"/>
                  </a:cubicBezTo>
                  <a:cubicBezTo>
                    <a:pt x="335875" y="1280732"/>
                    <a:pt x="335875" y="2333149"/>
                    <a:pt x="335875" y="3387090"/>
                  </a:cubicBezTo>
                  <a:cubicBezTo>
                    <a:pt x="777550" y="3387090"/>
                    <a:pt x="1216843" y="3387090"/>
                    <a:pt x="1658707" y="3387090"/>
                  </a:cubicBezTo>
                  <a:close/>
                  <a:moveTo>
                    <a:pt x="1382578" y="134302"/>
                  </a:moveTo>
                  <a:cubicBezTo>
                    <a:pt x="1382578" y="117443"/>
                    <a:pt x="1382578" y="103442"/>
                    <a:pt x="1382578" y="88392"/>
                  </a:cubicBezTo>
                  <a:cubicBezTo>
                    <a:pt x="1124545" y="88392"/>
                    <a:pt x="867942" y="88392"/>
                    <a:pt x="611148" y="88392"/>
                  </a:cubicBezTo>
                  <a:cubicBezTo>
                    <a:pt x="611148" y="105156"/>
                    <a:pt x="611148" y="118967"/>
                    <a:pt x="611148" y="134302"/>
                  </a:cubicBezTo>
                  <a:cubicBezTo>
                    <a:pt x="869466" y="134302"/>
                    <a:pt x="1126069" y="134302"/>
                    <a:pt x="1382578" y="1343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63" name="Forme libre : forme 183">
              <a:extLst>
                <a:ext uri="{FF2B5EF4-FFF2-40B4-BE49-F238E27FC236}">
                  <a16:creationId xmlns:a16="http://schemas.microsoft.com/office/drawing/2014/main" id="{5C890934-5564-97E8-306B-86FB1AFDEEFE}"/>
                </a:ext>
              </a:extLst>
            </p:cNvPr>
            <p:cNvSpPr/>
            <p:nvPr/>
          </p:nvSpPr>
          <p:spPr>
            <a:xfrm>
              <a:off x="3787297" y="3235623"/>
              <a:ext cx="346066" cy="345732"/>
            </a:xfrm>
            <a:custGeom>
              <a:avLst/>
              <a:gdLst>
                <a:gd name="connsiteX0" fmla="*/ 297907 w 346066"/>
                <a:gd name="connsiteY0" fmla="*/ 327 h 345732"/>
                <a:gd name="connsiteX1" fmla="*/ 345723 w 346066"/>
                <a:gd name="connsiteY1" fmla="*/ 49381 h 345732"/>
                <a:gd name="connsiteX2" fmla="*/ 345532 w 346066"/>
                <a:gd name="connsiteY2" fmla="*/ 294936 h 345732"/>
                <a:gd name="connsiteX3" fmla="*/ 291906 w 346066"/>
                <a:gd name="connsiteY3" fmla="*/ 345418 h 345732"/>
                <a:gd name="connsiteX4" fmla="*/ 170939 w 346066"/>
                <a:gd name="connsiteY4" fmla="*/ 345609 h 345732"/>
                <a:gd name="connsiteX5" fmla="*/ 57020 w 346066"/>
                <a:gd name="connsiteY5" fmla="*/ 345513 h 345732"/>
                <a:gd name="connsiteX6" fmla="*/ 346 w 346066"/>
                <a:gd name="connsiteY6" fmla="*/ 290745 h 345732"/>
                <a:gd name="connsiteX7" fmla="*/ 441 w 346066"/>
                <a:gd name="connsiteY7" fmla="*/ 52334 h 345732"/>
                <a:gd name="connsiteX8" fmla="*/ 48828 w 346066"/>
                <a:gd name="connsiteY8" fmla="*/ 613 h 345732"/>
                <a:gd name="connsiteX9" fmla="*/ 297907 w 346066"/>
                <a:gd name="connsiteY9" fmla="*/ 327 h 345732"/>
                <a:gd name="connsiteX10" fmla="*/ 257997 w 346066"/>
                <a:gd name="connsiteY10" fmla="*/ 257598 h 345732"/>
                <a:gd name="connsiteX11" fmla="*/ 257997 w 346066"/>
                <a:gd name="connsiteY11" fmla="*/ 87862 h 345732"/>
                <a:gd name="connsiteX12" fmla="*/ 87690 w 346066"/>
                <a:gd name="connsiteY12" fmla="*/ 87862 h 345732"/>
                <a:gd name="connsiteX13" fmla="*/ 87690 w 346066"/>
                <a:gd name="connsiteY13" fmla="*/ 257598 h 345732"/>
                <a:gd name="connsiteX14" fmla="*/ 257997 w 346066"/>
                <a:gd name="connsiteY14" fmla="*/ 257598 h 34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6066" h="345732">
                  <a:moveTo>
                    <a:pt x="297907" y="327"/>
                  </a:moveTo>
                  <a:cubicBezTo>
                    <a:pt x="330197" y="423"/>
                    <a:pt x="345627" y="17949"/>
                    <a:pt x="345723" y="49381"/>
                  </a:cubicBezTo>
                  <a:cubicBezTo>
                    <a:pt x="345913" y="131296"/>
                    <a:pt x="346484" y="213116"/>
                    <a:pt x="345532" y="294936"/>
                  </a:cubicBezTo>
                  <a:cubicBezTo>
                    <a:pt x="345056" y="331607"/>
                    <a:pt x="329625" y="345037"/>
                    <a:pt x="291906" y="345418"/>
                  </a:cubicBezTo>
                  <a:cubicBezTo>
                    <a:pt x="251520" y="345990"/>
                    <a:pt x="211230" y="345609"/>
                    <a:pt x="170939" y="345609"/>
                  </a:cubicBezTo>
                  <a:cubicBezTo>
                    <a:pt x="132934" y="345609"/>
                    <a:pt x="95025" y="345894"/>
                    <a:pt x="57020" y="345513"/>
                  </a:cubicBezTo>
                  <a:cubicBezTo>
                    <a:pt x="15300" y="345132"/>
                    <a:pt x="537" y="331226"/>
                    <a:pt x="346" y="290745"/>
                  </a:cubicBezTo>
                  <a:cubicBezTo>
                    <a:pt x="-130" y="211306"/>
                    <a:pt x="-130" y="131868"/>
                    <a:pt x="441" y="52334"/>
                  </a:cubicBezTo>
                  <a:cubicBezTo>
                    <a:pt x="632" y="16615"/>
                    <a:pt x="14443" y="994"/>
                    <a:pt x="48828" y="613"/>
                  </a:cubicBezTo>
                  <a:cubicBezTo>
                    <a:pt x="131886" y="-435"/>
                    <a:pt x="214849" y="137"/>
                    <a:pt x="297907" y="327"/>
                  </a:cubicBezTo>
                  <a:close/>
                  <a:moveTo>
                    <a:pt x="257997" y="257598"/>
                  </a:moveTo>
                  <a:cubicBezTo>
                    <a:pt x="257997" y="200162"/>
                    <a:pt x="257997" y="145012"/>
                    <a:pt x="257997" y="87862"/>
                  </a:cubicBezTo>
                  <a:cubicBezTo>
                    <a:pt x="200562" y="87862"/>
                    <a:pt x="145412" y="87862"/>
                    <a:pt x="87690" y="87862"/>
                  </a:cubicBezTo>
                  <a:cubicBezTo>
                    <a:pt x="87690" y="146536"/>
                    <a:pt x="87690" y="201686"/>
                    <a:pt x="87690" y="257598"/>
                  </a:cubicBezTo>
                  <a:cubicBezTo>
                    <a:pt x="145698" y="257598"/>
                    <a:pt x="201800" y="257598"/>
                    <a:pt x="257997" y="2575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64" name="Forme libre : forme 184">
              <a:extLst>
                <a:ext uri="{FF2B5EF4-FFF2-40B4-BE49-F238E27FC236}">
                  <a16:creationId xmlns:a16="http://schemas.microsoft.com/office/drawing/2014/main" id="{3E7245A4-E32A-C1A6-887E-D3CAF1FE14BF}"/>
                </a:ext>
              </a:extLst>
            </p:cNvPr>
            <p:cNvSpPr/>
            <p:nvPr/>
          </p:nvSpPr>
          <p:spPr>
            <a:xfrm>
              <a:off x="3787330" y="4300539"/>
              <a:ext cx="345927" cy="344731"/>
            </a:xfrm>
            <a:custGeom>
              <a:avLst/>
              <a:gdLst>
                <a:gd name="connsiteX0" fmla="*/ 173001 w 345927"/>
                <a:gd name="connsiteY0" fmla="*/ 211 h 344731"/>
                <a:gd name="connsiteX1" fmla="*/ 293969 w 345927"/>
                <a:gd name="connsiteY1" fmla="*/ 20 h 344731"/>
                <a:gd name="connsiteX2" fmla="*/ 345594 w 345927"/>
                <a:gd name="connsiteY2" fmla="*/ 48788 h 344731"/>
                <a:gd name="connsiteX3" fmla="*/ 345690 w 345927"/>
                <a:gd name="connsiteY3" fmla="*/ 294247 h 344731"/>
                <a:gd name="connsiteX4" fmla="*/ 295683 w 345927"/>
                <a:gd name="connsiteY4" fmla="*/ 344730 h 344731"/>
                <a:gd name="connsiteX5" fmla="*/ 50129 w 345927"/>
                <a:gd name="connsiteY5" fmla="*/ 344444 h 344731"/>
                <a:gd name="connsiteX6" fmla="*/ 408 w 345927"/>
                <a:gd name="connsiteY6" fmla="*/ 294152 h 344731"/>
                <a:gd name="connsiteX7" fmla="*/ 313 w 345927"/>
                <a:gd name="connsiteY7" fmla="*/ 48693 h 344731"/>
                <a:gd name="connsiteX8" fmla="*/ 48509 w 345927"/>
                <a:gd name="connsiteY8" fmla="*/ 211 h 344731"/>
                <a:gd name="connsiteX9" fmla="*/ 173001 w 345927"/>
                <a:gd name="connsiteY9" fmla="*/ 211 h 344731"/>
                <a:gd name="connsiteX10" fmla="*/ 258441 w 345927"/>
                <a:gd name="connsiteY10" fmla="*/ 256909 h 344731"/>
                <a:gd name="connsiteX11" fmla="*/ 258441 w 345927"/>
                <a:gd name="connsiteY11" fmla="*/ 88507 h 344731"/>
                <a:gd name="connsiteX12" fmla="*/ 88229 w 345927"/>
                <a:gd name="connsiteY12" fmla="*/ 88507 h 344731"/>
                <a:gd name="connsiteX13" fmla="*/ 88229 w 345927"/>
                <a:gd name="connsiteY13" fmla="*/ 256909 h 344731"/>
                <a:gd name="connsiteX14" fmla="*/ 258441 w 345927"/>
                <a:gd name="connsiteY14" fmla="*/ 256909 h 34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5927" h="344731">
                  <a:moveTo>
                    <a:pt x="173001" y="211"/>
                  </a:moveTo>
                  <a:cubicBezTo>
                    <a:pt x="213387" y="115"/>
                    <a:pt x="253678" y="687"/>
                    <a:pt x="293969" y="20"/>
                  </a:cubicBezTo>
                  <a:cubicBezTo>
                    <a:pt x="327783" y="-647"/>
                    <a:pt x="345404" y="15355"/>
                    <a:pt x="345594" y="48788"/>
                  </a:cubicBezTo>
                  <a:cubicBezTo>
                    <a:pt x="346071" y="130608"/>
                    <a:pt x="345975" y="212428"/>
                    <a:pt x="345690" y="294247"/>
                  </a:cubicBezTo>
                  <a:cubicBezTo>
                    <a:pt x="345594" y="327204"/>
                    <a:pt x="330068" y="344920"/>
                    <a:pt x="295683" y="344730"/>
                  </a:cubicBezTo>
                  <a:cubicBezTo>
                    <a:pt x="213864" y="344349"/>
                    <a:pt x="131949" y="345111"/>
                    <a:pt x="50129" y="344444"/>
                  </a:cubicBezTo>
                  <a:cubicBezTo>
                    <a:pt x="15267" y="344158"/>
                    <a:pt x="694" y="329299"/>
                    <a:pt x="408" y="294152"/>
                  </a:cubicBezTo>
                  <a:cubicBezTo>
                    <a:pt x="-258" y="212332"/>
                    <a:pt x="27" y="130513"/>
                    <a:pt x="313" y="48693"/>
                  </a:cubicBezTo>
                  <a:cubicBezTo>
                    <a:pt x="408" y="17070"/>
                    <a:pt x="16220" y="211"/>
                    <a:pt x="48509" y="211"/>
                  </a:cubicBezTo>
                  <a:cubicBezTo>
                    <a:pt x="90039" y="211"/>
                    <a:pt x="131567" y="211"/>
                    <a:pt x="173001" y="211"/>
                  </a:cubicBezTo>
                  <a:close/>
                  <a:moveTo>
                    <a:pt x="258441" y="256909"/>
                  </a:moveTo>
                  <a:cubicBezTo>
                    <a:pt x="258441" y="200426"/>
                    <a:pt x="258441" y="146229"/>
                    <a:pt x="258441" y="88507"/>
                  </a:cubicBezTo>
                  <a:cubicBezTo>
                    <a:pt x="199767" y="88507"/>
                    <a:pt x="143664" y="88507"/>
                    <a:pt x="88229" y="88507"/>
                  </a:cubicBezTo>
                  <a:cubicBezTo>
                    <a:pt x="88229" y="146515"/>
                    <a:pt x="88229" y="201664"/>
                    <a:pt x="88229" y="256909"/>
                  </a:cubicBezTo>
                  <a:cubicBezTo>
                    <a:pt x="145950" y="256909"/>
                    <a:pt x="201291" y="256909"/>
                    <a:pt x="258441" y="2569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65" name="Forme libre : forme 185">
              <a:extLst>
                <a:ext uri="{FF2B5EF4-FFF2-40B4-BE49-F238E27FC236}">
                  <a16:creationId xmlns:a16="http://schemas.microsoft.com/office/drawing/2014/main" id="{2E2E17A9-4672-755D-825E-A2274489C659}"/>
                </a:ext>
              </a:extLst>
            </p:cNvPr>
            <p:cNvSpPr/>
            <p:nvPr/>
          </p:nvSpPr>
          <p:spPr>
            <a:xfrm>
              <a:off x="3787383" y="4831650"/>
              <a:ext cx="345792" cy="346865"/>
            </a:xfrm>
            <a:custGeom>
              <a:avLst/>
              <a:gdLst>
                <a:gd name="connsiteX0" fmla="*/ 297345 w 345792"/>
                <a:gd name="connsiteY0" fmla="*/ 595 h 346865"/>
                <a:gd name="connsiteX1" fmla="*/ 345637 w 345792"/>
                <a:gd name="connsiteY1" fmla="*/ 49840 h 346865"/>
                <a:gd name="connsiteX2" fmla="*/ 345446 w 345792"/>
                <a:gd name="connsiteY2" fmla="*/ 298918 h 346865"/>
                <a:gd name="connsiteX3" fmla="*/ 295821 w 345792"/>
                <a:gd name="connsiteY3" fmla="*/ 346543 h 346865"/>
                <a:gd name="connsiteX4" fmla="*/ 174853 w 345792"/>
                <a:gd name="connsiteY4" fmla="*/ 346639 h 346865"/>
                <a:gd name="connsiteX5" fmla="*/ 50266 w 345792"/>
                <a:gd name="connsiteY5" fmla="*/ 346353 h 346865"/>
                <a:gd name="connsiteX6" fmla="*/ 355 w 345792"/>
                <a:gd name="connsiteY6" fmla="*/ 295680 h 346865"/>
                <a:gd name="connsiteX7" fmla="*/ 165 w 345792"/>
                <a:gd name="connsiteY7" fmla="*/ 50125 h 346865"/>
                <a:gd name="connsiteX8" fmla="*/ 48266 w 345792"/>
                <a:gd name="connsiteY8" fmla="*/ 691 h 346865"/>
                <a:gd name="connsiteX9" fmla="*/ 297345 w 345792"/>
                <a:gd name="connsiteY9" fmla="*/ 595 h 346865"/>
                <a:gd name="connsiteX10" fmla="*/ 256864 w 345792"/>
                <a:gd name="connsiteY10" fmla="*/ 258723 h 346865"/>
                <a:gd name="connsiteX11" fmla="*/ 256864 w 345792"/>
                <a:gd name="connsiteY11" fmla="*/ 87177 h 346865"/>
                <a:gd name="connsiteX12" fmla="*/ 88462 w 345792"/>
                <a:gd name="connsiteY12" fmla="*/ 87177 h 346865"/>
                <a:gd name="connsiteX13" fmla="*/ 88462 w 345792"/>
                <a:gd name="connsiteY13" fmla="*/ 258723 h 346865"/>
                <a:gd name="connsiteX14" fmla="*/ 256864 w 345792"/>
                <a:gd name="connsiteY14" fmla="*/ 258723 h 346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5792" h="346865">
                  <a:moveTo>
                    <a:pt x="297345" y="595"/>
                  </a:moveTo>
                  <a:cubicBezTo>
                    <a:pt x="328587" y="786"/>
                    <a:pt x="345541" y="17931"/>
                    <a:pt x="345637" y="49840"/>
                  </a:cubicBezTo>
                  <a:cubicBezTo>
                    <a:pt x="345732" y="132802"/>
                    <a:pt x="346018" y="215860"/>
                    <a:pt x="345446" y="298918"/>
                  </a:cubicBezTo>
                  <a:cubicBezTo>
                    <a:pt x="345160" y="330541"/>
                    <a:pt x="327444" y="346543"/>
                    <a:pt x="295821" y="346543"/>
                  </a:cubicBezTo>
                  <a:cubicBezTo>
                    <a:pt x="255530" y="346639"/>
                    <a:pt x="215144" y="346639"/>
                    <a:pt x="174853" y="346639"/>
                  </a:cubicBezTo>
                  <a:cubicBezTo>
                    <a:pt x="133324" y="346639"/>
                    <a:pt x="91795" y="347305"/>
                    <a:pt x="50266" y="346353"/>
                  </a:cubicBezTo>
                  <a:cubicBezTo>
                    <a:pt x="15976" y="345686"/>
                    <a:pt x="641" y="330351"/>
                    <a:pt x="355" y="295680"/>
                  </a:cubicBezTo>
                  <a:cubicBezTo>
                    <a:pt x="-311" y="213860"/>
                    <a:pt x="165" y="131945"/>
                    <a:pt x="165" y="50125"/>
                  </a:cubicBezTo>
                  <a:cubicBezTo>
                    <a:pt x="165" y="17931"/>
                    <a:pt x="17500" y="976"/>
                    <a:pt x="48266" y="691"/>
                  </a:cubicBezTo>
                  <a:cubicBezTo>
                    <a:pt x="131324" y="-262"/>
                    <a:pt x="214382" y="-167"/>
                    <a:pt x="297345" y="595"/>
                  </a:cubicBezTo>
                  <a:close/>
                  <a:moveTo>
                    <a:pt x="256864" y="258723"/>
                  </a:moveTo>
                  <a:cubicBezTo>
                    <a:pt x="256864" y="200430"/>
                    <a:pt x="256864" y="144423"/>
                    <a:pt x="256864" y="87177"/>
                  </a:cubicBezTo>
                  <a:cubicBezTo>
                    <a:pt x="199237" y="87177"/>
                    <a:pt x="145135" y="87177"/>
                    <a:pt x="88462" y="87177"/>
                  </a:cubicBezTo>
                  <a:cubicBezTo>
                    <a:pt x="88462" y="146804"/>
                    <a:pt x="88462" y="203001"/>
                    <a:pt x="88462" y="258723"/>
                  </a:cubicBezTo>
                  <a:cubicBezTo>
                    <a:pt x="146469" y="258723"/>
                    <a:pt x="201714" y="258723"/>
                    <a:pt x="256864" y="2587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66" name="Forme libre : forme 186">
              <a:extLst>
                <a:ext uri="{FF2B5EF4-FFF2-40B4-BE49-F238E27FC236}">
                  <a16:creationId xmlns:a16="http://schemas.microsoft.com/office/drawing/2014/main" id="{F1F1FC3C-1EF8-6DFE-E7C4-DD2B4D76B49B}"/>
                </a:ext>
              </a:extLst>
            </p:cNvPr>
            <p:cNvSpPr/>
            <p:nvPr/>
          </p:nvSpPr>
          <p:spPr>
            <a:xfrm>
              <a:off x="3787342" y="3767014"/>
              <a:ext cx="345868" cy="346855"/>
            </a:xfrm>
            <a:custGeom>
              <a:avLst/>
              <a:gdLst>
                <a:gd name="connsiteX0" fmla="*/ 295957 w 345868"/>
                <a:gd name="connsiteY0" fmla="*/ 336 h 346855"/>
                <a:gd name="connsiteX1" fmla="*/ 345487 w 345868"/>
                <a:gd name="connsiteY1" fmla="*/ 48342 h 346855"/>
                <a:gd name="connsiteX2" fmla="*/ 345678 w 345868"/>
                <a:gd name="connsiteY2" fmla="*/ 297516 h 346855"/>
                <a:gd name="connsiteX3" fmla="*/ 297290 w 345868"/>
                <a:gd name="connsiteY3" fmla="*/ 346475 h 346855"/>
                <a:gd name="connsiteX4" fmla="*/ 48212 w 345868"/>
                <a:gd name="connsiteY4" fmla="*/ 346380 h 346855"/>
                <a:gd name="connsiteX5" fmla="*/ 206 w 345868"/>
                <a:gd name="connsiteY5" fmla="*/ 296945 h 346855"/>
                <a:gd name="connsiteX6" fmla="*/ 206 w 345868"/>
                <a:gd name="connsiteY6" fmla="*/ 172358 h 346855"/>
                <a:gd name="connsiteX7" fmla="*/ 396 w 345868"/>
                <a:gd name="connsiteY7" fmla="*/ 51390 h 346855"/>
                <a:gd name="connsiteX8" fmla="*/ 50403 w 345868"/>
                <a:gd name="connsiteY8" fmla="*/ 527 h 346855"/>
                <a:gd name="connsiteX9" fmla="*/ 295957 w 345868"/>
                <a:gd name="connsiteY9" fmla="*/ 336 h 346855"/>
                <a:gd name="connsiteX10" fmla="*/ 259286 w 345868"/>
                <a:gd name="connsiteY10" fmla="*/ 241700 h 346855"/>
                <a:gd name="connsiteX11" fmla="*/ 260143 w 345868"/>
                <a:gd name="connsiteY11" fmla="*/ 87776 h 346855"/>
                <a:gd name="connsiteX12" fmla="*/ 87360 w 345868"/>
                <a:gd name="connsiteY12" fmla="*/ 87776 h 346855"/>
                <a:gd name="connsiteX13" fmla="*/ 87360 w 345868"/>
                <a:gd name="connsiteY13" fmla="*/ 260940 h 346855"/>
                <a:gd name="connsiteX14" fmla="*/ 240807 w 345868"/>
                <a:gd name="connsiteY14" fmla="*/ 260083 h 346855"/>
                <a:gd name="connsiteX15" fmla="*/ 259286 w 345868"/>
                <a:gd name="connsiteY15" fmla="*/ 241700 h 34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5868" h="346855">
                  <a:moveTo>
                    <a:pt x="295957" y="336"/>
                  </a:moveTo>
                  <a:cubicBezTo>
                    <a:pt x="327390" y="432"/>
                    <a:pt x="345297" y="16624"/>
                    <a:pt x="345487" y="48342"/>
                  </a:cubicBezTo>
                  <a:cubicBezTo>
                    <a:pt x="346059" y="131400"/>
                    <a:pt x="345868" y="214458"/>
                    <a:pt x="345678" y="297516"/>
                  </a:cubicBezTo>
                  <a:cubicBezTo>
                    <a:pt x="345582" y="329139"/>
                    <a:pt x="328914" y="346284"/>
                    <a:pt x="297290" y="346475"/>
                  </a:cubicBezTo>
                  <a:cubicBezTo>
                    <a:pt x="214328" y="346951"/>
                    <a:pt x="131270" y="347046"/>
                    <a:pt x="48212" y="346380"/>
                  </a:cubicBezTo>
                  <a:cubicBezTo>
                    <a:pt x="16970" y="346094"/>
                    <a:pt x="301" y="328854"/>
                    <a:pt x="206" y="296945"/>
                  </a:cubicBezTo>
                  <a:cubicBezTo>
                    <a:pt x="206" y="255416"/>
                    <a:pt x="206" y="213887"/>
                    <a:pt x="206" y="172358"/>
                  </a:cubicBezTo>
                  <a:cubicBezTo>
                    <a:pt x="206" y="132067"/>
                    <a:pt x="-366" y="91681"/>
                    <a:pt x="396" y="51390"/>
                  </a:cubicBezTo>
                  <a:cubicBezTo>
                    <a:pt x="1063" y="16910"/>
                    <a:pt x="16113" y="812"/>
                    <a:pt x="50403" y="527"/>
                  </a:cubicBezTo>
                  <a:cubicBezTo>
                    <a:pt x="132222" y="-330"/>
                    <a:pt x="214137" y="50"/>
                    <a:pt x="295957" y="336"/>
                  </a:cubicBezTo>
                  <a:close/>
                  <a:moveTo>
                    <a:pt x="259286" y="241700"/>
                  </a:moveTo>
                  <a:cubicBezTo>
                    <a:pt x="260810" y="191027"/>
                    <a:pt x="260143" y="140354"/>
                    <a:pt x="260143" y="87776"/>
                  </a:cubicBezTo>
                  <a:cubicBezTo>
                    <a:pt x="200898" y="87776"/>
                    <a:pt x="145748" y="87776"/>
                    <a:pt x="87360" y="87776"/>
                  </a:cubicBezTo>
                  <a:cubicBezTo>
                    <a:pt x="87360" y="146164"/>
                    <a:pt x="87360" y="201504"/>
                    <a:pt x="87360" y="260940"/>
                  </a:cubicBezTo>
                  <a:cubicBezTo>
                    <a:pt x="139556" y="260940"/>
                    <a:pt x="190134" y="261702"/>
                    <a:pt x="240807" y="260083"/>
                  </a:cubicBezTo>
                  <a:cubicBezTo>
                    <a:pt x="247380" y="259892"/>
                    <a:pt x="259000" y="248272"/>
                    <a:pt x="259286" y="2417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68" name="Forme libre : forme 187">
              <a:extLst>
                <a:ext uri="{FF2B5EF4-FFF2-40B4-BE49-F238E27FC236}">
                  <a16:creationId xmlns:a16="http://schemas.microsoft.com/office/drawing/2014/main" id="{33F7CF4E-3864-48CF-84FD-8117D346FCF7}"/>
                </a:ext>
              </a:extLst>
            </p:cNvPr>
            <p:cNvSpPr/>
            <p:nvPr/>
          </p:nvSpPr>
          <p:spPr>
            <a:xfrm>
              <a:off x="3187090" y="4831614"/>
              <a:ext cx="344810" cy="346880"/>
            </a:xfrm>
            <a:custGeom>
              <a:avLst/>
              <a:gdLst>
                <a:gd name="connsiteX0" fmla="*/ 296039 w 344810"/>
                <a:gd name="connsiteY0" fmla="*/ 631 h 346880"/>
                <a:gd name="connsiteX1" fmla="*/ 344807 w 344810"/>
                <a:gd name="connsiteY1" fmla="*/ 52733 h 346880"/>
                <a:gd name="connsiteX2" fmla="*/ 344426 w 344810"/>
                <a:gd name="connsiteY2" fmla="*/ 294764 h 346880"/>
                <a:gd name="connsiteX3" fmla="*/ 292324 w 344810"/>
                <a:gd name="connsiteY3" fmla="*/ 346484 h 346880"/>
                <a:gd name="connsiteX4" fmla="*/ 174881 w 344810"/>
                <a:gd name="connsiteY4" fmla="*/ 346675 h 346880"/>
                <a:gd name="connsiteX5" fmla="*/ 50389 w 344810"/>
                <a:gd name="connsiteY5" fmla="*/ 346484 h 346880"/>
                <a:gd name="connsiteX6" fmla="*/ 287 w 344810"/>
                <a:gd name="connsiteY6" fmla="*/ 296383 h 346880"/>
                <a:gd name="connsiteX7" fmla="*/ 2 w 344810"/>
                <a:gd name="connsiteY7" fmla="*/ 50828 h 346880"/>
                <a:gd name="connsiteX8" fmla="*/ 46960 w 344810"/>
                <a:gd name="connsiteY8" fmla="*/ 727 h 346880"/>
                <a:gd name="connsiteX9" fmla="*/ 296039 w 344810"/>
                <a:gd name="connsiteY9" fmla="*/ 631 h 346880"/>
                <a:gd name="connsiteX10" fmla="*/ 256605 w 344810"/>
                <a:gd name="connsiteY10" fmla="*/ 259521 h 346880"/>
                <a:gd name="connsiteX11" fmla="*/ 256605 w 344810"/>
                <a:gd name="connsiteY11" fmla="*/ 87881 h 346880"/>
                <a:gd name="connsiteX12" fmla="*/ 88108 w 344810"/>
                <a:gd name="connsiteY12" fmla="*/ 87881 h 346880"/>
                <a:gd name="connsiteX13" fmla="*/ 88108 w 344810"/>
                <a:gd name="connsiteY13" fmla="*/ 259521 h 346880"/>
                <a:gd name="connsiteX14" fmla="*/ 256605 w 344810"/>
                <a:gd name="connsiteY14" fmla="*/ 259521 h 34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810" h="346880">
                  <a:moveTo>
                    <a:pt x="296039" y="631"/>
                  </a:moveTo>
                  <a:cubicBezTo>
                    <a:pt x="328995" y="917"/>
                    <a:pt x="345092" y="18824"/>
                    <a:pt x="344807" y="52733"/>
                  </a:cubicBezTo>
                  <a:cubicBezTo>
                    <a:pt x="344140" y="133410"/>
                    <a:pt x="344997" y="214087"/>
                    <a:pt x="344426" y="294764"/>
                  </a:cubicBezTo>
                  <a:cubicBezTo>
                    <a:pt x="344140" y="331721"/>
                    <a:pt x="329471" y="345913"/>
                    <a:pt x="292324" y="346484"/>
                  </a:cubicBezTo>
                  <a:cubicBezTo>
                    <a:pt x="253176" y="347151"/>
                    <a:pt x="214028" y="346675"/>
                    <a:pt x="174881" y="346675"/>
                  </a:cubicBezTo>
                  <a:cubicBezTo>
                    <a:pt x="133352" y="346675"/>
                    <a:pt x="91823" y="347246"/>
                    <a:pt x="50389" y="346484"/>
                  </a:cubicBezTo>
                  <a:cubicBezTo>
                    <a:pt x="15337" y="345817"/>
                    <a:pt x="573" y="331339"/>
                    <a:pt x="287" y="296383"/>
                  </a:cubicBezTo>
                  <a:cubicBezTo>
                    <a:pt x="-284" y="214563"/>
                    <a:pt x="382" y="132743"/>
                    <a:pt x="2" y="50828"/>
                  </a:cubicBezTo>
                  <a:cubicBezTo>
                    <a:pt x="-189" y="18539"/>
                    <a:pt x="15813" y="1108"/>
                    <a:pt x="46960" y="727"/>
                  </a:cubicBezTo>
                  <a:cubicBezTo>
                    <a:pt x="129923" y="-226"/>
                    <a:pt x="212981" y="-226"/>
                    <a:pt x="296039" y="631"/>
                  </a:cubicBezTo>
                  <a:close/>
                  <a:moveTo>
                    <a:pt x="256605" y="259521"/>
                  </a:moveTo>
                  <a:cubicBezTo>
                    <a:pt x="256605" y="201133"/>
                    <a:pt x="256605" y="145126"/>
                    <a:pt x="256605" y="87881"/>
                  </a:cubicBezTo>
                  <a:cubicBezTo>
                    <a:pt x="199265" y="87881"/>
                    <a:pt x="144305" y="87881"/>
                    <a:pt x="88108" y="87881"/>
                  </a:cubicBezTo>
                  <a:cubicBezTo>
                    <a:pt x="88108" y="146078"/>
                    <a:pt x="88108" y="202085"/>
                    <a:pt x="88108" y="259521"/>
                  </a:cubicBezTo>
                  <a:cubicBezTo>
                    <a:pt x="144591" y="259521"/>
                    <a:pt x="198598" y="259521"/>
                    <a:pt x="256605" y="2595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0" name="Forme libre : forme 188">
              <a:extLst>
                <a:ext uri="{FF2B5EF4-FFF2-40B4-BE49-F238E27FC236}">
                  <a16:creationId xmlns:a16="http://schemas.microsoft.com/office/drawing/2014/main" id="{7581CD66-F597-1E5D-2678-7C2A6CCD0DA4}"/>
                </a:ext>
              </a:extLst>
            </p:cNvPr>
            <p:cNvSpPr/>
            <p:nvPr/>
          </p:nvSpPr>
          <p:spPr>
            <a:xfrm>
              <a:off x="3186949" y="4300488"/>
              <a:ext cx="344922" cy="344924"/>
            </a:xfrm>
            <a:custGeom>
              <a:avLst/>
              <a:gdLst>
                <a:gd name="connsiteX0" fmla="*/ 292370 w 344922"/>
                <a:gd name="connsiteY0" fmla="*/ 357 h 344924"/>
                <a:gd name="connsiteX1" fmla="*/ 344567 w 344922"/>
                <a:gd name="connsiteY1" fmla="*/ 51316 h 344924"/>
                <a:gd name="connsiteX2" fmla="*/ 344757 w 344922"/>
                <a:gd name="connsiteY2" fmla="*/ 175903 h 344924"/>
                <a:gd name="connsiteX3" fmla="*/ 344567 w 344922"/>
                <a:gd name="connsiteY3" fmla="*/ 293251 h 344924"/>
                <a:gd name="connsiteX4" fmla="*/ 292656 w 344922"/>
                <a:gd name="connsiteY4" fmla="*/ 344495 h 344924"/>
                <a:gd name="connsiteX5" fmla="*/ 50721 w 344922"/>
                <a:gd name="connsiteY5" fmla="*/ 344495 h 344924"/>
                <a:gd name="connsiteX6" fmla="*/ 429 w 344922"/>
                <a:gd name="connsiteY6" fmla="*/ 295251 h 344924"/>
                <a:gd name="connsiteX7" fmla="*/ 429 w 344922"/>
                <a:gd name="connsiteY7" fmla="*/ 49792 h 344924"/>
                <a:gd name="connsiteX8" fmla="*/ 50530 w 344922"/>
                <a:gd name="connsiteY8" fmla="*/ 357 h 344924"/>
                <a:gd name="connsiteX9" fmla="*/ 292370 w 344922"/>
                <a:gd name="connsiteY9" fmla="*/ 357 h 344924"/>
                <a:gd name="connsiteX10" fmla="*/ 256841 w 344922"/>
                <a:gd name="connsiteY10" fmla="*/ 256484 h 344924"/>
                <a:gd name="connsiteX11" fmla="*/ 256841 w 344922"/>
                <a:gd name="connsiteY11" fmla="*/ 87797 h 344924"/>
                <a:gd name="connsiteX12" fmla="*/ 87582 w 344922"/>
                <a:gd name="connsiteY12" fmla="*/ 87797 h 344924"/>
                <a:gd name="connsiteX13" fmla="*/ 87582 w 344922"/>
                <a:gd name="connsiteY13" fmla="*/ 256484 h 344924"/>
                <a:gd name="connsiteX14" fmla="*/ 256841 w 344922"/>
                <a:gd name="connsiteY14" fmla="*/ 256484 h 344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922" h="344924">
                  <a:moveTo>
                    <a:pt x="292370" y="357"/>
                  </a:moveTo>
                  <a:cubicBezTo>
                    <a:pt x="330374" y="548"/>
                    <a:pt x="343995" y="13978"/>
                    <a:pt x="344567" y="51316"/>
                  </a:cubicBezTo>
                  <a:cubicBezTo>
                    <a:pt x="345233" y="92845"/>
                    <a:pt x="344757" y="134374"/>
                    <a:pt x="344757" y="175903"/>
                  </a:cubicBezTo>
                  <a:cubicBezTo>
                    <a:pt x="344757" y="214955"/>
                    <a:pt x="345138" y="254103"/>
                    <a:pt x="344567" y="293251"/>
                  </a:cubicBezTo>
                  <a:cubicBezTo>
                    <a:pt x="343995" y="330684"/>
                    <a:pt x="330565" y="344305"/>
                    <a:pt x="292656" y="344495"/>
                  </a:cubicBezTo>
                  <a:cubicBezTo>
                    <a:pt x="211979" y="345067"/>
                    <a:pt x="131397" y="345067"/>
                    <a:pt x="50721" y="344495"/>
                  </a:cubicBezTo>
                  <a:cubicBezTo>
                    <a:pt x="14907" y="344210"/>
                    <a:pt x="714" y="330399"/>
                    <a:pt x="429" y="295251"/>
                  </a:cubicBezTo>
                  <a:cubicBezTo>
                    <a:pt x="-143" y="213432"/>
                    <a:pt x="-143" y="131612"/>
                    <a:pt x="429" y="49792"/>
                  </a:cubicBezTo>
                  <a:cubicBezTo>
                    <a:pt x="714" y="14550"/>
                    <a:pt x="15002" y="643"/>
                    <a:pt x="50530" y="357"/>
                  </a:cubicBezTo>
                  <a:cubicBezTo>
                    <a:pt x="131207" y="-119"/>
                    <a:pt x="211788" y="-119"/>
                    <a:pt x="292370" y="357"/>
                  </a:cubicBezTo>
                  <a:close/>
                  <a:moveTo>
                    <a:pt x="256841" y="256484"/>
                  </a:moveTo>
                  <a:cubicBezTo>
                    <a:pt x="256841" y="198668"/>
                    <a:pt x="256841" y="143613"/>
                    <a:pt x="256841" y="87797"/>
                  </a:cubicBezTo>
                  <a:cubicBezTo>
                    <a:pt x="199406" y="87797"/>
                    <a:pt x="144351" y="87797"/>
                    <a:pt x="87582" y="87797"/>
                  </a:cubicBezTo>
                  <a:cubicBezTo>
                    <a:pt x="87582" y="144851"/>
                    <a:pt x="87582" y="199811"/>
                    <a:pt x="87582" y="256484"/>
                  </a:cubicBezTo>
                  <a:cubicBezTo>
                    <a:pt x="146828" y="256484"/>
                    <a:pt x="201882" y="256484"/>
                    <a:pt x="256841" y="2564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2" name="Forme libre : forme 189">
              <a:extLst>
                <a:ext uri="{FF2B5EF4-FFF2-40B4-BE49-F238E27FC236}">
                  <a16:creationId xmlns:a16="http://schemas.microsoft.com/office/drawing/2014/main" id="{C40CC1B5-4B2E-54B0-B721-ACBD0356389E}"/>
                </a:ext>
              </a:extLst>
            </p:cNvPr>
            <p:cNvSpPr/>
            <p:nvPr/>
          </p:nvSpPr>
          <p:spPr>
            <a:xfrm>
              <a:off x="3187186" y="3235747"/>
              <a:ext cx="344652" cy="345584"/>
            </a:xfrm>
            <a:custGeom>
              <a:avLst/>
              <a:gdLst>
                <a:gd name="connsiteX0" fmla="*/ 297085 w 344652"/>
                <a:gd name="connsiteY0" fmla="*/ 299 h 345584"/>
                <a:gd name="connsiteX1" fmla="*/ 344520 w 344652"/>
                <a:gd name="connsiteY1" fmla="*/ 49448 h 345584"/>
                <a:gd name="connsiteX2" fmla="*/ 344424 w 344652"/>
                <a:gd name="connsiteY2" fmla="*/ 173940 h 345584"/>
                <a:gd name="connsiteX3" fmla="*/ 344329 w 344652"/>
                <a:gd name="connsiteY3" fmla="*/ 294907 h 345584"/>
                <a:gd name="connsiteX4" fmla="*/ 294514 w 344652"/>
                <a:gd name="connsiteY4" fmla="*/ 345199 h 345584"/>
                <a:gd name="connsiteX5" fmla="*/ 49054 w 344652"/>
                <a:gd name="connsiteY5" fmla="*/ 345390 h 345584"/>
                <a:gd name="connsiteX6" fmla="*/ 96 w 344652"/>
                <a:gd name="connsiteY6" fmla="*/ 297669 h 345584"/>
                <a:gd name="connsiteX7" fmla="*/ 0 w 344652"/>
                <a:gd name="connsiteY7" fmla="*/ 48591 h 345584"/>
                <a:gd name="connsiteX8" fmla="*/ 48102 w 344652"/>
                <a:gd name="connsiteY8" fmla="*/ 204 h 345584"/>
                <a:gd name="connsiteX9" fmla="*/ 297085 w 344652"/>
                <a:gd name="connsiteY9" fmla="*/ 299 h 345584"/>
                <a:gd name="connsiteX10" fmla="*/ 256128 w 344652"/>
                <a:gd name="connsiteY10" fmla="*/ 257950 h 345584"/>
                <a:gd name="connsiteX11" fmla="*/ 256128 w 344652"/>
                <a:gd name="connsiteY11" fmla="*/ 88596 h 345584"/>
                <a:gd name="connsiteX12" fmla="*/ 86773 w 344652"/>
                <a:gd name="connsiteY12" fmla="*/ 88596 h 345584"/>
                <a:gd name="connsiteX13" fmla="*/ 86773 w 344652"/>
                <a:gd name="connsiteY13" fmla="*/ 257950 h 345584"/>
                <a:gd name="connsiteX14" fmla="*/ 256128 w 344652"/>
                <a:gd name="connsiteY14" fmla="*/ 257950 h 34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652" h="345584">
                  <a:moveTo>
                    <a:pt x="297085" y="299"/>
                  </a:moveTo>
                  <a:cubicBezTo>
                    <a:pt x="328899" y="489"/>
                    <a:pt x="344710" y="17349"/>
                    <a:pt x="344520" y="49448"/>
                  </a:cubicBezTo>
                  <a:cubicBezTo>
                    <a:pt x="344234" y="90977"/>
                    <a:pt x="344424" y="132506"/>
                    <a:pt x="344424" y="173940"/>
                  </a:cubicBezTo>
                  <a:cubicBezTo>
                    <a:pt x="344424" y="214326"/>
                    <a:pt x="344996" y="254616"/>
                    <a:pt x="344329" y="294907"/>
                  </a:cubicBezTo>
                  <a:cubicBezTo>
                    <a:pt x="343663" y="330054"/>
                    <a:pt x="329375" y="344913"/>
                    <a:pt x="294514" y="345199"/>
                  </a:cubicBezTo>
                  <a:cubicBezTo>
                    <a:pt x="212694" y="345866"/>
                    <a:pt x="130874" y="345485"/>
                    <a:pt x="49054" y="345390"/>
                  </a:cubicBezTo>
                  <a:cubicBezTo>
                    <a:pt x="17622" y="345294"/>
                    <a:pt x="191" y="330054"/>
                    <a:pt x="96" y="297669"/>
                  </a:cubicBezTo>
                  <a:cubicBezTo>
                    <a:pt x="0" y="214611"/>
                    <a:pt x="191" y="131649"/>
                    <a:pt x="0" y="48591"/>
                  </a:cubicBezTo>
                  <a:cubicBezTo>
                    <a:pt x="-95" y="16206"/>
                    <a:pt x="16479" y="299"/>
                    <a:pt x="48102" y="204"/>
                  </a:cubicBezTo>
                  <a:cubicBezTo>
                    <a:pt x="131160" y="-82"/>
                    <a:pt x="214123" y="-82"/>
                    <a:pt x="297085" y="299"/>
                  </a:cubicBezTo>
                  <a:close/>
                  <a:moveTo>
                    <a:pt x="256128" y="257950"/>
                  </a:moveTo>
                  <a:cubicBezTo>
                    <a:pt x="256128" y="199848"/>
                    <a:pt x="256128" y="143745"/>
                    <a:pt x="256128" y="88596"/>
                  </a:cubicBezTo>
                  <a:cubicBezTo>
                    <a:pt x="198121" y="88596"/>
                    <a:pt x="143066" y="88596"/>
                    <a:pt x="86773" y="88596"/>
                  </a:cubicBezTo>
                  <a:cubicBezTo>
                    <a:pt x="86773" y="145936"/>
                    <a:pt x="86773" y="200324"/>
                    <a:pt x="86773" y="257950"/>
                  </a:cubicBezTo>
                  <a:cubicBezTo>
                    <a:pt x="145257" y="257950"/>
                    <a:pt x="200406" y="257950"/>
                    <a:pt x="256128" y="257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3" name="Forme libre : forme 190">
              <a:extLst>
                <a:ext uri="{FF2B5EF4-FFF2-40B4-BE49-F238E27FC236}">
                  <a16:creationId xmlns:a16="http://schemas.microsoft.com/office/drawing/2014/main" id="{02473725-79ED-8563-AB91-33542517FBFC}"/>
                </a:ext>
              </a:extLst>
            </p:cNvPr>
            <p:cNvSpPr/>
            <p:nvPr/>
          </p:nvSpPr>
          <p:spPr>
            <a:xfrm>
              <a:off x="3187186" y="3767040"/>
              <a:ext cx="344520" cy="346900"/>
            </a:xfrm>
            <a:custGeom>
              <a:avLst/>
              <a:gdLst>
                <a:gd name="connsiteX0" fmla="*/ 296704 w 344520"/>
                <a:gd name="connsiteY0" fmla="*/ 500 h 346900"/>
                <a:gd name="connsiteX1" fmla="*/ 344520 w 344520"/>
                <a:gd name="connsiteY1" fmla="*/ 49744 h 346900"/>
                <a:gd name="connsiteX2" fmla="*/ 344424 w 344520"/>
                <a:gd name="connsiteY2" fmla="*/ 174331 h 346900"/>
                <a:gd name="connsiteX3" fmla="*/ 344424 w 344520"/>
                <a:gd name="connsiteY3" fmla="*/ 298918 h 346900"/>
                <a:gd name="connsiteX4" fmla="*/ 298609 w 344520"/>
                <a:gd name="connsiteY4" fmla="*/ 346258 h 346900"/>
                <a:gd name="connsiteX5" fmla="*/ 45911 w 344520"/>
                <a:gd name="connsiteY5" fmla="*/ 346258 h 346900"/>
                <a:gd name="connsiteX6" fmla="*/ 0 w 344520"/>
                <a:gd name="connsiteY6" fmla="*/ 299013 h 346900"/>
                <a:gd name="connsiteX7" fmla="*/ 0 w 344520"/>
                <a:gd name="connsiteY7" fmla="*/ 49840 h 346900"/>
                <a:gd name="connsiteX8" fmla="*/ 47625 w 344520"/>
                <a:gd name="connsiteY8" fmla="*/ 500 h 346900"/>
                <a:gd name="connsiteX9" fmla="*/ 296704 w 344520"/>
                <a:gd name="connsiteY9" fmla="*/ 500 h 346900"/>
                <a:gd name="connsiteX10" fmla="*/ 256414 w 344520"/>
                <a:gd name="connsiteY10" fmla="*/ 258913 h 346900"/>
                <a:gd name="connsiteX11" fmla="*/ 256414 w 344520"/>
                <a:gd name="connsiteY11" fmla="*/ 87844 h 346900"/>
                <a:gd name="connsiteX12" fmla="*/ 88107 w 344520"/>
                <a:gd name="connsiteY12" fmla="*/ 87844 h 346900"/>
                <a:gd name="connsiteX13" fmla="*/ 88107 w 344520"/>
                <a:gd name="connsiteY13" fmla="*/ 258913 h 346900"/>
                <a:gd name="connsiteX14" fmla="*/ 256414 w 344520"/>
                <a:gd name="connsiteY14" fmla="*/ 258913 h 34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520" h="346900">
                  <a:moveTo>
                    <a:pt x="296704" y="500"/>
                  </a:moveTo>
                  <a:cubicBezTo>
                    <a:pt x="328041" y="786"/>
                    <a:pt x="344615" y="17645"/>
                    <a:pt x="344520" y="49744"/>
                  </a:cubicBezTo>
                  <a:cubicBezTo>
                    <a:pt x="344329" y="91273"/>
                    <a:pt x="344424" y="132802"/>
                    <a:pt x="344424" y="174331"/>
                  </a:cubicBezTo>
                  <a:cubicBezTo>
                    <a:pt x="344424" y="215860"/>
                    <a:pt x="344424" y="257389"/>
                    <a:pt x="344424" y="298918"/>
                  </a:cubicBezTo>
                  <a:cubicBezTo>
                    <a:pt x="344424" y="329494"/>
                    <a:pt x="328041" y="345972"/>
                    <a:pt x="298609" y="346258"/>
                  </a:cubicBezTo>
                  <a:cubicBezTo>
                    <a:pt x="214313" y="347115"/>
                    <a:pt x="130112" y="347115"/>
                    <a:pt x="45911" y="346258"/>
                  </a:cubicBezTo>
                  <a:cubicBezTo>
                    <a:pt x="16479" y="345972"/>
                    <a:pt x="0" y="329589"/>
                    <a:pt x="0" y="299013"/>
                  </a:cubicBezTo>
                  <a:cubicBezTo>
                    <a:pt x="96" y="215955"/>
                    <a:pt x="191" y="132897"/>
                    <a:pt x="0" y="49840"/>
                  </a:cubicBezTo>
                  <a:cubicBezTo>
                    <a:pt x="-95" y="17645"/>
                    <a:pt x="16288" y="786"/>
                    <a:pt x="47625" y="500"/>
                  </a:cubicBezTo>
                  <a:cubicBezTo>
                    <a:pt x="130683" y="-167"/>
                    <a:pt x="213741" y="-167"/>
                    <a:pt x="296704" y="500"/>
                  </a:cubicBezTo>
                  <a:close/>
                  <a:moveTo>
                    <a:pt x="256414" y="258913"/>
                  </a:moveTo>
                  <a:cubicBezTo>
                    <a:pt x="256414" y="200620"/>
                    <a:pt x="256414" y="144613"/>
                    <a:pt x="256414" y="87844"/>
                  </a:cubicBezTo>
                  <a:cubicBezTo>
                    <a:pt x="198978" y="87844"/>
                    <a:pt x="144019" y="87844"/>
                    <a:pt x="88107" y="87844"/>
                  </a:cubicBezTo>
                  <a:cubicBezTo>
                    <a:pt x="88107" y="145851"/>
                    <a:pt x="88107" y="201763"/>
                    <a:pt x="88107" y="258913"/>
                  </a:cubicBezTo>
                  <a:cubicBezTo>
                    <a:pt x="145638" y="258913"/>
                    <a:pt x="200597" y="258913"/>
                    <a:pt x="256414" y="2589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4" name="Forme libre : forme 191">
              <a:extLst>
                <a:ext uri="{FF2B5EF4-FFF2-40B4-BE49-F238E27FC236}">
                  <a16:creationId xmlns:a16="http://schemas.microsoft.com/office/drawing/2014/main" id="{BB69F022-D005-F6B2-5F06-BCF90F25F966}"/>
                </a:ext>
              </a:extLst>
            </p:cNvPr>
            <p:cNvSpPr/>
            <p:nvPr/>
          </p:nvSpPr>
          <p:spPr>
            <a:xfrm>
              <a:off x="2374411" y="4831474"/>
              <a:ext cx="344717" cy="346969"/>
            </a:xfrm>
            <a:custGeom>
              <a:avLst/>
              <a:gdLst>
                <a:gd name="connsiteX0" fmla="*/ 294235 w 344717"/>
                <a:gd name="connsiteY0" fmla="*/ 580 h 346969"/>
                <a:gd name="connsiteX1" fmla="*/ 344717 w 344717"/>
                <a:gd name="connsiteY1" fmla="*/ 51063 h 346969"/>
                <a:gd name="connsiteX2" fmla="*/ 344336 w 344717"/>
                <a:gd name="connsiteY2" fmla="*/ 296617 h 346969"/>
                <a:gd name="connsiteX3" fmla="*/ 294235 w 344717"/>
                <a:gd name="connsiteY3" fmla="*/ 346528 h 346969"/>
                <a:gd name="connsiteX4" fmla="*/ 48680 w 344717"/>
                <a:gd name="connsiteY4" fmla="*/ 346623 h 346969"/>
                <a:gd name="connsiteX5" fmla="*/ 103 w 344717"/>
                <a:gd name="connsiteY5" fmla="*/ 298332 h 346969"/>
                <a:gd name="connsiteX6" fmla="*/ 103 w 344717"/>
                <a:gd name="connsiteY6" fmla="*/ 173840 h 346969"/>
                <a:gd name="connsiteX7" fmla="*/ 198 w 344717"/>
                <a:gd name="connsiteY7" fmla="*/ 56397 h 346969"/>
                <a:gd name="connsiteX8" fmla="*/ 52205 w 344717"/>
                <a:gd name="connsiteY8" fmla="*/ 580 h 346969"/>
                <a:gd name="connsiteX9" fmla="*/ 294235 w 344717"/>
                <a:gd name="connsiteY9" fmla="*/ 580 h 346969"/>
                <a:gd name="connsiteX10" fmla="*/ 256516 w 344717"/>
                <a:gd name="connsiteY10" fmla="*/ 259755 h 346969"/>
                <a:gd name="connsiteX11" fmla="*/ 256516 w 344717"/>
                <a:gd name="connsiteY11" fmla="*/ 88115 h 346969"/>
                <a:gd name="connsiteX12" fmla="*/ 88114 w 344717"/>
                <a:gd name="connsiteY12" fmla="*/ 88115 h 346969"/>
                <a:gd name="connsiteX13" fmla="*/ 88114 w 344717"/>
                <a:gd name="connsiteY13" fmla="*/ 259755 h 346969"/>
                <a:gd name="connsiteX14" fmla="*/ 256516 w 344717"/>
                <a:gd name="connsiteY14" fmla="*/ 259755 h 34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717" h="346969">
                  <a:moveTo>
                    <a:pt x="294235" y="580"/>
                  </a:moveTo>
                  <a:cubicBezTo>
                    <a:pt x="326620" y="771"/>
                    <a:pt x="344813" y="16487"/>
                    <a:pt x="344717" y="51063"/>
                  </a:cubicBezTo>
                  <a:cubicBezTo>
                    <a:pt x="344241" y="132882"/>
                    <a:pt x="345003" y="214797"/>
                    <a:pt x="344336" y="296617"/>
                  </a:cubicBezTo>
                  <a:cubicBezTo>
                    <a:pt x="344051" y="331479"/>
                    <a:pt x="329192" y="346338"/>
                    <a:pt x="294235" y="346528"/>
                  </a:cubicBezTo>
                  <a:cubicBezTo>
                    <a:pt x="212320" y="347195"/>
                    <a:pt x="130500" y="347004"/>
                    <a:pt x="48680" y="346623"/>
                  </a:cubicBezTo>
                  <a:cubicBezTo>
                    <a:pt x="17248" y="346528"/>
                    <a:pt x="198" y="330717"/>
                    <a:pt x="103" y="298332"/>
                  </a:cubicBezTo>
                  <a:cubicBezTo>
                    <a:pt x="103" y="256898"/>
                    <a:pt x="103" y="215369"/>
                    <a:pt x="103" y="173840"/>
                  </a:cubicBezTo>
                  <a:cubicBezTo>
                    <a:pt x="103" y="134692"/>
                    <a:pt x="-183" y="95544"/>
                    <a:pt x="198" y="56397"/>
                  </a:cubicBezTo>
                  <a:cubicBezTo>
                    <a:pt x="579" y="15915"/>
                    <a:pt x="13247" y="1056"/>
                    <a:pt x="52205" y="580"/>
                  </a:cubicBezTo>
                  <a:cubicBezTo>
                    <a:pt x="132881" y="-372"/>
                    <a:pt x="213558" y="9"/>
                    <a:pt x="294235" y="580"/>
                  </a:cubicBezTo>
                  <a:close/>
                  <a:moveTo>
                    <a:pt x="256516" y="259755"/>
                  </a:moveTo>
                  <a:cubicBezTo>
                    <a:pt x="256516" y="201081"/>
                    <a:pt x="256516" y="145170"/>
                    <a:pt x="256516" y="88115"/>
                  </a:cubicBezTo>
                  <a:cubicBezTo>
                    <a:pt x="198985" y="88115"/>
                    <a:pt x="143930" y="88115"/>
                    <a:pt x="88114" y="88115"/>
                  </a:cubicBezTo>
                  <a:cubicBezTo>
                    <a:pt x="88114" y="146408"/>
                    <a:pt x="88114" y="202415"/>
                    <a:pt x="88114" y="259755"/>
                  </a:cubicBezTo>
                  <a:cubicBezTo>
                    <a:pt x="144692" y="259755"/>
                    <a:pt x="198699" y="259755"/>
                    <a:pt x="256516" y="2597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7" name="Forme libre : forme 192">
              <a:extLst>
                <a:ext uri="{FF2B5EF4-FFF2-40B4-BE49-F238E27FC236}">
                  <a16:creationId xmlns:a16="http://schemas.microsoft.com/office/drawing/2014/main" id="{94BCF20D-6F3E-01C9-8F78-D313C9B4D022}"/>
                </a:ext>
              </a:extLst>
            </p:cNvPr>
            <p:cNvSpPr/>
            <p:nvPr/>
          </p:nvSpPr>
          <p:spPr>
            <a:xfrm>
              <a:off x="2374349" y="3766993"/>
              <a:ext cx="344706" cy="347067"/>
            </a:xfrm>
            <a:custGeom>
              <a:avLst/>
              <a:gdLst>
                <a:gd name="connsiteX0" fmla="*/ 297535 w 344706"/>
                <a:gd name="connsiteY0" fmla="*/ 548 h 347067"/>
                <a:gd name="connsiteX1" fmla="*/ 344684 w 344706"/>
                <a:gd name="connsiteY1" fmla="*/ 50459 h 347067"/>
                <a:gd name="connsiteX2" fmla="*/ 344398 w 344706"/>
                <a:gd name="connsiteY2" fmla="*/ 296013 h 347067"/>
                <a:gd name="connsiteX3" fmla="*/ 294583 w 344706"/>
                <a:gd name="connsiteY3" fmla="*/ 346400 h 347067"/>
                <a:gd name="connsiteX4" fmla="*/ 49028 w 344706"/>
                <a:gd name="connsiteY4" fmla="*/ 346305 h 347067"/>
                <a:gd name="connsiteX5" fmla="*/ 355 w 344706"/>
                <a:gd name="connsiteY5" fmla="*/ 294870 h 347067"/>
                <a:gd name="connsiteX6" fmla="*/ 165 w 344706"/>
                <a:gd name="connsiteY6" fmla="*/ 173807 h 347067"/>
                <a:gd name="connsiteX7" fmla="*/ 165 w 344706"/>
                <a:gd name="connsiteY7" fmla="*/ 49220 h 347067"/>
                <a:gd name="connsiteX8" fmla="*/ 48457 w 344706"/>
                <a:gd name="connsiteY8" fmla="*/ 452 h 347067"/>
                <a:gd name="connsiteX9" fmla="*/ 297535 w 344706"/>
                <a:gd name="connsiteY9" fmla="*/ 548 h 347067"/>
                <a:gd name="connsiteX10" fmla="*/ 257149 w 344706"/>
                <a:gd name="connsiteY10" fmla="*/ 258104 h 347067"/>
                <a:gd name="connsiteX11" fmla="*/ 257149 w 344706"/>
                <a:gd name="connsiteY11" fmla="*/ 88559 h 347067"/>
                <a:gd name="connsiteX12" fmla="*/ 87604 w 344706"/>
                <a:gd name="connsiteY12" fmla="*/ 88559 h 347067"/>
                <a:gd name="connsiteX13" fmla="*/ 87604 w 344706"/>
                <a:gd name="connsiteY13" fmla="*/ 258104 h 347067"/>
                <a:gd name="connsiteX14" fmla="*/ 257149 w 344706"/>
                <a:gd name="connsiteY14" fmla="*/ 258104 h 347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706" h="347067">
                  <a:moveTo>
                    <a:pt x="297535" y="548"/>
                  </a:moveTo>
                  <a:cubicBezTo>
                    <a:pt x="328968" y="929"/>
                    <a:pt x="344779" y="18455"/>
                    <a:pt x="344684" y="50459"/>
                  </a:cubicBezTo>
                  <a:cubicBezTo>
                    <a:pt x="344398" y="132278"/>
                    <a:pt x="345065" y="214193"/>
                    <a:pt x="344398" y="296013"/>
                  </a:cubicBezTo>
                  <a:cubicBezTo>
                    <a:pt x="344113" y="331446"/>
                    <a:pt x="330111" y="346019"/>
                    <a:pt x="294583" y="346400"/>
                  </a:cubicBezTo>
                  <a:cubicBezTo>
                    <a:pt x="212763" y="347258"/>
                    <a:pt x="130848" y="347353"/>
                    <a:pt x="49028" y="346305"/>
                  </a:cubicBezTo>
                  <a:cubicBezTo>
                    <a:pt x="14166" y="345924"/>
                    <a:pt x="832" y="330779"/>
                    <a:pt x="355" y="294870"/>
                  </a:cubicBezTo>
                  <a:cubicBezTo>
                    <a:pt x="-311" y="254484"/>
                    <a:pt x="165" y="214193"/>
                    <a:pt x="165" y="173807"/>
                  </a:cubicBezTo>
                  <a:cubicBezTo>
                    <a:pt x="165" y="132278"/>
                    <a:pt x="260" y="90749"/>
                    <a:pt x="165" y="49220"/>
                  </a:cubicBezTo>
                  <a:cubicBezTo>
                    <a:pt x="70" y="16931"/>
                    <a:pt x="17310" y="738"/>
                    <a:pt x="48457" y="452"/>
                  </a:cubicBezTo>
                  <a:cubicBezTo>
                    <a:pt x="131419" y="-119"/>
                    <a:pt x="214477" y="-214"/>
                    <a:pt x="297535" y="548"/>
                  </a:cubicBezTo>
                  <a:close/>
                  <a:moveTo>
                    <a:pt x="257149" y="258104"/>
                  </a:moveTo>
                  <a:cubicBezTo>
                    <a:pt x="257149" y="199906"/>
                    <a:pt x="257149" y="144756"/>
                    <a:pt x="257149" y="88559"/>
                  </a:cubicBezTo>
                  <a:cubicBezTo>
                    <a:pt x="199333" y="88559"/>
                    <a:pt x="143516" y="88559"/>
                    <a:pt x="87604" y="88559"/>
                  </a:cubicBezTo>
                  <a:cubicBezTo>
                    <a:pt x="87604" y="146471"/>
                    <a:pt x="87604" y="201716"/>
                    <a:pt x="87604" y="258104"/>
                  </a:cubicBezTo>
                  <a:cubicBezTo>
                    <a:pt x="145231" y="258104"/>
                    <a:pt x="200952" y="258104"/>
                    <a:pt x="257149" y="2581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8" name="Forme libre : forme 193">
              <a:extLst>
                <a:ext uri="{FF2B5EF4-FFF2-40B4-BE49-F238E27FC236}">
                  <a16:creationId xmlns:a16="http://schemas.microsoft.com/office/drawing/2014/main" id="{3D774D1D-A4C2-C0B2-5631-43F3ACD32B22}"/>
                </a:ext>
              </a:extLst>
            </p:cNvPr>
            <p:cNvSpPr/>
            <p:nvPr/>
          </p:nvSpPr>
          <p:spPr>
            <a:xfrm>
              <a:off x="2374349" y="2703360"/>
              <a:ext cx="344753" cy="344936"/>
            </a:xfrm>
            <a:custGeom>
              <a:avLst/>
              <a:gdLst>
                <a:gd name="connsiteX0" fmla="*/ 297250 w 344753"/>
                <a:gd name="connsiteY0" fmla="*/ 143 h 344936"/>
                <a:gd name="connsiteX1" fmla="*/ 344589 w 344753"/>
                <a:gd name="connsiteY1" fmla="*/ 49197 h 344936"/>
                <a:gd name="connsiteX2" fmla="*/ 344398 w 344753"/>
                <a:gd name="connsiteY2" fmla="*/ 294656 h 344936"/>
                <a:gd name="connsiteX3" fmla="*/ 294773 w 344753"/>
                <a:gd name="connsiteY3" fmla="*/ 344472 h 344936"/>
                <a:gd name="connsiteX4" fmla="*/ 49314 w 344753"/>
                <a:gd name="connsiteY4" fmla="*/ 344472 h 344936"/>
                <a:gd name="connsiteX5" fmla="*/ 355 w 344753"/>
                <a:gd name="connsiteY5" fmla="*/ 293989 h 344936"/>
                <a:gd name="connsiteX6" fmla="*/ 165 w 344753"/>
                <a:gd name="connsiteY6" fmla="*/ 173022 h 344936"/>
                <a:gd name="connsiteX7" fmla="*/ 165 w 344753"/>
                <a:gd name="connsiteY7" fmla="*/ 48530 h 344936"/>
                <a:gd name="connsiteX8" fmla="*/ 48266 w 344753"/>
                <a:gd name="connsiteY8" fmla="*/ 143 h 344936"/>
                <a:gd name="connsiteX9" fmla="*/ 297250 w 344753"/>
                <a:gd name="connsiteY9" fmla="*/ 143 h 344936"/>
                <a:gd name="connsiteX10" fmla="*/ 256673 w 344753"/>
                <a:gd name="connsiteY10" fmla="*/ 257508 h 344936"/>
                <a:gd name="connsiteX11" fmla="*/ 256673 w 344753"/>
                <a:gd name="connsiteY11" fmla="*/ 87678 h 344936"/>
                <a:gd name="connsiteX12" fmla="*/ 88747 w 344753"/>
                <a:gd name="connsiteY12" fmla="*/ 87678 h 344936"/>
                <a:gd name="connsiteX13" fmla="*/ 88747 w 344753"/>
                <a:gd name="connsiteY13" fmla="*/ 257508 h 344936"/>
                <a:gd name="connsiteX14" fmla="*/ 256673 w 344753"/>
                <a:gd name="connsiteY14" fmla="*/ 257508 h 344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753" h="344936">
                  <a:moveTo>
                    <a:pt x="297250" y="143"/>
                  </a:moveTo>
                  <a:cubicBezTo>
                    <a:pt x="329444" y="238"/>
                    <a:pt x="344684" y="17478"/>
                    <a:pt x="344589" y="49197"/>
                  </a:cubicBezTo>
                  <a:cubicBezTo>
                    <a:pt x="344589" y="131016"/>
                    <a:pt x="345065" y="212836"/>
                    <a:pt x="344398" y="294656"/>
                  </a:cubicBezTo>
                  <a:cubicBezTo>
                    <a:pt x="344113" y="330375"/>
                    <a:pt x="330396" y="344186"/>
                    <a:pt x="294773" y="344472"/>
                  </a:cubicBezTo>
                  <a:cubicBezTo>
                    <a:pt x="212953" y="345043"/>
                    <a:pt x="131133" y="345138"/>
                    <a:pt x="49314" y="344472"/>
                  </a:cubicBezTo>
                  <a:cubicBezTo>
                    <a:pt x="14166" y="344091"/>
                    <a:pt x="832" y="329898"/>
                    <a:pt x="355" y="293989"/>
                  </a:cubicBezTo>
                  <a:cubicBezTo>
                    <a:pt x="-311" y="253698"/>
                    <a:pt x="165" y="213408"/>
                    <a:pt x="165" y="173022"/>
                  </a:cubicBezTo>
                  <a:cubicBezTo>
                    <a:pt x="165" y="131588"/>
                    <a:pt x="165" y="90059"/>
                    <a:pt x="165" y="48530"/>
                  </a:cubicBezTo>
                  <a:cubicBezTo>
                    <a:pt x="165" y="16526"/>
                    <a:pt x="16357" y="238"/>
                    <a:pt x="48266" y="143"/>
                  </a:cubicBezTo>
                  <a:cubicBezTo>
                    <a:pt x="131229" y="-48"/>
                    <a:pt x="214192" y="-48"/>
                    <a:pt x="297250" y="143"/>
                  </a:cubicBezTo>
                  <a:close/>
                  <a:moveTo>
                    <a:pt x="256673" y="257508"/>
                  </a:moveTo>
                  <a:cubicBezTo>
                    <a:pt x="256673" y="198358"/>
                    <a:pt x="256673" y="143304"/>
                    <a:pt x="256673" y="87678"/>
                  </a:cubicBezTo>
                  <a:cubicBezTo>
                    <a:pt x="199142" y="87678"/>
                    <a:pt x="144087" y="87678"/>
                    <a:pt x="88747" y="87678"/>
                  </a:cubicBezTo>
                  <a:cubicBezTo>
                    <a:pt x="88747" y="145685"/>
                    <a:pt x="88747" y="201597"/>
                    <a:pt x="88747" y="257508"/>
                  </a:cubicBezTo>
                  <a:cubicBezTo>
                    <a:pt x="145993" y="257508"/>
                    <a:pt x="200190" y="257508"/>
                    <a:pt x="256673" y="2575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80" name="Forme libre : forme 194">
              <a:extLst>
                <a:ext uri="{FF2B5EF4-FFF2-40B4-BE49-F238E27FC236}">
                  <a16:creationId xmlns:a16="http://schemas.microsoft.com/office/drawing/2014/main" id="{ED3A5FC5-1597-9377-6E2E-F96FE6C62971}"/>
                </a:ext>
              </a:extLst>
            </p:cNvPr>
            <p:cNvSpPr/>
            <p:nvPr/>
          </p:nvSpPr>
          <p:spPr>
            <a:xfrm>
              <a:off x="2374328" y="3235747"/>
              <a:ext cx="344774" cy="345674"/>
            </a:xfrm>
            <a:custGeom>
              <a:avLst/>
              <a:gdLst>
                <a:gd name="connsiteX0" fmla="*/ 298795 w 344774"/>
                <a:gd name="connsiteY0" fmla="*/ 394 h 345674"/>
                <a:gd name="connsiteX1" fmla="*/ 344610 w 344774"/>
                <a:gd name="connsiteY1" fmla="*/ 47352 h 345674"/>
                <a:gd name="connsiteX2" fmla="*/ 344419 w 344774"/>
                <a:gd name="connsiteY2" fmla="*/ 296431 h 345674"/>
                <a:gd name="connsiteX3" fmla="*/ 293270 w 344774"/>
                <a:gd name="connsiteY3" fmla="*/ 345294 h 345674"/>
                <a:gd name="connsiteX4" fmla="*/ 51335 w 344774"/>
                <a:gd name="connsiteY4" fmla="*/ 345199 h 345674"/>
                <a:gd name="connsiteX5" fmla="*/ 281 w 344774"/>
                <a:gd name="connsiteY5" fmla="*/ 292621 h 345674"/>
                <a:gd name="connsiteX6" fmla="*/ 186 w 344774"/>
                <a:gd name="connsiteY6" fmla="*/ 171653 h 345674"/>
                <a:gd name="connsiteX7" fmla="*/ 281 w 344774"/>
                <a:gd name="connsiteY7" fmla="*/ 47161 h 345674"/>
                <a:gd name="connsiteX8" fmla="*/ 46287 w 344774"/>
                <a:gd name="connsiteY8" fmla="*/ 394 h 345674"/>
                <a:gd name="connsiteX9" fmla="*/ 298795 w 344774"/>
                <a:gd name="connsiteY9" fmla="*/ 394 h 345674"/>
                <a:gd name="connsiteX10" fmla="*/ 256027 w 344774"/>
                <a:gd name="connsiteY10" fmla="*/ 257855 h 345674"/>
                <a:gd name="connsiteX11" fmla="*/ 256027 w 344774"/>
                <a:gd name="connsiteY11" fmla="*/ 87357 h 345674"/>
                <a:gd name="connsiteX12" fmla="*/ 88102 w 344774"/>
                <a:gd name="connsiteY12" fmla="*/ 87357 h 345674"/>
                <a:gd name="connsiteX13" fmla="*/ 88102 w 344774"/>
                <a:gd name="connsiteY13" fmla="*/ 257855 h 345674"/>
                <a:gd name="connsiteX14" fmla="*/ 256027 w 344774"/>
                <a:gd name="connsiteY14" fmla="*/ 257855 h 345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774" h="345674">
                  <a:moveTo>
                    <a:pt x="298795" y="394"/>
                  </a:moveTo>
                  <a:cubicBezTo>
                    <a:pt x="328798" y="584"/>
                    <a:pt x="344610" y="16872"/>
                    <a:pt x="344610" y="47352"/>
                  </a:cubicBezTo>
                  <a:cubicBezTo>
                    <a:pt x="344610" y="130410"/>
                    <a:pt x="345086" y="213373"/>
                    <a:pt x="344419" y="296431"/>
                  </a:cubicBezTo>
                  <a:cubicBezTo>
                    <a:pt x="344134" y="330721"/>
                    <a:pt x="328894" y="345008"/>
                    <a:pt x="293270" y="345294"/>
                  </a:cubicBezTo>
                  <a:cubicBezTo>
                    <a:pt x="212593" y="345770"/>
                    <a:pt x="132012" y="345865"/>
                    <a:pt x="51335" y="345199"/>
                  </a:cubicBezTo>
                  <a:cubicBezTo>
                    <a:pt x="14664" y="345008"/>
                    <a:pt x="853" y="330244"/>
                    <a:pt x="281" y="292621"/>
                  </a:cubicBezTo>
                  <a:cubicBezTo>
                    <a:pt x="-290" y="252330"/>
                    <a:pt x="186" y="211944"/>
                    <a:pt x="186" y="171653"/>
                  </a:cubicBezTo>
                  <a:cubicBezTo>
                    <a:pt x="281" y="130124"/>
                    <a:pt x="186" y="88690"/>
                    <a:pt x="281" y="47161"/>
                  </a:cubicBezTo>
                  <a:cubicBezTo>
                    <a:pt x="281" y="16586"/>
                    <a:pt x="16379" y="584"/>
                    <a:pt x="46287" y="394"/>
                  </a:cubicBezTo>
                  <a:cubicBezTo>
                    <a:pt x="130488" y="-83"/>
                    <a:pt x="214594" y="-178"/>
                    <a:pt x="298795" y="394"/>
                  </a:cubicBezTo>
                  <a:close/>
                  <a:moveTo>
                    <a:pt x="256027" y="257855"/>
                  </a:moveTo>
                  <a:cubicBezTo>
                    <a:pt x="256027" y="199657"/>
                    <a:pt x="256027" y="143555"/>
                    <a:pt x="256027" y="87357"/>
                  </a:cubicBezTo>
                  <a:cubicBezTo>
                    <a:pt x="198687" y="87357"/>
                    <a:pt x="144394" y="87357"/>
                    <a:pt x="88102" y="87357"/>
                  </a:cubicBezTo>
                  <a:cubicBezTo>
                    <a:pt x="88102" y="147079"/>
                    <a:pt x="88102" y="202228"/>
                    <a:pt x="88102" y="257855"/>
                  </a:cubicBezTo>
                  <a:cubicBezTo>
                    <a:pt x="145728" y="257855"/>
                    <a:pt x="200878" y="257855"/>
                    <a:pt x="256027" y="257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82" name="Forme libre : forme 195">
              <a:extLst>
                <a:ext uri="{FF2B5EF4-FFF2-40B4-BE49-F238E27FC236}">
                  <a16:creationId xmlns:a16="http://schemas.microsoft.com/office/drawing/2014/main" id="{D3597920-8D1A-D91F-E0AB-DC830F0B617F}"/>
                </a:ext>
              </a:extLst>
            </p:cNvPr>
            <p:cNvSpPr/>
            <p:nvPr/>
          </p:nvSpPr>
          <p:spPr>
            <a:xfrm>
              <a:off x="2374418" y="4300451"/>
              <a:ext cx="344710" cy="344689"/>
            </a:xfrm>
            <a:custGeom>
              <a:avLst/>
              <a:gdLst>
                <a:gd name="connsiteX0" fmla="*/ 292133 w 344710"/>
                <a:gd name="connsiteY0" fmla="*/ 394 h 344689"/>
                <a:gd name="connsiteX1" fmla="*/ 344520 w 344710"/>
                <a:gd name="connsiteY1" fmla="*/ 54782 h 344689"/>
                <a:gd name="connsiteX2" fmla="*/ 344711 w 344710"/>
                <a:gd name="connsiteY2" fmla="*/ 103168 h 344689"/>
                <a:gd name="connsiteX3" fmla="*/ 344520 w 344710"/>
                <a:gd name="connsiteY3" fmla="*/ 175749 h 344689"/>
                <a:gd name="connsiteX4" fmla="*/ 344520 w 344710"/>
                <a:gd name="connsiteY4" fmla="*/ 296717 h 344689"/>
                <a:gd name="connsiteX5" fmla="*/ 296133 w 344710"/>
                <a:gd name="connsiteY5" fmla="*/ 344627 h 344689"/>
                <a:gd name="connsiteX6" fmla="*/ 47150 w 344710"/>
                <a:gd name="connsiteY6" fmla="*/ 344532 h 344689"/>
                <a:gd name="connsiteX7" fmla="*/ 96 w 344710"/>
                <a:gd name="connsiteY7" fmla="*/ 295383 h 344689"/>
                <a:gd name="connsiteX8" fmla="*/ 287 w 344710"/>
                <a:gd name="connsiteY8" fmla="*/ 49924 h 344689"/>
                <a:gd name="connsiteX9" fmla="*/ 50293 w 344710"/>
                <a:gd name="connsiteY9" fmla="*/ 394 h 344689"/>
                <a:gd name="connsiteX10" fmla="*/ 292133 w 344710"/>
                <a:gd name="connsiteY10" fmla="*/ 394 h 344689"/>
                <a:gd name="connsiteX11" fmla="*/ 256604 w 344710"/>
                <a:gd name="connsiteY11" fmla="*/ 257664 h 344689"/>
                <a:gd name="connsiteX12" fmla="*/ 256604 w 344710"/>
                <a:gd name="connsiteY12" fmla="*/ 87928 h 344689"/>
                <a:gd name="connsiteX13" fmla="*/ 88679 w 344710"/>
                <a:gd name="connsiteY13" fmla="*/ 87928 h 344689"/>
                <a:gd name="connsiteX14" fmla="*/ 88679 w 344710"/>
                <a:gd name="connsiteY14" fmla="*/ 257664 h 344689"/>
                <a:gd name="connsiteX15" fmla="*/ 256604 w 344710"/>
                <a:gd name="connsiteY15" fmla="*/ 257664 h 34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4710" h="344689">
                  <a:moveTo>
                    <a:pt x="292133" y="394"/>
                  </a:moveTo>
                  <a:cubicBezTo>
                    <a:pt x="331471" y="584"/>
                    <a:pt x="344044" y="14015"/>
                    <a:pt x="344520" y="54782"/>
                  </a:cubicBezTo>
                  <a:cubicBezTo>
                    <a:pt x="344711" y="70974"/>
                    <a:pt x="344711" y="87071"/>
                    <a:pt x="344711" y="103168"/>
                  </a:cubicBezTo>
                  <a:cubicBezTo>
                    <a:pt x="344711" y="127362"/>
                    <a:pt x="344615" y="151651"/>
                    <a:pt x="344520" y="175749"/>
                  </a:cubicBezTo>
                  <a:cubicBezTo>
                    <a:pt x="344520" y="216040"/>
                    <a:pt x="344520" y="256426"/>
                    <a:pt x="344520" y="296717"/>
                  </a:cubicBezTo>
                  <a:cubicBezTo>
                    <a:pt x="344425" y="328816"/>
                    <a:pt x="328137" y="344627"/>
                    <a:pt x="296133" y="344627"/>
                  </a:cubicBezTo>
                  <a:cubicBezTo>
                    <a:pt x="213170" y="344627"/>
                    <a:pt x="130112" y="344818"/>
                    <a:pt x="47150" y="344532"/>
                  </a:cubicBezTo>
                  <a:cubicBezTo>
                    <a:pt x="14860" y="344437"/>
                    <a:pt x="1" y="327101"/>
                    <a:pt x="96" y="295383"/>
                  </a:cubicBezTo>
                  <a:cubicBezTo>
                    <a:pt x="191" y="213563"/>
                    <a:pt x="-285" y="131744"/>
                    <a:pt x="287" y="49924"/>
                  </a:cubicBezTo>
                  <a:cubicBezTo>
                    <a:pt x="572" y="14681"/>
                    <a:pt x="14860" y="679"/>
                    <a:pt x="50293" y="394"/>
                  </a:cubicBezTo>
                  <a:cubicBezTo>
                    <a:pt x="130874" y="-178"/>
                    <a:pt x="211551" y="-82"/>
                    <a:pt x="292133" y="394"/>
                  </a:cubicBezTo>
                  <a:close/>
                  <a:moveTo>
                    <a:pt x="256604" y="257664"/>
                  </a:moveTo>
                  <a:cubicBezTo>
                    <a:pt x="256604" y="198514"/>
                    <a:pt x="256604" y="143459"/>
                    <a:pt x="256604" y="87928"/>
                  </a:cubicBezTo>
                  <a:cubicBezTo>
                    <a:pt x="199073" y="87928"/>
                    <a:pt x="144019" y="87928"/>
                    <a:pt x="88679" y="87928"/>
                  </a:cubicBezTo>
                  <a:cubicBezTo>
                    <a:pt x="88679" y="145936"/>
                    <a:pt x="88679" y="201848"/>
                    <a:pt x="88679" y="257664"/>
                  </a:cubicBezTo>
                  <a:cubicBezTo>
                    <a:pt x="145924" y="257664"/>
                    <a:pt x="200121" y="257664"/>
                    <a:pt x="256604" y="2576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07" name="Forme libre : forme 196">
              <a:extLst>
                <a:ext uri="{FF2B5EF4-FFF2-40B4-BE49-F238E27FC236}">
                  <a16:creationId xmlns:a16="http://schemas.microsoft.com/office/drawing/2014/main" id="{FF36B431-4D9A-63F1-AD23-0DADCEB627E6}"/>
                </a:ext>
              </a:extLst>
            </p:cNvPr>
            <p:cNvSpPr/>
            <p:nvPr/>
          </p:nvSpPr>
          <p:spPr>
            <a:xfrm>
              <a:off x="1772963" y="3766990"/>
              <a:ext cx="345834" cy="346991"/>
            </a:xfrm>
            <a:custGeom>
              <a:avLst/>
              <a:gdLst>
                <a:gd name="connsiteX0" fmla="*/ 294656 w 345834"/>
                <a:gd name="connsiteY0" fmla="*/ 550 h 346991"/>
                <a:gd name="connsiteX1" fmla="*/ 345519 w 345834"/>
                <a:gd name="connsiteY1" fmla="*/ 54176 h 346991"/>
                <a:gd name="connsiteX2" fmla="*/ 345710 w 345834"/>
                <a:gd name="connsiteY2" fmla="*/ 171619 h 346991"/>
                <a:gd name="connsiteX3" fmla="*/ 345519 w 345834"/>
                <a:gd name="connsiteY3" fmla="*/ 292682 h 346991"/>
                <a:gd name="connsiteX4" fmla="*/ 294846 w 345834"/>
                <a:gd name="connsiteY4" fmla="*/ 346403 h 346991"/>
                <a:gd name="connsiteX5" fmla="*/ 49292 w 345834"/>
                <a:gd name="connsiteY5" fmla="*/ 346498 h 346991"/>
                <a:gd name="connsiteX6" fmla="*/ 238 w 345834"/>
                <a:gd name="connsiteY6" fmla="*/ 298206 h 346991"/>
                <a:gd name="connsiteX7" fmla="*/ 333 w 345834"/>
                <a:gd name="connsiteY7" fmla="*/ 49032 h 346991"/>
                <a:gd name="connsiteX8" fmla="*/ 49101 w 345834"/>
                <a:gd name="connsiteY8" fmla="*/ 455 h 346991"/>
                <a:gd name="connsiteX9" fmla="*/ 294656 w 345834"/>
                <a:gd name="connsiteY9" fmla="*/ 550 h 346991"/>
                <a:gd name="connsiteX10" fmla="*/ 104823 w 345834"/>
                <a:gd name="connsiteY10" fmla="*/ 260106 h 346991"/>
                <a:gd name="connsiteX11" fmla="*/ 257794 w 345834"/>
                <a:gd name="connsiteY11" fmla="*/ 260964 h 346991"/>
                <a:gd name="connsiteX12" fmla="*/ 257794 w 345834"/>
                <a:gd name="connsiteY12" fmla="*/ 87704 h 346991"/>
                <a:gd name="connsiteX13" fmla="*/ 85773 w 345834"/>
                <a:gd name="connsiteY13" fmla="*/ 87704 h 346991"/>
                <a:gd name="connsiteX14" fmla="*/ 86630 w 345834"/>
                <a:gd name="connsiteY14" fmla="*/ 241438 h 346991"/>
                <a:gd name="connsiteX15" fmla="*/ 104823 w 345834"/>
                <a:gd name="connsiteY15" fmla="*/ 260106 h 34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5834" h="346991">
                  <a:moveTo>
                    <a:pt x="294656" y="550"/>
                  </a:moveTo>
                  <a:cubicBezTo>
                    <a:pt x="330565" y="836"/>
                    <a:pt x="345043" y="17028"/>
                    <a:pt x="345519" y="54176"/>
                  </a:cubicBezTo>
                  <a:cubicBezTo>
                    <a:pt x="346091" y="93324"/>
                    <a:pt x="345710" y="132471"/>
                    <a:pt x="345710" y="171619"/>
                  </a:cubicBezTo>
                  <a:cubicBezTo>
                    <a:pt x="345710" y="212005"/>
                    <a:pt x="346091" y="252296"/>
                    <a:pt x="345519" y="292682"/>
                  </a:cubicBezTo>
                  <a:cubicBezTo>
                    <a:pt x="345043" y="330210"/>
                    <a:pt x="331137" y="346022"/>
                    <a:pt x="294846" y="346403"/>
                  </a:cubicBezTo>
                  <a:cubicBezTo>
                    <a:pt x="213027" y="347355"/>
                    <a:pt x="131112" y="346974"/>
                    <a:pt x="49292" y="346498"/>
                  </a:cubicBezTo>
                  <a:cubicBezTo>
                    <a:pt x="17955" y="346403"/>
                    <a:pt x="429" y="330210"/>
                    <a:pt x="238" y="298206"/>
                  </a:cubicBezTo>
                  <a:cubicBezTo>
                    <a:pt x="-48" y="215148"/>
                    <a:pt x="-143" y="132090"/>
                    <a:pt x="333" y="49032"/>
                  </a:cubicBezTo>
                  <a:cubicBezTo>
                    <a:pt x="429" y="17505"/>
                    <a:pt x="17574" y="550"/>
                    <a:pt x="49101" y="455"/>
                  </a:cubicBezTo>
                  <a:cubicBezTo>
                    <a:pt x="130921" y="-21"/>
                    <a:pt x="212836" y="-307"/>
                    <a:pt x="294656" y="550"/>
                  </a:cubicBezTo>
                  <a:close/>
                  <a:moveTo>
                    <a:pt x="104823" y="260106"/>
                  </a:moveTo>
                  <a:cubicBezTo>
                    <a:pt x="155496" y="261726"/>
                    <a:pt x="206169" y="260964"/>
                    <a:pt x="257794" y="260964"/>
                  </a:cubicBezTo>
                  <a:cubicBezTo>
                    <a:pt x="257794" y="200766"/>
                    <a:pt x="257794" y="144663"/>
                    <a:pt x="257794" y="87704"/>
                  </a:cubicBezTo>
                  <a:cubicBezTo>
                    <a:pt x="200358" y="87704"/>
                    <a:pt x="145209" y="87704"/>
                    <a:pt x="85773" y="87704"/>
                  </a:cubicBezTo>
                  <a:cubicBezTo>
                    <a:pt x="85773" y="140187"/>
                    <a:pt x="85106" y="190860"/>
                    <a:pt x="86630" y="241438"/>
                  </a:cubicBezTo>
                  <a:cubicBezTo>
                    <a:pt x="86820" y="248105"/>
                    <a:pt x="98346" y="259916"/>
                    <a:pt x="104823" y="2601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08" name="Forme libre : forme 197">
              <a:extLst>
                <a:ext uri="{FF2B5EF4-FFF2-40B4-BE49-F238E27FC236}">
                  <a16:creationId xmlns:a16="http://schemas.microsoft.com/office/drawing/2014/main" id="{56D87C9F-AE1E-166C-95B5-D2E34DFD08A5}"/>
                </a:ext>
              </a:extLst>
            </p:cNvPr>
            <p:cNvSpPr/>
            <p:nvPr/>
          </p:nvSpPr>
          <p:spPr>
            <a:xfrm>
              <a:off x="1772939" y="4300583"/>
              <a:ext cx="345858" cy="344661"/>
            </a:xfrm>
            <a:custGeom>
              <a:avLst/>
              <a:gdLst>
                <a:gd name="connsiteX0" fmla="*/ 294680 w 345858"/>
                <a:gd name="connsiteY0" fmla="*/ 262 h 344661"/>
                <a:gd name="connsiteX1" fmla="*/ 345543 w 345858"/>
                <a:gd name="connsiteY1" fmla="*/ 53030 h 344661"/>
                <a:gd name="connsiteX2" fmla="*/ 345734 w 345858"/>
                <a:gd name="connsiteY2" fmla="*/ 173998 h 344661"/>
                <a:gd name="connsiteX3" fmla="*/ 345543 w 345858"/>
                <a:gd name="connsiteY3" fmla="*/ 291441 h 344661"/>
                <a:gd name="connsiteX4" fmla="*/ 294775 w 345858"/>
                <a:gd name="connsiteY4" fmla="*/ 344400 h 344661"/>
                <a:gd name="connsiteX5" fmla="*/ 49316 w 345858"/>
                <a:gd name="connsiteY5" fmla="*/ 344591 h 344661"/>
                <a:gd name="connsiteX6" fmla="*/ 357 w 345858"/>
                <a:gd name="connsiteY6" fmla="*/ 296870 h 344661"/>
                <a:gd name="connsiteX7" fmla="*/ 357 w 345858"/>
                <a:gd name="connsiteY7" fmla="*/ 47887 h 344661"/>
                <a:gd name="connsiteX8" fmla="*/ 49221 w 345858"/>
                <a:gd name="connsiteY8" fmla="*/ 71 h 344661"/>
                <a:gd name="connsiteX9" fmla="*/ 294680 w 345858"/>
                <a:gd name="connsiteY9" fmla="*/ 262 h 344661"/>
                <a:gd name="connsiteX10" fmla="*/ 257818 w 345858"/>
                <a:gd name="connsiteY10" fmla="*/ 256294 h 344661"/>
                <a:gd name="connsiteX11" fmla="*/ 257818 w 345858"/>
                <a:gd name="connsiteY11" fmla="*/ 87701 h 344661"/>
                <a:gd name="connsiteX12" fmla="*/ 87701 w 345858"/>
                <a:gd name="connsiteY12" fmla="*/ 87701 h 344661"/>
                <a:gd name="connsiteX13" fmla="*/ 87701 w 345858"/>
                <a:gd name="connsiteY13" fmla="*/ 256294 h 344661"/>
                <a:gd name="connsiteX14" fmla="*/ 257818 w 345858"/>
                <a:gd name="connsiteY14" fmla="*/ 256294 h 34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5858" h="344661">
                  <a:moveTo>
                    <a:pt x="294680" y="262"/>
                  </a:moveTo>
                  <a:cubicBezTo>
                    <a:pt x="331256" y="547"/>
                    <a:pt x="345067" y="15216"/>
                    <a:pt x="345543" y="53030"/>
                  </a:cubicBezTo>
                  <a:cubicBezTo>
                    <a:pt x="346115" y="93416"/>
                    <a:pt x="345734" y="133707"/>
                    <a:pt x="345734" y="173998"/>
                  </a:cubicBezTo>
                  <a:cubicBezTo>
                    <a:pt x="345734" y="213146"/>
                    <a:pt x="346115" y="252293"/>
                    <a:pt x="345543" y="291441"/>
                  </a:cubicBezTo>
                  <a:cubicBezTo>
                    <a:pt x="345067" y="329255"/>
                    <a:pt x="331351" y="344114"/>
                    <a:pt x="294775" y="344400"/>
                  </a:cubicBezTo>
                  <a:cubicBezTo>
                    <a:pt x="212955" y="344972"/>
                    <a:pt x="131135" y="344400"/>
                    <a:pt x="49316" y="344591"/>
                  </a:cubicBezTo>
                  <a:cubicBezTo>
                    <a:pt x="17026" y="344686"/>
                    <a:pt x="548" y="328398"/>
                    <a:pt x="357" y="296870"/>
                  </a:cubicBezTo>
                  <a:cubicBezTo>
                    <a:pt x="-119" y="213908"/>
                    <a:pt x="-119" y="130850"/>
                    <a:pt x="357" y="47887"/>
                  </a:cubicBezTo>
                  <a:cubicBezTo>
                    <a:pt x="548" y="16454"/>
                    <a:pt x="16740" y="-24"/>
                    <a:pt x="49221" y="71"/>
                  </a:cubicBezTo>
                  <a:cubicBezTo>
                    <a:pt x="131040" y="262"/>
                    <a:pt x="212860" y="-310"/>
                    <a:pt x="294680" y="262"/>
                  </a:cubicBezTo>
                  <a:close/>
                  <a:moveTo>
                    <a:pt x="257818" y="256294"/>
                  </a:moveTo>
                  <a:cubicBezTo>
                    <a:pt x="257818" y="198382"/>
                    <a:pt x="257818" y="143232"/>
                    <a:pt x="257818" y="87701"/>
                  </a:cubicBezTo>
                  <a:cubicBezTo>
                    <a:pt x="200096" y="87701"/>
                    <a:pt x="144851" y="87701"/>
                    <a:pt x="87701" y="87701"/>
                  </a:cubicBezTo>
                  <a:cubicBezTo>
                    <a:pt x="87701" y="144851"/>
                    <a:pt x="87701" y="199906"/>
                    <a:pt x="87701" y="256294"/>
                  </a:cubicBezTo>
                  <a:cubicBezTo>
                    <a:pt x="145899" y="256294"/>
                    <a:pt x="202001" y="256294"/>
                    <a:pt x="257818" y="2562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09" name="Forme libre : forme 198">
              <a:extLst>
                <a:ext uri="{FF2B5EF4-FFF2-40B4-BE49-F238E27FC236}">
                  <a16:creationId xmlns:a16="http://schemas.microsoft.com/office/drawing/2014/main" id="{66EE6A8A-610A-6BE1-5583-7B4BAD46723C}"/>
                </a:ext>
              </a:extLst>
            </p:cNvPr>
            <p:cNvSpPr/>
            <p:nvPr/>
          </p:nvSpPr>
          <p:spPr>
            <a:xfrm>
              <a:off x="1772760" y="3235556"/>
              <a:ext cx="346139" cy="345771"/>
            </a:xfrm>
            <a:custGeom>
              <a:avLst/>
              <a:gdLst>
                <a:gd name="connsiteX0" fmla="*/ 295811 w 346139"/>
                <a:gd name="connsiteY0" fmla="*/ 489 h 345771"/>
                <a:gd name="connsiteX1" fmla="*/ 345627 w 346139"/>
                <a:gd name="connsiteY1" fmla="*/ 50972 h 345771"/>
                <a:gd name="connsiteX2" fmla="*/ 345722 w 346139"/>
                <a:gd name="connsiteY2" fmla="*/ 293002 h 345771"/>
                <a:gd name="connsiteX3" fmla="*/ 294002 w 346139"/>
                <a:gd name="connsiteY3" fmla="*/ 345390 h 345771"/>
                <a:gd name="connsiteX4" fmla="*/ 52067 w 346139"/>
                <a:gd name="connsiteY4" fmla="*/ 345771 h 345771"/>
                <a:gd name="connsiteX5" fmla="*/ 441 w 346139"/>
                <a:gd name="connsiteY5" fmla="*/ 296431 h 345771"/>
                <a:gd name="connsiteX6" fmla="*/ 632 w 346139"/>
                <a:gd name="connsiteY6" fmla="*/ 50877 h 345771"/>
                <a:gd name="connsiteX7" fmla="*/ 53876 w 346139"/>
                <a:gd name="connsiteY7" fmla="*/ 394 h 345771"/>
                <a:gd name="connsiteX8" fmla="*/ 138554 w 346139"/>
                <a:gd name="connsiteY8" fmla="*/ 109 h 345771"/>
                <a:gd name="connsiteX9" fmla="*/ 174844 w 346139"/>
                <a:gd name="connsiteY9" fmla="*/ 299 h 345771"/>
                <a:gd name="connsiteX10" fmla="*/ 248091 w 346139"/>
                <a:gd name="connsiteY10" fmla="*/ 13 h 345771"/>
                <a:gd name="connsiteX11" fmla="*/ 295811 w 346139"/>
                <a:gd name="connsiteY11" fmla="*/ 489 h 345771"/>
                <a:gd name="connsiteX12" fmla="*/ 258092 w 346139"/>
                <a:gd name="connsiteY12" fmla="*/ 257188 h 345771"/>
                <a:gd name="connsiteX13" fmla="*/ 258092 w 346139"/>
                <a:gd name="connsiteY13" fmla="*/ 87834 h 345771"/>
                <a:gd name="connsiteX14" fmla="*/ 88452 w 346139"/>
                <a:gd name="connsiteY14" fmla="*/ 87834 h 345771"/>
                <a:gd name="connsiteX15" fmla="*/ 88452 w 346139"/>
                <a:gd name="connsiteY15" fmla="*/ 257188 h 345771"/>
                <a:gd name="connsiteX16" fmla="*/ 258092 w 346139"/>
                <a:gd name="connsiteY16" fmla="*/ 257188 h 34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6139" h="345771">
                  <a:moveTo>
                    <a:pt x="295811" y="489"/>
                  </a:moveTo>
                  <a:cubicBezTo>
                    <a:pt x="331054" y="1442"/>
                    <a:pt x="345437" y="15920"/>
                    <a:pt x="345627" y="50972"/>
                  </a:cubicBezTo>
                  <a:cubicBezTo>
                    <a:pt x="346294" y="131649"/>
                    <a:pt x="346294" y="212326"/>
                    <a:pt x="345722" y="293002"/>
                  </a:cubicBezTo>
                  <a:cubicBezTo>
                    <a:pt x="345437" y="329864"/>
                    <a:pt x="330482" y="345199"/>
                    <a:pt x="294002" y="345390"/>
                  </a:cubicBezTo>
                  <a:cubicBezTo>
                    <a:pt x="213420" y="346056"/>
                    <a:pt x="132743" y="345390"/>
                    <a:pt x="52067" y="345771"/>
                  </a:cubicBezTo>
                  <a:cubicBezTo>
                    <a:pt x="18539" y="345866"/>
                    <a:pt x="727" y="329769"/>
                    <a:pt x="441" y="296431"/>
                  </a:cubicBezTo>
                  <a:cubicBezTo>
                    <a:pt x="-35" y="214612"/>
                    <a:pt x="-321" y="132792"/>
                    <a:pt x="632" y="50877"/>
                  </a:cubicBezTo>
                  <a:cubicBezTo>
                    <a:pt x="1013" y="13063"/>
                    <a:pt x="14443" y="1061"/>
                    <a:pt x="53876" y="394"/>
                  </a:cubicBezTo>
                  <a:cubicBezTo>
                    <a:pt x="82070" y="-177"/>
                    <a:pt x="110360" y="13"/>
                    <a:pt x="138554" y="109"/>
                  </a:cubicBezTo>
                  <a:cubicBezTo>
                    <a:pt x="150650" y="204"/>
                    <a:pt x="162747" y="299"/>
                    <a:pt x="174844" y="299"/>
                  </a:cubicBezTo>
                  <a:cubicBezTo>
                    <a:pt x="199228" y="299"/>
                    <a:pt x="223612" y="13"/>
                    <a:pt x="248091" y="13"/>
                  </a:cubicBezTo>
                  <a:cubicBezTo>
                    <a:pt x="263998" y="13"/>
                    <a:pt x="279905" y="109"/>
                    <a:pt x="295811" y="489"/>
                  </a:cubicBezTo>
                  <a:close/>
                  <a:moveTo>
                    <a:pt x="258092" y="257188"/>
                  </a:moveTo>
                  <a:cubicBezTo>
                    <a:pt x="258092" y="199086"/>
                    <a:pt x="258092" y="143841"/>
                    <a:pt x="258092" y="87834"/>
                  </a:cubicBezTo>
                  <a:cubicBezTo>
                    <a:pt x="200752" y="87834"/>
                    <a:pt x="145602" y="87834"/>
                    <a:pt x="88452" y="87834"/>
                  </a:cubicBezTo>
                  <a:cubicBezTo>
                    <a:pt x="88452" y="147460"/>
                    <a:pt x="88452" y="202419"/>
                    <a:pt x="88452" y="257188"/>
                  </a:cubicBezTo>
                  <a:cubicBezTo>
                    <a:pt x="147221" y="257188"/>
                    <a:pt x="203133" y="257188"/>
                    <a:pt x="258092" y="257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10" name="Forme libre : forme 199">
              <a:extLst>
                <a:ext uri="{FF2B5EF4-FFF2-40B4-BE49-F238E27FC236}">
                  <a16:creationId xmlns:a16="http://schemas.microsoft.com/office/drawing/2014/main" id="{8E967CF5-7F2C-43A9-561D-87F1987BFEC7}"/>
                </a:ext>
              </a:extLst>
            </p:cNvPr>
            <p:cNvSpPr/>
            <p:nvPr/>
          </p:nvSpPr>
          <p:spPr>
            <a:xfrm>
              <a:off x="1772665" y="4831412"/>
              <a:ext cx="346172" cy="347114"/>
            </a:xfrm>
            <a:custGeom>
              <a:avLst/>
              <a:gdLst>
                <a:gd name="connsiteX0" fmla="*/ 292192 w 346172"/>
                <a:gd name="connsiteY0" fmla="*/ 643 h 347114"/>
                <a:gd name="connsiteX1" fmla="*/ 345913 w 346172"/>
                <a:gd name="connsiteY1" fmla="*/ 55412 h 347114"/>
                <a:gd name="connsiteX2" fmla="*/ 346008 w 346172"/>
                <a:gd name="connsiteY2" fmla="*/ 176379 h 347114"/>
                <a:gd name="connsiteX3" fmla="*/ 345818 w 346172"/>
                <a:gd name="connsiteY3" fmla="*/ 293917 h 347114"/>
                <a:gd name="connsiteX4" fmla="*/ 294287 w 346172"/>
                <a:gd name="connsiteY4" fmla="*/ 346686 h 347114"/>
                <a:gd name="connsiteX5" fmla="*/ 52352 w 346172"/>
                <a:gd name="connsiteY5" fmla="*/ 346686 h 347114"/>
                <a:gd name="connsiteX6" fmla="*/ 631 w 346172"/>
                <a:gd name="connsiteY6" fmla="*/ 294108 h 347114"/>
                <a:gd name="connsiteX7" fmla="*/ 727 w 346172"/>
                <a:gd name="connsiteY7" fmla="*/ 52078 h 347114"/>
                <a:gd name="connsiteX8" fmla="*/ 53781 w 346172"/>
                <a:gd name="connsiteY8" fmla="*/ 643 h 347114"/>
                <a:gd name="connsiteX9" fmla="*/ 292192 w 346172"/>
                <a:gd name="connsiteY9" fmla="*/ 643 h 347114"/>
                <a:gd name="connsiteX10" fmla="*/ 258092 w 346172"/>
                <a:gd name="connsiteY10" fmla="*/ 259723 h 347114"/>
                <a:gd name="connsiteX11" fmla="*/ 258092 w 346172"/>
                <a:gd name="connsiteY11" fmla="*/ 88082 h 347114"/>
                <a:gd name="connsiteX12" fmla="*/ 88738 w 346172"/>
                <a:gd name="connsiteY12" fmla="*/ 88082 h 347114"/>
                <a:gd name="connsiteX13" fmla="*/ 88738 w 346172"/>
                <a:gd name="connsiteY13" fmla="*/ 259723 h 347114"/>
                <a:gd name="connsiteX14" fmla="*/ 258092 w 346172"/>
                <a:gd name="connsiteY14" fmla="*/ 259723 h 347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6172" h="347114">
                  <a:moveTo>
                    <a:pt x="292192" y="643"/>
                  </a:moveTo>
                  <a:cubicBezTo>
                    <a:pt x="331244" y="1119"/>
                    <a:pt x="345436" y="16549"/>
                    <a:pt x="345913" y="55412"/>
                  </a:cubicBezTo>
                  <a:cubicBezTo>
                    <a:pt x="346389" y="95702"/>
                    <a:pt x="346008" y="136088"/>
                    <a:pt x="346008" y="176379"/>
                  </a:cubicBezTo>
                  <a:cubicBezTo>
                    <a:pt x="346008" y="215527"/>
                    <a:pt x="346484" y="254770"/>
                    <a:pt x="345818" y="293917"/>
                  </a:cubicBezTo>
                  <a:cubicBezTo>
                    <a:pt x="345246" y="330779"/>
                    <a:pt x="330577" y="346400"/>
                    <a:pt x="294287" y="346686"/>
                  </a:cubicBezTo>
                  <a:cubicBezTo>
                    <a:pt x="213610" y="347258"/>
                    <a:pt x="132934" y="347258"/>
                    <a:pt x="52352" y="346686"/>
                  </a:cubicBezTo>
                  <a:cubicBezTo>
                    <a:pt x="15776" y="346400"/>
                    <a:pt x="1012" y="331732"/>
                    <a:pt x="631" y="294108"/>
                  </a:cubicBezTo>
                  <a:cubicBezTo>
                    <a:pt x="-226" y="213431"/>
                    <a:pt x="-226" y="132755"/>
                    <a:pt x="727" y="52078"/>
                  </a:cubicBezTo>
                  <a:cubicBezTo>
                    <a:pt x="1108" y="14930"/>
                    <a:pt x="15490" y="1119"/>
                    <a:pt x="53781" y="643"/>
                  </a:cubicBezTo>
                  <a:cubicBezTo>
                    <a:pt x="133219" y="-214"/>
                    <a:pt x="212753" y="-214"/>
                    <a:pt x="292192" y="643"/>
                  </a:cubicBezTo>
                  <a:close/>
                  <a:moveTo>
                    <a:pt x="258092" y="259723"/>
                  </a:moveTo>
                  <a:cubicBezTo>
                    <a:pt x="258092" y="201334"/>
                    <a:pt x="258092" y="145232"/>
                    <a:pt x="258092" y="88082"/>
                  </a:cubicBezTo>
                  <a:cubicBezTo>
                    <a:pt x="200656" y="88082"/>
                    <a:pt x="145507" y="88082"/>
                    <a:pt x="88738" y="88082"/>
                  </a:cubicBezTo>
                  <a:cubicBezTo>
                    <a:pt x="88738" y="146280"/>
                    <a:pt x="88738" y="202287"/>
                    <a:pt x="88738" y="259723"/>
                  </a:cubicBezTo>
                  <a:cubicBezTo>
                    <a:pt x="145793" y="259723"/>
                    <a:pt x="200085" y="259723"/>
                    <a:pt x="258092" y="2597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0" name="Forme libre : forme 200">
              <a:extLst>
                <a:ext uri="{FF2B5EF4-FFF2-40B4-BE49-F238E27FC236}">
                  <a16:creationId xmlns:a16="http://schemas.microsoft.com/office/drawing/2014/main" id="{5723E8FE-B608-1A83-73D9-59DA81C4D058}"/>
                </a:ext>
              </a:extLst>
            </p:cNvPr>
            <p:cNvSpPr/>
            <p:nvPr/>
          </p:nvSpPr>
          <p:spPr>
            <a:xfrm>
              <a:off x="1772826" y="2703180"/>
              <a:ext cx="346011" cy="345033"/>
            </a:xfrm>
            <a:custGeom>
              <a:avLst/>
              <a:gdLst>
                <a:gd name="connsiteX0" fmla="*/ 292316 w 346011"/>
                <a:gd name="connsiteY0" fmla="*/ 322 h 345033"/>
                <a:gd name="connsiteX1" fmla="*/ 345751 w 346011"/>
                <a:gd name="connsiteY1" fmla="*/ 54520 h 345033"/>
                <a:gd name="connsiteX2" fmla="*/ 345847 w 346011"/>
                <a:gd name="connsiteY2" fmla="*/ 171868 h 345033"/>
                <a:gd name="connsiteX3" fmla="*/ 345656 w 346011"/>
                <a:gd name="connsiteY3" fmla="*/ 292835 h 345033"/>
                <a:gd name="connsiteX4" fmla="*/ 293840 w 346011"/>
                <a:gd name="connsiteY4" fmla="*/ 344651 h 345033"/>
                <a:gd name="connsiteX5" fmla="*/ 51905 w 346011"/>
                <a:gd name="connsiteY5" fmla="*/ 345032 h 345033"/>
                <a:gd name="connsiteX6" fmla="*/ 375 w 346011"/>
                <a:gd name="connsiteY6" fmla="*/ 296264 h 345033"/>
                <a:gd name="connsiteX7" fmla="*/ 566 w 346011"/>
                <a:gd name="connsiteY7" fmla="*/ 50805 h 345033"/>
                <a:gd name="connsiteX8" fmla="*/ 53905 w 346011"/>
                <a:gd name="connsiteY8" fmla="*/ 322 h 345033"/>
                <a:gd name="connsiteX9" fmla="*/ 292316 w 346011"/>
                <a:gd name="connsiteY9" fmla="*/ 322 h 345033"/>
                <a:gd name="connsiteX10" fmla="*/ 257645 w 346011"/>
                <a:gd name="connsiteY10" fmla="*/ 256259 h 345033"/>
                <a:gd name="connsiteX11" fmla="*/ 257645 w 346011"/>
                <a:gd name="connsiteY11" fmla="*/ 88048 h 345033"/>
                <a:gd name="connsiteX12" fmla="*/ 87338 w 346011"/>
                <a:gd name="connsiteY12" fmla="*/ 88048 h 345033"/>
                <a:gd name="connsiteX13" fmla="*/ 87338 w 346011"/>
                <a:gd name="connsiteY13" fmla="*/ 256259 h 345033"/>
                <a:gd name="connsiteX14" fmla="*/ 257645 w 346011"/>
                <a:gd name="connsiteY14" fmla="*/ 256259 h 345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6011" h="345033">
                  <a:moveTo>
                    <a:pt x="292316" y="322"/>
                  </a:moveTo>
                  <a:cubicBezTo>
                    <a:pt x="331273" y="608"/>
                    <a:pt x="345180" y="15086"/>
                    <a:pt x="345751" y="54520"/>
                  </a:cubicBezTo>
                  <a:cubicBezTo>
                    <a:pt x="346228" y="93572"/>
                    <a:pt x="345847" y="132720"/>
                    <a:pt x="345847" y="171868"/>
                  </a:cubicBezTo>
                  <a:cubicBezTo>
                    <a:pt x="345847" y="212254"/>
                    <a:pt x="346323" y="252545"/>
                    <a:pt x="345656" y="292835"/>
                  </a:cubicBezTo>
                  <a:cubicBezTo>
                    <a:pt x="345085" y="330078"/>
                    <a:pt x="331178" y="344366"/>
                    <a:pt x="293840" y="344651"/>
                  </a:cubicBezTo>
                  <a:cubicBezTo>
                    <a:pt x="213259" y="345223"/>
                    <a:pt x="132582" y="344461"/>
                    <a:pt x="51905" y="345032"/>
                  </a:cubicBezTo>
                  <a:cubicBezTo>
                    <a:pt x="18282" y="345223"/>
                    <a:pt x="470" y="329983"/>
                    <a:pt x="375" y="296264"/>
                  </a:cubicBezTo>
                  <a:cubicBezTo>
                    <a:pt x="89" y="214445"/>
                    <a:pt x="-387" y="132625"/>
                    <a:pt x="566" y="50805"/>
                  </a:cubicBezTo>
                  <a:cubicBezTo>
                    <a:pt x="947" y="13753"/>
                    <a:pt x="15805" y="608"/>
                    <a:pt x="53905" y="322"/>
                  </a:cubicBezTo>
                  <a:cubicBezTo>
                    <a:pt x="133439" y="-59"/>
                    <a:pt x="212878" y="-154"/>
                    <a:pt x="292316" y="322"/>
                  </a:cubicBezTo>
                  <a:close/>
                  <a:moveTo>
                    <a:pt x="257645" y="256259"/>
                  </a:moveTo>
                  <a:cubicBezTo>
                    <a:pt x="257645" y="199776"/>
                    <a:pt x="257645" y="143674"/>
                    <a:pt x="257645" y="88048"/>
                  </a:cubicBezTo>
                  <a:cubicBezTo>
                    <a:pt x="199638" y="88048"/>
                    <a:pt x="144298" y="88048"/>
                    <a:pt x="87338" y="88048"/>
                  </a:cubicBezTo>
                  <a:cubicBezTo>
                    <a:pt x="87338" y="144531"/>
                    <a:pt x="87338" y="198919"/>
                    <a:pt x="87338" y="256259"/>
                  </a:cubicBezTo>
                  <a:cubicBezTo>
                    <a:pt x="143917" y="256259"/>
                    <a:pt x="200114" y="256259"/>
                    <a:pt x="257645" y="2562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FCA655E-5CCB-2B50-712E-82CFF621DF5E}"/>
              </a:ext>
            </a:extLst>
          </p:cNvPr>
          <p:cNvSpPr/>
          <p:nvPr/>
        </p:nvSpPr>
        <p:spPr>
          <a:xfrm>
            <a:off x="5039815" y="4203394"/>
            <a:ext cx="760506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Retail </a:t>
            </a:r>
            <a:b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</a:b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&amp; </a:t>
            </a:r>
            <a:r>
              <a:rPr lang="en-US" sz="800" noProof="0" dirty="0" err="1">
                <a:ea typeface="Open Sans bold" panose="020B0806030504020204" pitchFamily="34" charset="0"/>
                <a:cs typeface="Open Sans bold" panose="020B0806030504020204" pitchFamily="34" charset="0"/>
              </a:rPr>
              <a:t>Média</a:t>
            </a:r>
            <a:endParaRPr lang="en-US" sz="800" noProof="0" dirty="0"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pic>
        <p:nvPicPr>
          <p:cNvPr id="50" name="Graphique 49" descr="Chariot de courses contour">
            <a:extLst>
              <a:ext uri="{FF2B5EF4-FFF2-40B4-BE49-F238E27FC236}">
                <a16:creationId xmlns:a16="http://schemas.microsoft.com/office/drawing/2014/main" id="{31FEDB17-7D05-22A0-2DC3-3A7DB5FC9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7280" y="3838846"/>
            <a:ext cx="365576" cy="365576"/>
          </a:xfrm>
          <a:prstGeom prst="rect">
            <a:avLst/>
          </a:prstGeom>
        </p:spPr>
      </p:pic>
      <p:grpSp>
        <p:nvGrpSpPr>
          <p:cNvPr id="225" name="Groupe 224">
            <a:extLst>
              <a:ext uri="{FF2B5EF4-FFF2-40B4-BE49-F238E27FC236}">
                <a16:creationId xmlns:a16="http://schemas.microsoft.com/office/drawing/2014/main" id="{DB998241-86E6-06E7-EF28-6EFAFA85A493}"/>
              </a:ext>
            </a:extLst>
          </p:cNvPr>
          <p:cNvGrpSpPr/>
          <p:nvPr/>
        </p:nvGrpSpPr>
        <p:grpSpPr>
          <a:xfrm>
            <a:off x="3565322" y="2583758"/>
            <a:ext cx="1474493" cy="621077"/>
            <a:chOff x="7935486" y="5121861"/>
            <a:chExt cx="2948986" cy="1242153"/>
          </a:xfrm>
        </p:grpSpPr>
        <p:sp>
          <p:nvSpPr>
            <p:cNvPr id="58" name="Text Placeholder 12">
              <a:extLst>
                <a:ext uri="{FF2B5EF4-FFF2-40B4-BE49-F238E27FC236}">
                  <a16:creationId xmlns:a16="http://schemas.microsoft.com/office/drawing/2014/main" id="{D5718F18-18BF-6D7F-CF81-A4AE07F052BF}"/>
                </a:ext>
              </a:extLst>
            </p:cNvPr>
            <p:cNvSpPr txBox="1">
              <a:spLocks/>
            </p:cNvSpPr>
            <p:nvPr/>
          </p:nvSpPr>
          <p:spPr>
            <a:xfrm>
              <a:off x="8518478" y="6025155"/>
              <a:ext cx="1809785" cy="338859"/>
            </a:xfrm>
            <a:prstGeom prst="rect">
              <a:avLst/>
            </a:prstGeom>
          </p:spPr>
          <p:txBody>
            <a:bodyPr lIns="68580" tIns="34290" rIns="68580" bIns="34290" anchor="t"/>
            <a:lstStyle>
              <a:lvl1pPr marL="18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2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0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0795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26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44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62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342918">
                <a:lnSpc>
                  <a:spcPct val="90000"/>
                </a:lnSpc>
                <a:buNone/>
                <a:defRPr/>
              </a:pPr>
              <a:r>
                <a:rPr lang="en-US" sz="1400" b="1" spc="50" noProof="0" dirty="0" err="1">
                  <a:solidFill>
                    <a:srgbClr val="1A2B3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</a:t>
              </a:r>
              <a:endParaRPr lang="en-US" sz="1400" b="1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03CEBB38-156B-0E81-7D12-8548C582EC9F}"/>
                </a:ext>
              </a:extLst>
            </p:cNvPr>
            <p:cNvSpPr txBox="1"/>
            <p:nvPr/>
          </p:nvSpPr>
          <p:spPr>
            <a:xfrm>
              <a:off x="7935486" y="5121861"/>
              <a:ext cx="2948986" cy="113569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3600" b="1" noProof="0" dirty="0">
                  <a:latin typeface="Arial Black" panose="020B0604020202020204" pitchFamily="34" charset="0"/>
                  <a:cs typeface="Arial Black" panose="020B0604020202020204" pitchFamily="34" charset="0"/>
                </a:rPr>
                <a:t>XX</a:t>
              </a:r>
              <a:endParaRPr lang="en-US" sz="3300" b="1" noProof="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grpSp>
        <p:nvGrpSpPr>
          <p:cNvPr id="44" name="Graphique 228">
            <a:extLst>
              <a:ext uri="{FF2B5EF4-FFF2-40B4-BE49-F238E27FC236}">
                <a16:creationId xmlns:a16="http://schemas.microsoft.com/office/drawing/2014/main" id="{82E09571-1F34-1AED-FDD2-AD56DD228EED}"/>
              </a:ext>
            </a:extLst>
          </p:cNvPr>
          <p:cNvGrpSpPr/>
          <p:nvPr/>
        </p:nvGrpSpPr>
        <p:grpSpPr>
          <a:xfrm>
            <a:off x="2875981" y="3669527"/>
            <a:ext cx="274841" cy="289404"/>
            <a:chOff x="12648893" y="3369659"/>
            <a:chExt cx="3466578" cy="3650265"/>
          </a:xfrm>
          <a:solidFill>
            <a:srgbClr val="0995A3"/>
          </a:solidFill>
        </p:grpSpPr>
        <p:sp>
          <p:nvSpPr>
            <p:cNvPr id="139" name="Forme libre : forme 162">
              <a:extLst>
                <a:ext uri="{FF2B5EF4-FFF2-40B4-BE49-F238E27FC236}">
                  <a16:creationId xmlns:a16="http://schemas.microsoft.com/office/drawing/2014/main" id="{23A9E39D-C659-67DF-E86D-D18375BECBF1}"/>
                </a:ext>
              </a:extLst>
            </p:cNvPr>
            <p:cNvSpPr/>
            <p:nvPr/>
          </p:nvSpPr>
          <p:spPr>
            <a:xfrm>
              <a:off x="12695888" y="3369659"/>
              <a:ext cx="3419583" cy="1352520"/>
            </a:xfrm>
            <a:custGeom>
              <a:avLst/>
              <a:gdLst>
                <a:gd name="connsiteX0" fmla="*/ 170413 w 3419583"/>
                <a:gd name="connsiteY0" fmla="*/ 1277017 h 1352520"/>
                <a:gd name="connsiteX1" fmla="*/ 136600 w 3419583"/>
                <a:gd name="connsiteY1" fmla="*/ 1348835 h 1352520"/>
                <a:gd name="connsiteX2" fmla="*/ 67067 w 3419583"/>
                <a:gd name="connsiteY2" fmla="*/ 1312164 h 1352520"/>
                <a:gd name="connsiteX3" fmla="*/ 5535 w 3419583"/>
                <a:gd name="connsiteY3" fmla="*/ 1049655 h 1352520"/>
                <a:gd name="connsiteX4" fmla="*/ 839068 w 3419583"/>
                <a:gd name="connsiteY4" fmla="*/ 9430 h 1352520"/>
                <a:gd name="connsiteX5" fmla="*/ 975276 w 3419583"/>
                <a:gd name="connsiteY5" fmla="*/ 0 h 1352520"/>
                <a:gd name="connsiteX6" fmla="*/ 1686698 w 3419583"/>
                <a:gd name="connsiteY6" fmla="*/ 360521 h 1352520"/>
                <a:gd name="connsiteX7" fmla="*/ 1704891 w 3419583"/>
                <a:gd name="connsiteY7" fmla="*/ 383000 h 1352520"/>
                <a:gd name="connsiteX8" fmla="*/ 1927680 w 3419583"/>
                <a:gd name="connsiteY8" fmla="*/ 177260 h 1352520"/>
                <a:gd name="connsiteX9" fmla="*/ 2464795 w 3419583"/>
                <a:gd name="connsiteY9" fmla="*/ 952 h 1352520"/>
                <a:gd name="connsiteX10" fmla="*/ 3410342 w 3419583"/>
                <a:gd name="connsiteY10" fmla="*/ 806863 h 1352520"/>
                <a:gd name="connsiteX11" fmla="*/ 3360431 w 3419583"/>
                <a:gd name="connsiteY11" fmla="*/ 1305973 h 1352520"/>
                <a:gd name="connsiteX12" fmla="*/ 3290518 w 3419583"/>
                <a:gd name="connsiteY12" fmla="*/ 1349978 h 1352520"/>
                <a:gd name="connsiteX13" fmla="*/ 3254989 w 3419583"/>
                <a:gd name="connsiteY13" fmla="*/ 1273111 h 1352520"/>
                <a:gd name="connsiteX14" fmla="*/ 3306234 w 3419583"/>
                <a:gd name="connsiteY14" fmla="*/ 887063 h 1352520"/>
                <a:gd name="connsiteX15" fmla="*/ 2691395 w 3419583"/>
                <a:gd name="connsiteY15" fmla="*/ 143066 h 1352520"/>
                <a:gd name="connsiteX16" fmla="*/ 1770708 w 3419583"/>
                <a:gd name="connsiteY16" fmla="*/ 503587 h 1352520"/>
                <a:gd name="connsiteX17" fmla="*/ 1654027 w 3419583"/>
                <a:gd name="connsiteY17" fmla="*/ 504158 h 1352520"/>
                <a:gd name="connsiteX18" fmla="*/ 1112055 w 3419583"/>
                <a:gd name="connsiteY18" fmla="*/ 124682 h 1352520"/>
                <a:gd name="connsiteX19" fmla="*/ 116216 w 3419583"/>
                <a:gd name="connsiteY19" fmla="*/ 849916 h 1352520"/>
                <a:gd name="connsiteX20" fmla="*/ 161174 w 3419583"/>
                <a:gd name="connsiteY20" fmla="*/ 1250061 h 1352520"/>
                <a:gd name="connsiteX21" fmla="*/ 170413 w 3419583"/>
                <a:gd name="connsiteY21" fmla="*/ 1277017 h 135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19583" h="1352520">
                  <a:moveTo>
                    <a:pt x="170413" y="1277017"/>
                  </a:moveTo>
                  <a:cubicBezTo>
                    <a:pt x="179938" y="1310354"/>
                    <a:pt x="166794" y="1338167"/>
                    <a:pt x="136600" y="1348835"/>
                  </a:cubicBezTo>
                  <a:cubicBezTo>
                    <a:pt x="106691" y="1359503"/>
                    <a:pt x="76306" y="1346930"/>
                    <a:pt x="67067" y="1312164"/>
                  </a:cubicBezTo>
                  <a:cubicBezTo>
                    <a:pt x="43921" y="1225296"/>
                    <a:pt x="15060" y="1138333"/>
                    <a:pt x="5535" y="1049655"/>
                  </a:cubicBezTo>
                  <a:cubicBezTo>
                    <a:pt x="-52567" y="508445"/>
                    <a:pt x="355008" y="75152"/>
                    <a:pt x="839068" y="9430"/>
                  </a:cubicBezTo>
                  <a:cubicBezTo>
                    <a:pt x="885646" y="3048"/>
                    <a:pt x="931080" y="0"/>
                    <a:pt x="975276" y="0"/>
                  </a:cubicBezTo>
                  <a:cubicBezTo>
                    <a:pt x="1260550" y="0"/>
                    <a:pt x="1495626" y="129826"/>
                    <a:pt x="1686698" y="360521"/>
                  </a:cubicBezTo>
                  <a:cubicBezTo>
                    <a:pt x="1694318" y="369665"/>
                    <a:pt x="1701557" y="378905"/>
                    <a:pt x="1704891" y="383000"/>
                  </a:cubicBezTo>
                  <a:cubicBezTo>
                    <a:pt x="1779757" y="313087"/>
                    <a:pt x="1847385" y="236506"/>
                    <a:pt x="1927680" y="177260"/>
                  </a:cubicBezTo>
                  <a:cubicBezTo>
                    <a:pt x="2091891" y="56102"/>
                    <a:pt x="2279439" y="952"/>
                    <a:pt x="2464795" y="952"/>
                  </a:cubicBezTo>
                  <a:cubicBezTo>
                    <a:pt x="2910946" y="952"/>
                    <a:pt x="3344429" y="320231"/>
                    <a:pt x="3410342" y="806863"/>
                  </a:cubicBezTo>
                  <a:cubicBezTo>
                    <a:pt x="3433393" y="977075"/>
                    <a:pt x="3412057" y="1143190"/>
                    <a:pt x="3360431" y="1305973"/>
                  </a:cubicBezTo>
                  <a:cubicBezTo>
                    <a:pt x="3348811" y="1342644"/>
                    <a:pt x="3321188" y="1359027"/>
                    <a:pt x="3290518" y="1349978"/>
                  </a:cubicBezTo>
                  <a:cubicBezTo>
                    <a:pt x="3257371" y="1340168"/>
                    <a:pt x="3243083" y="1311688"/>
                    <a:pt x="3254989" y="1273111"/>
                  </a:cubicBezTo>
                  <a:cubicBezTo>
                    <a:pt x="3294042" y="1147286"/>
                    <a:pt x="3315378" y="1019270"/>
                    <a:pt x="3306234" y="887063"/>
                  </a:cubicBezTo>
                  <a:cubicBezTo>
                    <a:pt x="3281183" y="524923"/>
                    <a:pt x="3041724" y="235172"/>
                    <a:pt x="2691395" y="143066"/>
                  </a:cubicBezTo>
                  <a:cubicBezTo>
                    <a:pt x="2326302" y="47053"/>
                    <a:pt x="1973401" y="185261"/>
                    <a:pt x="1770708" y="503587"/>
                  </a:cubicBezTo>
                  <a:cubicBezTo>
                    <a:pt x="1733085" y="562642"/>
                    <a:pt x="1693175" y="562928"/>
                    <a:pt x="1654027" y="504158"/>
                  </a:cubicBezTo>
                  <a:cubicBezTo>
                    <a:pt x="1522868" y="306991"/>
                    <a:pt x="1348465" y="172307"/>
                    <a:pt x="1112055" y="124682"/>
                  </a:cubicBezTo>
                  <a:cubicBezTo>
                    <a:pt x="652283" y="32099"/>
                    <a:pt x="168984" y="384143"/>
                    <a:pt x="116216" y="849916"/>
                  </a:cubicBezTo>
                  <a:cubicBezTo>
                    <a:pt x="100595" y="987171"/>
                    <a:pt x="118216" y="1119854"/>
                    <a:pt x="161174" y="1250061"/>
                  </a:cubicBezTo>
                  <a:cubicBezTo>
                    <a:pt x="164127" y="1259015"/>
                    <a:pt x="167746" y="1267873"/>
                    <a:pt x="170413" y="12770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0" name="Forme libre : forme 163">
              <a:extLst>
                <a:ext uri="{FF2B5EF4-FFF2-40B4-BE49-F238E27FC236}">
                  <a16:creationId xmlns:a16="http://schemas.microsoft.com/office/drawing/2014/main" id="{41551CDC-DDD8-97F2-099D-B8F6A4949949}"/>
                </a:ext>
              </a:extLst>
            </p:cNvPr>
            <p:cNvSpPr/>
            <p:nvPr/>
          </p:nvSpPr>
          <p:spPr>
            <a:xfrm>
              <a:off x="14933309" y="5068683"/>
              <a:ext cx="891649" cy="942638"/>
            </a:xfrm>
            <a:custGeom>
              <a:avLst/>
              <a:gdLst>
                <a:gd name="connsiteX0" fmla="*/ 119455 w 891649"/>
                <a:gd name="connsiteY0" fmla="*/ 897395 h 942638"/>
                <a:gd name="connsiteX1" fmla="*/ 52590 w 891649"/>
                <a:gd name="connsiteY1" fmla="*/ 942639 h 942638"/>
                <a:gd name="connsiteX2" fmla="*/ 5251 w 891649"/>
                <a:gd name="connsiteY2" fmla="*/ 895300 h 942638"/>
                <a:gd name="connsiteX3" fmla="*/ 26587 w 891649"/>
                <a:gd name="connsiteY3" fmla="*/ 830244 h 942638"/>
                <a:gd name="connsiteX4" fmla="*/ 206038 w 891649"/>
                <a:gd name="connsiteY4" fmla="*/ 678320 h 942638"/>
                <a:gd name="connsiteX5" fmla="*/ 764012 w 891649"/>
                <a:gd name="connsiteY5" fmla="*/ 61481 h 942638"/>
                <a:gd name="connsiteX6" fmla="*/ 791349 w 891649"/>
                <a:gd name="connsiteY6" fmla="*/ 24143 h 942638"/>
                <a:gd name="connsiteX7" fmla="*/ 869930 w 891649"/>
                <a:gd name="connsiteY7" fmla="*/ 11570 h 942638"/>
                <a:gd name="connsiteX8" fmla="*/ 880693 w 891649"/>
                <a:gd name="connsiteY8" fmla="*/ 87961 h 942638"/>
                <a:gd name="connsiteX9" fmla="*/ 785729 w 891649"/>
                <a:gd name="connsiteY9" fmla="*/ 216929 h 942638"/>
                <a:gd name="connsiteX10" fmla="*/ 119455 w 891649"/>
                <a:gd name="connsiteY10" fmla="*/ 897395 h 94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1649" h="942638">
                  <a:moveTo>
                    <a:pt x="119455" y="897395"/>
                  </a:moveTo>
                  <a:cubicBezTo>
                    <a:pt x="100691" y="912540"/>
                    <a:pt x="79450" y="924541"/>
                    <a:pt x="52590" y="942639"/>
                  </a:cubicBezTo>
                  <a:cubicBezTo>
                    <a:pt x="34016" y="924827"/>
                    <a:pt x="14490" y="912826"/>
                    <a:pt x="5251" y="895300"/>
                  </a:cubicBezTo>
                  <a:cubicBezTo>
                    <a:pt x="-7989" y="870058"/>
                    <a:pt x="5536" y="847865"/>
                    <a:pt x="26587" y="830244"/>
                  </a:cubicBezTo>
                  <a:cubicBezTo>
                    <a:pt x="86689" y="779952"/>
                    <a:pt x="147459" y="730422"/>
                    <a:pt x="206038" y="678320"/>
                  </a:cubicBezTo>
                  <a:cubicBezTo>
                    <a:pt x="414254" y="492964"/>
                    <a:pt x="599896" y="286938"/>
                    <a:pt x="764012" y="61481"/>
                  </a:cubicBezTo>
                  <a:cubicBezTo>
                    <a:pt x="773061" y="49003"/>
                    <a:pt x="781538" y="35954"/>
                    <a:pt x="791349" y="24143"/>
                  </a:cubicBezTo>
                  <a:cubicBezTo>
                    <a:pt x="813447" y="-2813"/>
                    <a:pt x="844689" y="-7480"/>
                    <a:pt x="869930" y="11570"/>
                  </a:cubicBezTo>
                  <a:cubicBezTo>
                    <a:pt x="893267" y="29191"/>
                    <a:pt x="899267" y="61195"/>
                    <a:pt x="880693" y="87961"/>
                  </a:cubicBezTo>
                  <a:cubicBezTo>
                    <a:pt x="850213" y="131776"/>
                    <a:pt x="818400" y="174638"/>
                    <a:pt x="785729" y="216929"/>
                  </a:cubicBezTo>
                  <a:cubicBezTo>
                    <a:pt x="590371" y="469913"/>
                    <a:pt x="368344" y="696799"/>
                    <a:pt x="119455" y="89739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1" name="Forme libre : forme 164">
              <a:extLst>
                <a:ext uri="{FF2B5EF4-FFF2-40B4-BE49-F238E27FC236}">
                  <a16:creationId xmlns:a16="http://schemas.microsoft.com/office/drawing/2014/main" id="{073936DC-E5C2-5EFE-EA3C-77BF1AAB8635}"/>
                </a:ext>
              </a:extLst>
            </p:cNvPr>
            <p:cNvSpPr/>
            <p:nvPr/>
          </p:nvSpPr>
          <p:spPr>
            <a:xfrm>
              <a:off x="12848856" y="4187941"/>
              <a:ext cx="3118416" cy="1385549"/>
            </a:xfrm>
            <a:custGeom>
              <a:avLst/>
              <a:gdLst>
                <a:gd name="connsiteX0" fmla="*/ 47544 w 3118416"/>
                <a:gd name="connsiteY0" fmla="*/ 637900 h 1385549"/>
                <a:gd name="connsiteX1" fmla="*/ 86596 w 3118416"/>
                <a:gd name="connsiteY1" fmla="*/ 636566 h 1385549"/>
                <a:gd name="connsiteX2" fmla="*/ 1002616 w 3118416"/>
                <a:gd name="connsiteY2" fmla="*/ 637233 h 1385549"/>
                <a:gd name="connsiteX3" fmla="*/ 1050526 w 3118416"/>
                <a:gd name="connsiteY3" fmla="*/ 603800 h 1385549"/>
                <a:gd name="connsiteX4" fmla="*/ 1253980 w 3118416"/>
                <a:gd name="connsiteY4" fmla="*/ 64590 h 1385549"/>
                <a:gd name="connsiteX5" fmla="*/ 1258933 w 3118416"/>
                <a:gd name="connsiteY5" fmla="*/ 51160 h 1385549"/>
                <a:gd name="connsiteX6" fmla="*/ 1318560 w 3118416"/>
                <a:gd name="connsiteY6" fmla="*/ 10 h 1385549"/>
                <a:gd name="connsiteX7" fmla="*/ 1375424 w 3118416"/>
                <a:gd name="connsiteY7" fmla="*/ 50207 h 1385549"/>
                <a:gd name="connsiteX8" fmla="*/ 1519918 w 3118416"/>
                <a:gd name="connsiteY8" fmla="*/ 433017 h 1385549"/>
                <a:gd name="connsiteX9" fmla="*/ 1784713 w 3118416"/>
                <a:gd name="connsiteY9" fmla="*/ 1131581 h 1385549"/>
                <a:gd name="connsiteX10" fmla="*/ 1801858 w 3118416"/>
                <a:gd name="connsiteY10" fmla="*/ 1172633 h 1385549"/>
                <a:gd name="connsiteX11" fmla="*/ 1895870 w 3118416"/>
                <a:gd name="connsiteY11" fmla="*/ 925650 h 1385549"/>
                <a:gd name="connsiteX12" fmla="*/ 1986167 w 3118416"/>
                <a:gd name="connsiteY12" fmla="*/ 686001 h 1385549"/>
                <a:gd name="connsiteX13" fmla="*/ 2058652 w 3118416"/>
                <a:gd name="connsiteY13" fmla="*/ 636281 h 1385549"/>
                <a:gd name="connsiteX14" fmla="*/ 3049443 w 3118416"/>
                <a:gd name="connsiteY14" fmla="*/ 636662 h 1385549"/>
                <a:gd name="connsiteX15" fmla="*/ 3118404 w 3118416"/>
                <a:gd name="connsiteY15" fmla="*/ 691430 h 1385549"/>
                <a:gd name="connsiteX16" fmla="*/ 3048300 w 3118416"/>
                <a:gd name="connsiteY16" fmla="*/ 748676 h 1385549"/>
                <a:gd name="connsiteX17" fmla="*/ 2118089 w 3118416"/>
                <a:gd name="connsiteY17" fmla="*/ 748104 h 1385549"/>
                <a:gd name="connsiteX18" fmla="*/ 2067225 w 3118416"/>
                <a:gd name="connsiteY18" fmla="*/ 783251 h 1385549"/>
                <a:gd name="connsiteX19" fmla="*/ 1860151 w 3118416"/>
                <a:gd name="connsiteY19" fmla="*/ 1332558 h 1385549"/>
                <a:gd name="connsiteX20" fmla="*/ 1808621 w 3118416"/>
                <a:gd name="connsiteY20" fmla="*/ 1385041 h 1385549"/>
                <a:gd name="connsiteX21" fmla="*/ 1742137 w 3118416"/>
                <a:gd name="connsiteY21" fmla="*/ 1333606 h 1385549"/>
                <a:gd name="connsiteX22" fmla="*/ 1497916 w 3118416"/>
                <a:gd name="connsiteY22" fmla="*/ 688097 h 1385549"/>
                <a:gd name="connsiteX23" fmla="*/ 1333038 w 3118416"/>
                <a:gd name="connsiteY23" fmla="*/ 252233 h 1385549"/>
                <a:gd name="connsiteX24" fmla="*/ 1316464 w 3118416"/>
                <a:gd name="connsiteY24" fmla="*/ 212132 h 1385549"/>
                <a:gd name="connsiteX25" fmla="*/ 1136061 w 3118416"/>
                <a:gd name="connsiteY25" fmla="*/ 687525 h 1385549"/>
                <a:gd name="connsiteX26" fmla="*/ 1050241 w 3118416"/>
                <a:gd name="connsiteY26" fmla="*/ 748295 h 1385549"/>
                <a:gd name="connsiteX27" fmla="*/ 80881 w 3118416"/>
                <a:gd name="connsiteY27" fmla="*/ 748199 h 1385549"/>
                <a:gd name="connsiteX28" fmla="*/ 45448 w 3118416"/>
                <a:gd name="connsiteY28" fmla="*/ 746390 h 1385549"/>
                <a:gd name="connsiteX29" fmla="*/ 14 w 3118416"/>
                <a:gd name="connsiteY29" fmla="*/ 691335 h 1385549"/>
                <a:gd name="connsiteX30" fmla="*/ 47544 w 3118416"/>
                <a:gd name="connsiteY30" fmla="*/ 637900 h 1385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118416" h="1385549">
                  <a:moveTo>
                    <a:pt x="47544" y="637900"/>
                  </a:moveTo>
                  <a:cubicBezTo>
                    <a:pt x="60212" y="635423"/>
                    <a:pt x="73547" y="636566"/>
                    <a:pt x="86596" y="636566"/>
                  </a:cubicBezTo>
                  <a:cubicBezTo>
                    <a:pt x="391968" y="636566"/>
                    <a:pt x="697244" y="636185"/>
                    <a:pt x="1002616" y="637233"/>
                  </a:cubicBezTo>
                  <a:cubicBezTo>
                    <a:pt x="1029476" y="637328"/>
                    <a:pt x="1041001" y="629327"/>
                    <a:pt x="1050526" y="603800"/>
                  </a:cubicBezTo>
                  <a:cubicBezTo>
                    <a:pt x="1117201" y="423587"/>
                    <a:pt x="1185972" y="244232"/>
                    <a:pt x="1253980" y="64590"/>
                  </a:cubicBezTo>
                  <a:cubicBezTo>
                    <a:pt x="1255695" y="60113"/>
                    <a:pt x="1257409" y="55732"/>
                    <a:pt x="1258933" y="51160"/>
                  </a:cubicBezTo>
                  <a:cubicBezTo>
                    <a:pt x="1268649" y="22299"/>
                    <a:pt x="1283603" y="-561"/>
                    <a:pt x="1318560" y="10"/>
                  </a:cubicBezTo>
                  <a:cubicBezTo>
                    <a:pt x="1351802" y="582"/>
                    <a:pt x="1365232" y="23156"/>
                    <a:pt x="1375424" y="50207"/>
                  </a:cubicBezTo>
                  <a:cubicBezTo>
                    <a:pt x="1423525" y="177842"/>
                    <a:pt x="1471722" y="305477"/>
                    <a:pt x="1519918" y="433017"/>
                  </a:cubicBezTo>
                  <a:cubicBezTo>
                    <a:pt x="1608120" y="665903"/>
                    <a:pt x="1696417" y="898694"/>
                    <a:pt x="1784713" y="1131581"/>
                  </a:cubicBezTo>
                  <a:cubicBezTo>
                    <a:pt x="1789285" y="1143582"/>
                    <a:pt x="1794619" y="1155298"/>
                    <a:pt x="1801858" y="1172633"/>
                  </a:cubicBezTo>
                  <a:cubicBezTo>
                    <a:pt x="1834434" y="1087099"/>
                    <a:pt x="1865200" y="1006422"/>
                    <a:pt x="1895870" y="925650"/>
                  </a:cubicBezTo>
                  <a:cubicBezTo>
                    <a:pt x="1926255" y="845831"/>
                    <a:pt x="1957211" y="766297"/>
                    <a:pt x="1986167" y="686001"/>
                  </a:cubicBezTo>
                  <a:cubicBezTo>
                    <a:pt x="1999026" y="650473"/>
                    <a:pt x="2021695" y="636185"/>
                    <a:pt x="2058652" y="636281"/>
                  </a:cubicBezTo>
                  <a:cubicBezTo>
                    <a:pt x="2388884" y="636757"/>
                    <a:pt x="2719211" y="636471"/>
                    <a:pt x="3049443" y="636662"/>
                  </a:cubicBezTo>
                  <a:cubicBezTo>
                    <a:pt x="3093258" y="636662"/>
                    <a:pt x="3117737" y="656759"/>
                    <a:pt x="3118404" y="691430"/>
                  </a:cubicBezTo>
                  <a:cubicBezTo>
                    <a:pt x="3119071" y="727530"/>
                    <a:pt x="3094020" y="748676"/>
                    <a:pt x="3048300" y="748676"/>
                  </a:cubicBezTo>
                  <a:cubicBezTo>
                    <a:pt x="2738261" y="748866"/>
                    <a:pt x="2428127" y="749247"/>
                    <a:pt x="2118089" y="748104"/>
                  </a:cubicBezTo>
                  <a:cubicBezTo>
                    <a:pt x="2089513" y="747914"/>
                    <a:pt x="2077131" y="756486"/>
                    <a:pt x="2067225" y="783251"/>
                  </a:cubicBezTo>
                  <a:cubicBezTo>
                    <a:pt x="1999312" y="966798"/>
                    <a:pt x="1929398" y="1149487"/>
                    <a:pt x="1860151" y="1332558"/>
                  </a:cubicBezTo>
                  <a:cubicBezTo>
                    <a:pt x="1850626" y="1357799"/>
                    <a:pt x="1839768" y="1381517"/>
                    <a:pt x="1808621" y="1385041"/>
                  </a:cubicBezTo>
                  <a:cubicBezTo>
                    <a:pt x="1770140" y="1389422"/>
                    <a:pt x="1753948" y="1364943"/>
                    <a:pt x="1742137" y="1333606"/>
                  </a:cubicBezTo>
                  <a:cubicBezTo>
                    <a:pt x="1660984" y="1118341"/>
                    <a:pt x="1579354" y="903266"/>
                    <a:pt x="1497916" y="688097"/>
                  </a:cubicBezTo>
                  <a:cubicBezTo>
                    <a:pt x="1442956" y="542840"/>
                    <a:pt x="1388092" y="397489"/>
                    <a:pt x="1333038" y="252233"/>
                  </a:cubicBezTo>
                  <a:cubicBezTo>
                    <a:pt x="1328942" y="241184"/>
                    <a:pt x="1324180" y="230516"/>
                    <a:pt x="1316464" y="212132"/>
                  </a:cubicBezTo>
                  <a:cubicBezTo>
                    <a:pt x="1254647" y="374915"/>
                    <a:pt x="1195306" y="531220"/>
                    <a:pt x="1136061" y="687525"/>
                  </a:cubicBezTo>
                  <a:cubicBezTo>
                    <a:pt x="1115677" y="741151"/>
                    <a:pt x="1105771" y="748295"/>
                    <a:pt x="1050241" y="748295"/>
                  </a:cubicBezTo>
                  <a:cubicBezTo>
                    <a:pt x="727153" y="748295"/>
                    <a:pt x="403969" y="748295"/>
                    <a:pt x="80881" y="748199"/>
                  </a:cubicBezTo>
                  <a:cubicBezTo>
                    <a:pt x="68975" y="748199"/>
                    <a:pt x="56783" y="748866"/>
                    <a:pt x="45448" y="746390"/>
                  </a:cubicBezTo>
                  <a:cubicBezTo>
                    <a:pt x="16397" y="740008"/>
                    <a:pt x="-557" y="722006"/>
                    <a:pt x="14" y="691335"/>
                  </a:cubicBezTo>
                  <a:cubicBezTo>
                    <a:pt x="586" y="660569"/>
                    <a:pt x="18683" y="643424"/>
                    <a:pt x="47544" y="6379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2" name="Forme libre : forme 165">
              <a:extLst>
                <a:ext uri="{FF2B5EF4-FFF2-40B4-BE49-F238E27FC236}">
                  <a16:creationId xmlns:a16="http://schemas.microsoft.com/office/drawing/2014/main" id="{4CD2C9BA-3023-5375-10FB-BE1FC354563A}"/>
                </a:ext>
              </a:extLst>
            </p:cNvPr>
            <p:cNvSpPr/>
            <p:nvPr/>
          </p:nvSpPr>
          <p:spPr>
            <a:xfrm>
              <a:off x="13254972" y="5824304"/>
              <a:ext cx="2806876" cy="1195620"/>
            </a:xfrm>
            <a:custGeom>
              <a:avLst/>
              <a:gdLst>
                <a:gd name="connsiteX0" fmla="*/ 1806175 w 2806876"/>
                <a:gd name="connsiteY0" fmla="*/ 566114 h 1195620"/>
                <a:gd name="connsiteX1" fmla="*/ 1816747 w 2806876"/>
                <a:gd name="connsiteY1" fmla="*/ 566018 h 1195620"/>
                <a:gd name="connsiteX2" fmla="*/ 2419966 w 2806876"/>
                <a:gd name="connsiteY2" fmla="*/ 352944 h 1195620"/>
                <a:gd name="connsiteX3" fmla="*/ 2486355 w 2806876"/>
                <a:gd name="connsiteY3" fmla="*/ 282364 h 1195620"/>
                <a:gd name="connsiteX4" fmla="*/ 2480068 w 2806876"/>
                <a:gd name="connsiteY4" fmla="*/ 228452 h 1195620"/>
                <a:gd name="connsiteX5" fmla="*/ 2434348 w 2806876"/>
                <a:gd name="connsiteY5" fmla="*/ 216070 h 1195620"/>
                <a:gd name="connsiteX6" fmla="*/ 2346433 w 2806876"/>
                <a:gd name="connsiteY6" fmla="*/ 244169 h 1195620"/>
                <a:gd name="connsiteX7" fmla="*/ 1949907 w 2806876"/>
                <a:gd name="connsiteY7" fmla="*/ 402284 h 1195620"/>
                <a:gd name="connsiteX8" fmla="*/ 1806175 w 2806876"/>
                <a:gd name="connsiteY8" fmla="*/ 450290 h 1195620"/>
                <a:gd name="connsiteX9" fmla="*/ 1806175 w 2806876"/>
                <a:gd name="connsiteY9" fmla="*/ 566114 h 1195620"/>
                <a:gd name="connsiteX10" fmla="*/ 1758 w 2806876"/>
                <a:gd name="connsiteY10" fmla="*/ 1030648 h 1195620"/>
                <a:gd name="connsiteX11" fmla="*/ 81578 w 2806876"/>
                <a:gd name="connsiteY11" fmla="*/ 993119 h 1195620"/>
                <a:gd name="connsiteX12" fmla="*/ 1097038 w 2806876"/>
                <a:gd name="connsiteY12" fmla="*/ 1080178 h 1195620"/>
                <a:gd name="connsiteX13" fmla="*/ 2466638 w 2806876"/>
                <a:gd name="connsiteY13" fmla="*/ 653839 h 1195620"/>
                <a:gd name="connsiteX14" fmla="*/ 2640565 w 2806876"/>
                <a:gd name="connsiteY14" fmla="*/ 523823 h 1195620"/>
                <a:gd name="connsiteX15" fmla="*/ 2687713 w 2806876"/>
                <a:gd name="connsiteY15" fmla="*/ 467149 h 1195620"/>
                <a:gd name="connsiteX16" fmla="*/ 2683618 w 2806876"/>
                <a:gd name="connsiteY16" fmla="*/ 409047 h 1195620"/>
                <a:gd name="connsiteX17" fmla="*/ 2632183 w 2806876"/>
                <a:gd name="connsiteY17" fmla="*/ 394664 h 1195620"/>
                <a:gd name="connsiteX18" fmla="*/ 2445683 w 2806876"/>
                <a:gd name="connsiteY18" fmla="*/ 463815 h 1195620"/>
                <a:gd name="connsiteX19" fmla="*/ 1654727 w 2806876"/>
                <a:gd name="connsiteY19" fmla="*/ 719561 h 1195620"/>
                <a:gd name="connsiteX20" fmla="*/ 887488 w 2806876"/>
                <a:gd name="connsiteY20" fmla="*/ 742993 h 1195620"/>
                <a:gd name="connsiteX21" fmla="*/ 813288 w 2806876"/>
                <a:gd name="connsiteY21" fmla="*/ 733563 h 1195620"/>
                <a:gd name="connsiteX22" fmla="*/ 765283 w 2806876"/>
                <a:gd name="connsiteY22" fmla="*/ 673365 h 1195620"/>
                <a:gd name="connsiteX23" fmla="*/ 825671 w 2806876"/>
                <a:gd name="connsiteY23" fmla="*/ 625550 h 1195620"/>
                <a:gd name="connsiteX24" fmla="*/ 1080941 w 2806876"/>
                <a:gd name="connsiteY24" fmla="*/ 649553 h 1195620"/>
                <a:gd name="connsiteX25" fmla="*/ 1517758 w 2806876"/>
                <a:gd name="connsiteY25" fmla="*/ 639075 h 1195620"/>
                <a:gd name="connsiteX26" fmla="*/ 1625295 w 2806876"/>
                <a:gd name="connsiteY26" fmla="*/ 603928 h 1195620"/>
                <a:gd name="connsiteX27" fmla="*/ 1693875 w 2806876"/>
                <a:gd name="connsiteY27" fmla="*/ 453052 h 1195620"/>
                <a:gd name="connsiteX28" fmla="*/ 1564049 w 2806876"/>
                <a:gd name="connsiteY28" fmla="*/ 348658 h 1195620"/>
                <a:gd name="connsiteX29" fmla="*/ 1325352 w 2806876"/>
                <a:gd name="connsiteY29" fmla="*/ 346372 h 1195620"/>
                <a:gd name="connsiteX30" fmla="*/ 1045984 w 2806876"/>
                <a:gd name="connsiteY30" fmla="*/ 317225 h 1195620"/>
                <a:gd name="connsiteX31" fmla="*/ 871772 w 2806876"/>
                <a:gd name="connsiteY31" fmla="*/ 258361 h 1195620"/>
                <a:gd name="connsiteX32" fmla="*/ 362661 w 2806876"/>
                <a:gd name="connsiteY32" fmla="*/ 126440 h 1195620"/>
                <a:gd name="connsiteX33" fmla="*/ 63766 w 2806876"/>
                <a:gd name="connsiteY33" fmla="*/ 111009 h 1195620"/>
                <a:gd name="connsiteX34" fmla="*/ 1187 w 2806876"/>
                <a:gd name="connsiteY34" fmla="*/ 56241 h 1195620"/>
                <a:gd name="connsiteX35" fmla="*/ 61575 w 2806876"/>
                <a:gd name="connsiteY35" fmla="*/ 43 h 1195620"/>
                <a:gd name="connsiteX36" fmla="*/ 659555 w 2806876"/>
                <a:gd name="connsiteY36" fmla="*/ 58622 h 1195620"/>
                <a:gd name="connsiteX37" fmla="*/ 871867 w 2806876"/>
                <a:gd name="connsiteY37" fmla="*/ 138060 h 1195620"/>
                <a:gd name="connsiteX38" fmla="*/ 1241056 w 2806876"/>
                <a:gd name="connsiteY38" fmla="*/ 232453 h 1195620"/>
                <a:gd name="connsiteX39" fmla="*/ 1554524 w 2806876"/>
                <a:gd name="connsiteY39" fmla="*/ 238549 h 1195620"/>
                <a:gd name="connsiteX40" fmla="*/ 1758550 w 2806876"/>
                <a:gd name="connsiteY40" fmla="*/ 328846 h 1195620"/>
                <a:gd name="connsiteX41" fmla="*/ 1797697 w 2806876"/>
                <a:gd name="connsiteY41" fmla="*/ 334370 h 1195620"/>
                <a:gd name="connsiteX42" fmla="*/ 2279472 w 2806876"/>
                <a:gd name="connsiteY42" fmla="*/ 150633 h 1195620"/>
                <a:gd name="connsiteX43" fmla="*/ 2428729 w 2806876"/>
                <a:gd name="connsiteY43" fmla="*/ 105390 h 1195620"/>
                <a:gd name="connsiteX44" fmla="*/ 2604084 w 2806876"/>
                <a:gd name="connsiteY44" fmla="*/ 260837 h 1195620"/>
                <a:gd name="connsiteX45" fmla="*/ 2604084 w 2806876"/>
                <a:gd name="connsiteY45" fmla="*/ 278840 h 1195620"/>
                <a:gd name="connsiteX46" fmla="*/ 2696857 w 2806876"/>
                <a:gd name="connsiteY46" fmla="*/ 286174 h 1195620"/>
                <a:gd name="connsiteX47" fmla="*/ 2798013 w 2806876"/>
                <a:gd name="connsiteY47" fmla="*/ 487533 h 1195620"/>
                <a:gd name="connsiteX48" fmla="*/ 2700763 w 2806876"/>
                <a:gd name="connsiteY48" fmla="*/ 621073 h 1195620"/>
                <a:gd name="connsiteX49" fmla="*/ 1500803 w 2806876"/>
                <a:gd name="connsiteY49" fmla="*/ 1144853 h 1195620"/>
                <a:gd name="connsiteX50" fmla="*/ 1101229 w 2806876"/>
                <a:gd name="connsiteY50" fmla="*/ 1190001 h 1195620"/>
                <a:gd name="connsiteX51" fmla="*/ 1070083 w 2806876"/>
                <a:gd name="connsiteY51" fmla="*/ 1195621 h 1195620"/>
                <a:gd name="connsiteX52" fmla="*/ 749185 w 2806876"/>
                <a:gd name="connsiteY52" fmla="*/ 1195621 h 1195620"/>
                <a:gd name="connsiteX53" fmla="*/ 515632 w 2806876"/>
                <a:gd name="connsiteY53" fmla="*/ 1174094 h 1195620"/>
                <a:gd name="connsiteX54" fmla="*/ 55479 w 2806876"/>
                <a:gd name="connsiteY54" fmla="*/ 1100181 h 1195620"/>
                <a:gd name="connsiteX55" fmla="*/ 1758 w 2806876"/>
                <a:gd name="connsiteY55" fmla="*/ 1030648 h 119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806876" h="1195620">
                  <a:moveTo>
                    <a:pt x="1806175" y="566114"/>
                  </a:moveTo>
                  <a:cubicBezTo>
                    <a:pt x="1809984" y="566114"/>
                    <a:pt x="1813604" y="566781"/>
                    <a:pt x="1816747" y="566018"/>
                  </a:cubicBezTo>
                  <a:cubicBezTo>
                    <a:pt x="2023630" y="511440"/>
                    <a:pt x="2225656" y="442575"/>
                    <a:pt x="2419966" y="352944"/>
                  </a:cubicBezTo>
                  <a:cubicBezTo>
                    <a:pt x="2447493" y="340276"/>
                    <a:pt x="2469400" y="309415"/>
                    <a:pt x="2486355" y="282364"/>
                  </a:cubicBezTo>
                  <a:cubicBezTo>
                    <a:pt x="2494165" y="269886"/>
                    <a:pt x="2489308" y="242454"/>
                    <a:pt x="2480068" y="228452"/>
                  </a:cubicBezTo>
                  <a:cubicBezTo>
                    <a:pt x="2473306" y="218261"/>
                    <a:pt x="2448922" y="213212"/>
                    <a:pt x="2434348" y="216070"/>
                  </a:cubicBezTo>
                  <a:cubicBezTo>
                    <a:pt x="2404344" y="221785"/>
                    <a:pt x="2375103" y="232834"/>
                    <a:pt x="2346433" y="244169"/>
                  </a:cubicBezTo>
                  <a:cubicBezTo>
                    <a:pt x="2214130" y="296556"/>
                    <a:pt x="2082495" y="350468"/>
                    <a:pt x="1949907" y="402284"/>
                  </a:cubicBezTo>
                  <a:cubicBezTo>
                    <a:pt x="1902758" y="420667"/>
                    <a:pt x="1853895" y="434478"/>
                    <a:pt x="1806175" y="450290"/>
                  </a:cubicBezTo>
                  <a:cubicBezTo>
                    <a:pt x="1806175" y="490771"/>
                    <a:pt x="1806175" y="528395"/>
                    <a:pt x="1806175" y="566114"/>
                  </a:cubicBezTo>
                  <a:close/>
                  <a:moveTo>
                    <a:pt x="1758" y="1030648"/>
                  </a:moveTo>
                  <a:cubicBezTo>
                    <a:pt x="9950" y="997501"/>
                    <a:pt x="39096" y="983594"/>
                    <a:pt x="81578" y="993119"/>
                  </a:cubicBezTo>
                  <a:cubicBezTo>
                    <a:pt x="416096" y="1067891"/>
                    <a:pt x="754900" y="1098276"/>
                    <a:pt x="1097038" y="1080178"/>
                  </a:cubicBezTo>
                  <a:cubicBezTo>
                    <a:pt x="1589195" y="1054080"/>
                    <a:pt x="2052396" y="931207"/>
                    <a:pt x="2466638" y="653839"/>
                  </a:cubicBezTo>
                  <a:cubicBezTo>
                    <a:pt x="2526741" y="613643"/>
                    <a:pt x="2583796" y="568781"/>
                    <a:pt x="2640565" y="523823"/>
                  </a:cubicBezTo>
                  <a:cubicBezTo>
                    <a:pt x="2659615" y="508678"/>
                    <a:pt x="2678284" y="488961"/>
                    <a:pt x="2687713" y="467149"/>
                  </a:cubicBezTo>
                  <a:cubicBezTo>
                    <a:pt x="2694762" y="450766"/>
                    <a:pt x="2693428" y="423334"/>
                    <a:pt x="2683618" y="409047"/>
                  </a:cubicBezTo>
                  <a:cubicBezTo>
                    <a:pt x="2675617" y="397426"/>
                    <a:pt x="2647137" y="389901"/>
                    <a:pt x="2632183" y="394664"/>
                  </a:cubicBezTo>
                  <a:cubicBezTo>
                    <a:pt x="2569032" y="414666"/>
                    <a:pt x="2506357" y="437145"/>
                    <a:pt x="2445683" y="463815"/>
                  </a:cubicBezTo>
                  <a:cubicBezTo>
                    <a:pt x="2190508" y="575734"/>
                    <a:pt x="1924189" y="650124"/>
                    <a:pt x="1654727" y="719561"/>
                  </a:cubicBezTo>
                  <a:cubicBezTo>
                    <a:pt x="1398219" y="785760"/>
                    <a:pt x="1144187" y="769758"/>
                    <a:pt x="887488" y="742993"/>
                  </a:cubicBezTo>
                  <a:cubicBezTo>
                    <a:pt x="862723" y="740421"/>
                    <a:pt x="837768" y="738135"/>
                    <a:pt x="813288" y="733563"/>
                  </a:cubicBezTo>
                  <a:cubicBezTo>
                    <a:pt x="780903" y="727467"/>
                    <a:pt x="761568" y="701940"/>
                    <a:pt x="765283" y="673365"/>
                  </a:cubicBezTo>
                  <a:cubicBezTo>
                    <a:pt x="769188" y="643742"/>
                    <a:pt x="792810" y="622787"/>
                    <a:pt x="825671" y="625550"/>
                  </a:cubicBezTo>
                  <a:cubicBezTo>
                    <a:pt x="910824" y="632503"/>
                    <a:pt x="995787" y="643266"/>
                    <a:pt x="1080941" y="649553"/>
                  </a:cubicBezTo>
                  <a:cubicBezTo>
                    <a:pt x="1226769" y="660221"/>
                    <a:pt x="1372977" y="667460"/>
                    <a:pt x="1517758" y="639075"/>
                  </a:cubicBezTo>
                  <a:cubicBezTo>
                    <a:pt x="1554524" y="631836"/>
                    <a:pt x="1591672" y="620311"/>
                    <a:pt x="1625295" y="603928"/>
                  </a:cubicBezTo>
                  <a:cubicBezTo>
                    <a:pt x="1689208" y="572781"/>
                    <a:pt x="1710734" y="520584"/>
                    <a:pt x="1693875" y="453052"/>
                  </a:cubicBezTo>
                  <a:cubicBezTo>
                    <a:pt x="1676920" y="385234"/>
                    <a:pt x="1633963" y="349896"/>
                    <a:pt x="1564049" y="348658"/>
                  </a:cubicBezTo>
                  <a:cubicBezTo>
                    <a:pt x="1484515" y="347420"/>
                    <a:pt x="1404696" y="351134"/>
                    <a:pt x="1325352" y="346372"/>
                  </a:cubicBezTo>
                  <a:cubicBezTo>
                    <a:pt x="1231912" y="340752"/>
                    <a:pt x="1137996" y="333323"/>
                    <a:pt x="1045984" y="317225"/>
                  </a:cubicBezTo>
                  <a:cubicBezTo>
                    <a:pt x="986072" y="306748"/>
                    <a:pt x="924636" y="287698"/>
                    <a:pt x="871772" y="258361"/>
                  </a:cubicBezTo>
                  <a:cubicBezTo>
                    <a:pt x="712704" y="169874"/>
                    <a:pt x="540207" y="139013"/>
                    <a:pt x="362661" y="126440"/>
                  </a:cubicBezTo>
                  <a:cubicBezTo>
                    <a:pt x="263220" y="119391"/>
                    <a:pt x="163398" y="116248"/>
                    <a:pt x="63766" y="111009"/>
                  </a:cubicBezTo>
                  <a:cubicBezTo>
                    <a:pt x="25761" y="109104"/>
                    <a:pt x="1949" y="87768"/>
                    <a:pt x="1187" y="56241"/>
                  </a:cubicBezTo>
                  <a:cubicBezTo>
                    <a:pt x="520" y="24427"/>
                    <a:pt x="25285" y="-1195"/>
                    <a:pt x="61575" y="43"/>
                  </a:cubicBezTo>
                  <a:cubicBezTo>
                    <a:pt x="262172" y="6615"/>
                    <a:pt x="463531" y="10806"/>
                    <a:pt x="659555" y="58622"/>
                  </a:cubicBezTo>
                  <a:cubicBezTo>
                    <a:pt x="732612" y="76433"/>
                    <a:pt x="805478" y="103103"/>
                    <a:pt x="871867" y="138060"/>
                  </a:cubicBezTo>
                  <a:cubicBezTo>
                    <a:pt x="988549" y="199306"/>
                    <a:pt x="1111707" y="227024"/>
                    <a:pt x="1241056" y="232453"/>
                  </a:cubicBezTo>
                  <a:cubicBezTo>
                    <a:pt x="1345450" y="236834"/>
                    <a:pt x="1450035" y="238168"/>
                    <a:pt x="1554524" y="238549"/>
                  </a:cubicBezTo>
                  <a:cubicBezTo>
                    <a:pt x="1636534" y="238835"/>
                    <a:pt x="1705019" y="264552"/>
                    <a:pt x="1758550" y="328846"/>
                  </a:cubicBezTo>
                  <a:cubicBezTo>
                    <a:pt x="1765026" y="336561"/>
                    <a:pt x="1786553" y="338561"/>
                    <a:pt x="1797697" y="334370"/>
                  </a:cubicBezTo>
                  <a:cubicBezTo>
                    <a:pt x="1958575" y="273887"/>
                    <a:pt x="2118594" y="211117"/>
                    <a:pt x="2279472" y="150633"/>
                  </a:cubicBezTo>
                  <a:cubicBezTo>
                    <a:pt x="2328144" y="132345"/>
                    <a:pt x="2377770" y="113391"/>
                    <a:pt x="2428729" y="105390"/>
                  </a:cubicBezTo>
                  <a:cubicBezTo>
                    <a:pt x="2529884" y="89578"/>
                    <a:pt x="2603703" y="158158"/>
                    <a:pt x="2604084" y="260837"/>
                  </a:cubicBezTo>
                  <a:cubicBezTo>
                    <a:pt x="2604179" y="267791"/>
                    <a:pt x="2604084" y="274744"/>
                    <a:pt x="2604084" y="278840"/>
                  </a:cubicBezTo>
                  <a:cubicBezTo>
                    <a:pt x="2636564" y="281031"/>
                    <a:pt x="2668187" y="278268"/>
                    <a:pt x="2696857" y="286174"/>
                  </a:cubicBezTo>
                  <a:cubicBezTo>
                    <a:pt x="2782106" y="309606"/>
                    <a:pt x="2827159" y="401998"/>
                    <a:pt x="2798013" y="487533"/>
                  </a:cubicBezTo>
                  <a:cubicBezTo>
                    <a:pt x="2779534" y="542016"/>
                    <a:pt x="2745054" y="585450"/>
                    <a:pt x="2700763" y="621073"/>
                  </a:cubicBezTo>
                  <a:cubicBezTo>
                    <a:pt x="2348147" y="904061"/>
                    <a:pt x="1944382" y="1071510"/>
                    <a:pt x="1500803" y="1144853"/>
                  </a:cubicBezTo>
                  <a:cubicBezTo>
                    <a:pt x="1368691" y="1166665"/>
                    <a:pt x="1234484" y="1175237"/>
                    <a:pt x="1101229" y="1190001"/>
                  </a:cubicBezTo>
                  <a:cubicBezTo>
                    <a:pt x="1090752" y="1191144"/>
                    <a:pt x="1080465" y="1193716"/>
                    <a:pt x="1070083" y="1195621"/>
                  </a:cubicBezTo>
                  <a:cubicBezTo>
                    <a:pt x="963117" y="1195621"/>
                    <a:pt x="856151" y="1195621"/>
                    <a:pt x="749185" y="1195621"/>
                  </a:cubicBezTo>
                  <a:cubicBezTo>
                    <a:pt x="671271" y="1188668"/>
                    <a:pt x="592880" y="1185239"/>
                    <a:pt x="515632" y="1174094"/>
                  </a:cubicBezTo>
                  <a:cubicBezTo>
                    <a:pt x="361899" y="1151901"/>
                    <a:pt x="208641" y="1126089"/>
                    <a:pt x="55479" y="1100181"/>
                  </a:cubicBezTo>
                  <a:cubicBezTo>
                    <a:pt x="13855" y="1093227"/>
                    <a:pt x="-6338" y="1063509"/>
                    <a:pt x="1758" y="10306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3" name="Forme libre : forme 166">
              <a:extLst>
                <a:ext uri="{FF2B5EF4-FFF2-40B4-BE49-F238E27FC236}">
                  <a16:creationId xmlns:a16="http://schemas.microsoft.com/office/drawing/2014/main" id="{C3305DB4-550C-6FC9-6DC2-8B467B492346}"/>
                </a:ext>
              </a:extLst>
            </p:cNvPr>
            <p:cNvSpPr/>
            <p:nvPr/>
          </p:nvSpPr>
          <p:spPr>
            <a:xfrm>
              <a:off x="12648893" y="5821952"/>
              <a:ext cx="543940" cy="1040560"/>
            </a:xfrm>
            <a:custGeom>
              <a:avLst/>
              <a:gdLst>
                <a:gd name="connsiteX0" fmla="*/ 399812 w 543940"/>
                <a:gd name="connsiteY0" fmla="*/ 299 h 1040560"/>
                <a:gd name="connsiteX1" fmla="*/ 543544 w 543940"/>
                <a:gd name="connsiteY1" fmla="*/ 142603 h 1040560"/>
                <a:gd name="connsiteX2" fmla="*/ 543735 w 543940"/>
                <a:gd name="connsiteY2" fmla="*/ 520364 h 1040560"/>
                <a:gd name="connsiteX3" fmla="*/ 543639 w 543940"/>
                <a:gd name="connsiteY3" fmla="*/ 890982 h 1040560"/>
                <a:gd name="connsiteX4" fmla="*/ 395335 w 543940"/>
                <a:gd name="connsiteY4" fmla="*/ 1040048 h 1040560"/>
                <a:gd name="connsiteX5" fmla="*/ 149400 w 543940"/>
                <a:gd name="connsiteY5" fmla="*/ 1040143 h 1040560"/>
                <a:gd name="connsiteX6" fmla="*/ 143 w 543940"/>
                <a:gd name="connsiteY6" fmla="*/ 888220 h 1040560"/>
                <a:gd name="connsiteX7" fmla="*/ 143 w 543940"/>
                <a:gd name="connsiteY7" fmla="*/ 150508 h 1040560"/>
                <a:gd name="connsiteX8" fmla="*/ 150352 w 543940"/>
                <a:gd name="connsiteY8" fmla="*/ 204 h 1040560"/>
                <a:gd name="connsiteX9" fmla="*/ 399812 w 543940"/>
                <a:gd name="connsiteY9" fmla="*/ 299 h 1040560"/>
                <a:gd name="connsiteX10" fmla="*/ 109395 w 543940"/>
                <a:gd name="connsiteY10" fmla="*/ 882123 h 1040560"/>
                <a:gd name="connsiteX11" fmla="*/ 154543 w 543940"/>
                <a:gd name="connsiteY11" fmla="*/ 928891 h 1040560"/>
                <a:gd name="connsiteX12" fmla="*/ 389430 w 543940"/>
                <a:gd name="connsiteY12" fmla="*/ 928891 h 1040560"/>
                <a:gd name="connsiteX13" fmla="*/ 434769 w 543940"/>
                <a:gd name="connsiteY13" fmla="*/ 882219 h 1040560"/>
                <a:gd name="connsiteX14" fmla="*/ 434292 w 543940"/>
                <a:gd name="connsiteY14" fmla="*/ 522650 h 1040560"/>
                <a:gd name="connsiteX15" fmla="*/ 434292 w 543940"/>
                <a:gd name="connsiteY15" fmla="*/ 159462 h 1040560"/>
                <a:gd name="connsiteX16" fmla="*/ 387810 w 543940"/>
                <a:gd name="connsiteY16" fmla="*/ 111265 h 1040560"/>
                <a:gd name="connsiteX17" fmla="*/ 156353 w 543940"/>
                <a:gd name="connsiteY17" fmla="*/ 111265 h 1040560"/>
                <a:gd name="connsiteX18" fmla="*/ 109871 w 543940"/>
                <a:gd name="connsiteY18" fmla="*/ 159366 h 1040560"/>
                <a:gd name="connsiteX19" fmla="*/ 109395 w 543940"/>
                <a:gd name="connsiteY19" fmla="*/ 882123 h 1040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43940" h="1040560">
                  <a:moveTo>
                    <a:pt x="399812" y="299"/>
                  </a:moveTo>
                  <a:cubicBezTo>
                    <a:pt x="486299" y="680"/>
                    <a:pt x="543068" y="56401"/>
                    <a:pt x="543544" y="142603"/>
                  </a:cubicBezTo>
                  <a:cubicBezTo>
                    <a:pt x="544306" y="268523"/>
                    <a:pt x="543735" y="394444"/>
                    <a:pt x="543735" y="520364"/>
                  </a:cubicBezTo>
                  <a:cubicBezTo>
                    <a:pt x="543735" y="643903"/>
                    <a:pt x="544116" y="767442"/>
                    <a:pt x="543639" y="890982"/>
                  </a:cubicBezTo>
                  <a:cubicBezTo>
                    <a:pt x="543354" y="984327"/>
                    <a:pt x="488680" y="1039381"/>
                    <a:pt x="395335" y="1040048"/>
                  </a:cubicBezTo>
                  <a:cubicBezTo>
                    <a:pt x="313325" y="1040715"/>
                    <a:pt x="231315" y="1040715"/>
                    <a:pt x="149400" y="1040143"/>
                  </a:cubicBezTo>
                  <a:cubicBezTo>
                    <a:pt x="54340" y="1039381"/>
                    <a:pt x="143" y="984231"/>
                    <a:pt x="143" y="888220"/>
                  </a:cubicBezTo>
                  <a:cubicBezTo>
                    <a:pt x="-48" y="642379"/>
                    <a:pt x="-48" y="396444"/>
                    <a:pt x="143" y="150508"/>
                  </a:cubicBezTo>
                  <a:cubicBezTo>
                    <a:pt x="143" y="55163"/>
                    <a:pt x="55102" y="394"/>
                    <a:pt x="150352" y="204"/>
                  </a:cubicBezTo>
                  <a:cubicBezTo>
                    <a:pt x="233505" y="13"/>
                    <a:pt x="316659" y="-177"/>
                    <a:pt x="399812" y="299"/>
                  </a:cubicBezTo>
                  <a:close/>
                  <a:moveTo>
                    <a:pt x="109395" y="882123"/>
                  </a:moveTo>
                  <a:cubicBezTo>
                    <a:pt x="109299" y="914699"/>
                    <a:pt x="119396" y="929653"/>
                    <a:pt x="154543" y="928891"/>
                  </a:cubicBezTo>
                  <a:cubicBezTo>
                    <a:pt x="232743" y="927081"/>
                    <a:pt x="311134" y="927177"/>
                    <a:pt x="389430" y="928891"/>
                  </a:cubicBezTo>
                  <a:cubicBezTo>
                    <a:pt x="424291" y="929558"/>
                    <a:pt x="435054" y="915080"/>
                    <a:pt x="434769" y="882219"/>
                  </a:cubicBezTo>
                  <a:cubicBezTo>
                    <a:pt x="433721" y="762299"/>
                    <a:pt x="434292" y="642474"/>
                    <a:pt x="434292" y="522650"/>
                  </a:cubicBezTo>
                  <a:cubicBezTo>
                    <a:pt x="434292" y="401587"/>
                    <a:pt x="434483" y="280524"/>
                    <a:pt x="434292" y="159462"/>
                  </a:cubicBezTo>
                  <a:cubicBezTo>
                    <a:pt x="434197" y="116980"/>
                    <a:pt x="428863" y="111456"/>
                    <a:pt x="387810" y="111265"/>
                  </a:cubicBezTo>
                  <a:cubicBezTo>
                    <a:pt x="310658" y="110884"/>
                    <a:pt x="233505" y="110884"/>
                    <a:pt x="156353" y="111265"/>
                  </a:cubicBezTo>
                  <a:cubicBezTo>
                    <a:pt x="115110" y="111361"/>
                    <a:pt x="109871" y="116790"/>
                    <a:pt x="109871" y="159366"/>
                  </a:cubicBezTo>
                  <a:cubicBezTo>
                    <a:pt x="109680" y="400254"/>
                    <a:pt x="110061" y="641236"/>
                    <a:pt x="109395" y="8821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4" name="Forme libre : forme 167">
              <a:extLst>
                <a:ext uri="{FF2B5EF4-FFF2-40B4-BE49-F238E27FC236}">
                  <a16:creationId xmlns:a16="http://schemas.microsoft.com/office/drawing/2014/main" id="{1A4D0113-C178-CCE9-A3CC-6A71844C5221}"/>
                </a:ext>
              </a:extLst>
            </p:cNvPr>
            <p:cNvSpPr/>
            <p:nvPr/>
          </p:nvSpPr>
          <p:spPr>
            <a:xfrm>
              <a:off x="12994642" y="5056917"/>
              <a:ext cx="580958" cy="672243"/>
            </a:xfrm>
            <a:custGeom>
              <a:avLst/>
              <a:gdLst>
                <a:gd name="connsiteX0" fmla="*/ 48157 w 580958"/>
                <a:gd name="connsiteY0" fmla="*/ 0 h 672243"/>
                <a:gd name="connsiteX1" fmla="*/ 97497 w 580958"/>
                <a:gd name="connsiteY1" fmla="*/ 37814 h 672243"/>
                <a:gd name="connsiteX2" fmla="*/ 557364 w 580958"/>
                <a:gd name="connsiteY2" fmla="*/ 571405 h 672243"/>
                <a:gd name="connsiteX3" fmla="*/ 563841 w 580958"/>
                <a:gd name="connsiteY3" fmla="*/ 655891 h 672243"/>
                <a:gd name="connsiteX4" fmla="*/ 481545 w 580958"/>
                <a:gd name="connsiteY4" fmla="*/ 651415 h 672243"/>
                <a:gd name="connsiteX5" fmla="*/ 9390 w 580958"/>
                <a:gd name="connsiteY5" fmla="*/ 100584 h 672243"/>
                <a:gd name="connsiteX6" fmla="*/ 3390 w 580958"/>
                <a:gd name="connsiteY6" fmla="*/ 38290 h 672243"/>
                <a:gd name="connsiteX7" fmla="*/ 48157 w 580958"/>
                <a:gd name="connsiteY7" fmla="*/ 0 h 67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0958" h="672243">
                  <a:moveTo>
                    <a:pt x="48157" y="0"/>
                  </a:moveTo>
                  <a:cubicBezTo>
                    <a:pt x="67588" y="14573"/>
                    <a:pt x="87115" y="22955"/>
                    <a:pt x="97497" y="37814"/>
                  </a:cubicBezTo>
                  <a:cubicBezTo>
                    <a:pt x="233514" y="230600"/>
                    <a:pt x="386390" y="408718"/>
                    <a:pt x="557364" y="571405"/>
                  </a:cubicBezTo>
                  <a:cubicBezTo>
                    <a:pt x="586987" y="599504"/>
                    <a:pt x="588225" y="631793"/>
                    <a:pt x="563841" y="655891"/>
                  </a:cubicBezTo>
                  <a:cubicBezTo>
                    <a:pt x="540695" y="678752"/>
                    <a:pt x="509644" y="677989"/>
                    <a:pt x="481545" y="651415"/>
                  </a:cubicBezTo>
                  <a:cubicBezTo>
                    <a:pt x="304856" y="484346"/>
                    <a:pt x="146932" y="301085"/>
                    <a:pt x="9390" y="100584"/>
                  </a:cubicBezTo>
                  <a:cubicBezTo>
                    <a:pt x="-1277" y="85154"/>
                    <a:pt x="-2230" y="57245"/>
                    <a:pt x="3390" y="38290"/>
                  </a:cubicBezTo>
                  <a:cubicBezTo>
                    <a:pt x="7486" y="24098"/>
                    <a:pt x="29393" y="15145"/>
                    <a:pt x="4815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5" name="Forme libre : forme 168">
              <a:extLst>
                <a:ext uri="{FF2B5EF4-FFF2-40B4-BE49-F238E27FC236}">
                  <a16:creationId xmlns:a16="http://schemas.microsoft.com/office/drawing/2014/main" id="{E4532C1B-D57F-B25B-6CE1-FF631117E0AF}"/>
                </a:ext>
              </a:extLst>
            </p:cNvPr>
            <p:cNvSpPr/>
            <p:nvPr/>
          </p:nvSpPr>
          <p:spPr>
            <a:xfrm>
              <a:off x="12868672" y="6043800"/>
              <a:ext cx="104786" cy="109497"/>
            </a:xfrm>
            <a:custGeom>
              <a:avLst/>
              <a:gdLst>
                <a:gd name="connsiteX0" fmla="*/ 54303 w 104786"/>
                <a:gd name="connsiteY0" fmla="*/ 109445 h 109497"/>
                <a:gd name="connsiteX1" fmla="*/ 10 w 104786"/>
                <a:gd name="connsiteY1" fmla="*/ 56200 h 109497"/>
                <a:gd name="connsiteX2" fmla="*/ 51731 w 104786"/>
                <a:gd name="connsiteY2" fmla="*/ 2 h 109497"/>
                <a:gd name="connsiteX3" fmla="*/ 104785 w 104786"/>
                <a:gd name="connsiteY3" fmla="*/ 55438 h 109497"/>
                <a:gd name="connsiteX4" fmla="*/ 54303 w 104786"/>
                <a:gd name="connsiteY4" fmla="*/ 109445 h 109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86" h="109497">
                  <a:moveTo>
                    <a:pt x="54303" y="109445"/>
                  </a:moveTo>
                  <a:cubicBezTo>
                    <a:pt x="24966" y="110778"/>
                    <a:pt x="582" y="86871"/>
                    <a:pt x="10" y="56200"/>
                  </a:cubicBezTo>
                  <a:cubicBezTo>
                    <a:pt x="-561" y="26101"/>
                    <a:pt x="23251" y="193"/>
                    <a:pt x="51731" y="2"/>
                  </a:cubicBezTo>
                  <a:cubicBezTo>
                    <a:pt x="80020" y="-283"/>
                    <a:pt x="104976" y="25910"/>
                    <a:pt x="104785" y="55438"/>
                  </a:cubicBezTo>
                  <a:cubicBezTo>
                    <a:pt x="104595" y="84299"/>
                    <a:pt x="82211" y="108206"/>
                    <a:pt x="54303" y="1094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52DBD66-EB73-CDB1-7C89-F145CF476102}"/>
              </a:ext>
            </a:extLst>
          </p:cNvPr>
          <p:cNvSpPr/>
          <p:nvPr/>
        </p:nvSpPr>
        <p:spPr>
          <a:xfrm>
            <a:off x="2625030" y="3986453"/>
            <a:ext cx="760315" cy="203133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 err="1">
                <a:ea typeface="Open Sans bold" panose="020B0806030504020204" pitchFamily="34" charset="0"/>
                <a:cs typeface="Open Sans bold" panose="020B0806030504020204" pitchFamily="34" charset="0"/>
              </a:rPr>
              <a:t>Xxxx</a:t>
            </a:r>
            <a:endParaRPr lang="en-US" sz="800" noProof="0" dirty="0"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F407233-4CB6-EB6B-24FA-04A17032A4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PIE CHART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898A7B7-B43C-AEBF-E52F-A0B3171F1E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6FC7B25-0664-B681-DAF0-19A79680444A}"/>
              </a:ext>
            </a:extLst>
          </p:cNvPr>
          <p:cNvSpPr txBox="1"/>
          <p:nvPr/>
        </p:nvSpPr>
        <p:spPr>
          <a:xfrm>
            <a:off x="315584" y="1440526"/>
            <a:ext cx="2010621" cy="270056"/>
          </a:xfrm>
          <a:prstGeom prst="rect">
            <a:avLst/>
          </a:prstGeom>
          <a:solidFill>
            <a:schemeClr val="tx1"/>
          </a:soli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337C0B8-FFF1-7DA3-FAFE-FF8868B25B3F}"/>
              </a:ext>
            </a:extLst>
          </p:cNvPr>
          <p:cNvSpPr txBox="1"/>
          <p:nvPr/>
        </p:nvSpPr>
        <p:spPr>
          <a:xfrm>
            <a:off x="325990" y="1882835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188ED40-C0F9-9CCF-92EA-11B8FF7BEE13}"/>
              </a:ext>
            </a:extLst>
          </p:cNvPr>
          <p:cNvSpPr txBox="1"/>
          <p:nvPr/>
        </p:nvSpPr>
        <p:spPr>
          <a:xfrm>
            <a:off x="325990" y="3064606"/>
            <a:ext cx="2000215" cy="1163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19" name="Graphique 51">
            <a:extLst>
              <a:ext uri="{FF2B5EF4-FFF2-40B4-BE49-F238E27FC236}">
                <a16:creationId xmlns:a16="http://schemas.microsoft.com/office/drawing/2014/main" id="{CED58ED8-5AC2-C536-4592-C6D5C070E9D8}"/>
              </a:ext>
            </a:extLst>
          </p:cNvPr>
          <p:cNvGrpSpPr/>
          <p:nvPr/>
        </p:nvGrpSpPr>
        <p:grpSpPr>
          <a:xfrm>
            <a:off x="6639829" y="1372303"/>
            <a:ext cx="377868" cy="377947"/>
            <a:chOff x="13279657" y="2744605"/>
            <a:chExt cx="755735" cy="755893"/>
          </a:xfrm>
          <a:solidFill>
            <a:schemeClr val="bg1"/>
          </a:solidFill>
        </p:grpSpPr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F06899A1-D4F9-E4A1-5203-408525E44652}"/>
                </a:ext>
              </a:extLst>
            </p:cNvPr>
            <p:cNvSpPr/>
            <p:nvPr/>
          </p:nvSpPr>
          <p:spPr>
            <a:xfrm>
              <a:off x="13728500" y="3217086"/>
              <a:ext cx="306892" cy="283275"/>
            </a:xfrm>
            <a:custGeom>
              <a:avLst/>
              <a:gdLst>
                <a:gd name="connsiteX0" fmla="*/ 109966 w 306892"/>
                <a:gd name="connsiteY0" fmla="*/ 68313 h 283275"/>
                <a:gd name="connsiteX1" fmla="*/ 153324 w 306892"/>
                <a:gd name="connsiteY1" fmla="*/ 112240 h 283275"/>
                <a:gd name="connsiteX2" fmla="*/ 197088 w 306892"/>
                <a:gd name="connsiteY2" fmla="*/ 68903 h 283275"/>
                <a:gd name="connsiteX3" fmla="*/ 153405 w 306892"/>
                <a:gd name="connsiteY3" fmla="*/ 24813 h 283275"/>
                <a:gd name="connsiteX4" fmla="*/ 109966 w 306892"/>
                <a:gd name="connsiteY4" fmla="*/ 68313 h 283275"/>
                <a:gd name="connsiteX5" fmla="*/ 11536 w 306892"/>
                <a:gd name="connsiteY5" fmla="*/ 282234 h 283275"/>
                <a:gd name="connsiteX6" fmla="*/ 127 w 306892"/>
                <a:gd name="connsiteY6" fmla="*/ 270642 h 283275"/>
                <a:gd name="connsiteX7" fmla="*/ 13550 w 306892"/>
                <a:gd name="connsiteY7" fmla="*/ 201884 h 283275"/>
                <a:gd name="connsiteX8" fmla="*/ 103011 w 306892"/>
                <a:gd name="connsiteY8" fmla="*/ 119948 h 283275"/>
                <a:gd name="connsiteX9" fmla="*/ 108095 w 306892"/>
                <a:gd name="connsiteY9" fmla="*/ 117955 h 283275"/>
                <a:gd name="connsiteX10" fmla="*/ 87839 w 306892"/>
                <a:gd name="connsiteY10" fmla="*/ 52552 h 283275"/>
                <a:gd name="connsiteX11" fmla="*/ 114643 w 306892"/>
                <a:gd name="connsiteY11" fmla="*/ 12346 h 283275"/>
                <a:gd name="connsiteX12" fmla="*/ 203718 w 306892"/>
                <a:gd name="connsiteY12" fmla="*/ 22433 h 283275"/>
                <a:gd name="connsiteX13" fmla="*/ 200789 w 306892"/>
                <a:gd name="connsiteY13" fmla="*/ 116267 h 283275"/>
                <a:gd name="connsiteX14" fmla="*/ 249028 w 306892"/>
                <a:gd name="connsiteY14" fmla="*/ 145877 h 283275"/>
                <a:gd name="connsiteX15" fmla="*/ 306886 w 306892"/>
                <a:gd name="connsiteY15" fmla="*/ 269300 h 283275"/>
                <a:gd name="connsiteX16" fmla="*/ 294907 w 306892"/>
                <a:gd name="connsiteY16" fmla="*/ 283271 h 283275"/>
                <a:gd name="connsiteX17" fmla="*/ 283559 w 306892"/>
                <a:gd name="connsiteY17" fmla="*/ 269443 h 283275"/>
                <a:gd name="connsiteX18" fmla="*/ 220231 w 306892"/>
                <a:gd name="connsiteY18" fmla="*/ 154479 h 283275"/>
                <a:gd name="connsiteX19" fmla="*/ 89893 w 306892"/>
                <a:gd name="connsiteY19" fmla="*/ 152669 h 283275"/>
                <a:gd name="connsiteX20" fmla="*/ 23555 w 306892"/>
                <a:gd name="connsiteY20" fmla="*/ 263484 h 283275"/>
                <a:gd name="connsiteX21" fmla="*/ 23474 w 306892"/>
                <a:gd name="connsiteY21" fmla="*/ 270317 h 283275"/>
                <a:gd name="connsiteX22" fmla="*/ 11536 w 306892"/>
                <a:gd name="connsiteY22" fmla="*/ 282234 h 28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6892" h="283275">
                  <a:moveTo>
                    <a:pt x="109966" y="68313"/>
                  </a:moveTo>
                  <a:cubicBezTo>
                    <a:pt x="109945" y="92086"/>
                    <a:pt x="129692" y="112098"/>
                    <a:pt x="153324" y="112240"/>
                  </a:cubicBezTo>
                  <a:cubicBezTo>
                    <a:pt x="177239" y="112382"/>
                    <a:pt x="196946" y="92880"/>
                    <a:pt x="197088" y="68903"/>
                  </a:cubicBezTo>
                  <a:cubicBezTo>
                    <a:pt x="197251" y="44397"/>
                    <a:pt x="177768" y="24731"/>
                    <a:pt x="153405" y="24813"/>
                  </a:cubicBezTo>
                  <a:cubicBezTo>
                    <a:pt x="129225" y="24874"/>
                    <a:pt x="109986" y="44153"/>
                    <a:pt x="109966" y="68313"/>
                  </a:cubicBezTo>
                  <a:close/>
                  <a:moveTo>
                    <a:pt x="11536" y="282234"/>
                  </a:moveTo>
                  <a:cubicBezTo>
                    <a:pt x="4785" y="282133"/>
                    <a:pt x="432" y="278004"/>
                    <a:pt x="127" y="270642"/>
                  </a:cubicBezTo>
                  <a:cubicBezTo>
                    <a:pt x="-808" y="246686"/>
                    <a:pt x="3381" y="223624"/>
                    <a:pt x="13550" y="201884"/>
                  </a:cubicBezTo>
                  <a:cubicBezTo>
                    <a:pt x="32056" y="162289"/>
                    <a:pt x="61809" y="134834"/>
                    <a:pt x="103011" y="119948"/>
                  </a:cubicBezTo>
                  <a:cubicBezTo>
                    <a:pt x="104434" y="119439"/>
                    <a:pt x="105817" y="118850"/>
                    <a:pt x="108095" y="117955"/>
                  </a:cubicBezTo>
                  <a:cubicBezTo>
                    <a:pt x="91073" y="99103"/>
                    <a:pt x="82186" y="77851"/>
                    <a:pt x="87839" y="52552"/>
                  </a:cubicBezTo>
                  <a:cubicBezTo>
                    <a:pt x="91581" y="35815"/>
                    <a:pt x="100631" y="22311"/>
                    <a:pt x="114643" y="12346"/>
                  </a:cubicBezTo>
                  <a:cubicBezTo>
                    <a:pt x="142504" y="-7441"/>
                    <a:pt x="180737" y="-2987"/>
                    <a:pt x="203718" y="22433"/>
                  </a:cubicBezTo>
                  <a:cubicBezTo>
                    <a:pt x="225620" y="46675"/>
                    <a:pt x="228488" y="89036"/>
                    <a:pt x="200789" y="116267"/>
                  </a:cubicBezTo>
                  <a:cubicBezTo>
                    <a:pt x="216916" y="126028"/>
                    <a:pt x="234365" y="134204"/>
                    <a:pt x="249028" y="145877"/>
                  </a:cubicBezTo>
                  <a:cubicBezTo>
                    <a:pt x="288318" y="177175"/>
                    <a:pt x="307313" y="218906"/>
                    <a:pt x="306886" y="269300"/>
                  </a:cubicBezTo>
                  <a:cubicBezTo>
                    <a:pt x="306825" y="279001"/>
                    <a:pt x="302961" y="283434"/>
                    <a:pt x="294907" y="283271"/>
                  </a:cubicBezTo>
                  <a:cubicBezTo>
                    <a:pt x="287159" y="283109"/>
                    <a:pt x="283641" y="278940"/>
                    <a:pt x="283559" y="269443"/>
                  </a:cubicBezTo>
                  <a:cubicBezTo>
                    <a:pt x="283132" y="219699"/>
                    <a:pt x="263182" y="180083"/>
                    <a:pt x="220231" y="154479"/>
                  </a:cubicBezTo>
                  <a:cubicBezTo>
                    <a:pt x="177728" y="129140"/>
                    <a:pt x="133109" y="128550"/>
                    <a:pt x="89893" y="152669"/>
                  </a:cubicBezTo>
                  <a:cubicBezTo>
                    <a:pt x="47125" y="176545"/>
                    <a:pt x="25731" y="214595"/>
                    <a:pt x="23555" y="263484"/>
                  </a:cubicBezTo>
                  <a:cubicBezTo>
                    <a:pt x="23454" y="265762"/>
                    <a:pt x="23596" y="268039"/>
                    <a:pt x="23474" y="270317"/>
                  </a:cubicBezTo>
                  <a:cubicBezTo>
                    <a:pt x="23047" y="277964"/>
                    <a:pt x="18613" y="282356"/>
                    <a:pt x="11536" y="282234"/>
                  </a:cubicBezTo>
                  <a:close/>
                </a:path>
              </a:pathLst>
            </a:custGeom>
            <a:solidFill>
              <a:schemeClr val="bg1"/>
            </a:solidFill>
            <a:ln w="20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F401D2ED-C9CE-3395-965A-4BE83651CD86}"/>
                </a:ext>
              </a:extLst>
            </p:cNvPr>
            <p:cNvSpPr/>
            <p:nvPr/>
          </p:nvSpPr>
          <p:spPr>
            <a:xfrm>
              <a:off x="13375475" y="2744605"/>
              <a:ext cx="564185" cy="562089"/>
            </a:xfrm>
            <a:custGeom>
              <a:avLst/>
              <a:gdLst>
                <a:gd name="connsiteX0" fmla="*/ 281811 w 564185"/>
                <a:gd name="connsiteY0" fmla="*/ 562086 h 562089"/>
                <a:gd name="connsiteX1" fmla="*/ 270199 w 564185"/>
                <a:gd name="connsiteY1" fmla="*/ 549010 h 562089"/>
                <a:gd name="connsiteX2" fmla="*/ 270158 w 564185"/>
                <a:gd name="connsiteY2" fmla="*/ 527595 h 562089"/>
                <a:gd name="connsiteX3" fmla="*/ 35636 w 564185"/>
                <a:gd name="connsiteY3" fmla="*/ 282051 h 562089"/>
                <a:gd name="connsiteX4" fmla="*/ 12370 w 564185"/>
                <a:gd name="connsiteY4" fmla="*/ 282030 h 562089"/>
                <a:gd name="connsiteX5" fmla="*/ 6 w 564185"/>
                <a:gd name="connsiteY5" fmla="*/ 270011 h 562089"/>
                <a:gd name="connsiteX6" fmla="*/ 12411 w 564185"/>
                <a:gd name="connsiteY6" fmla="*/ 258806 h 562089"/>
                <a:gd name="connsiteX7" fmla="*/ 37181 w 564185"/>
                <a:gd name="connsiteY7" fmla="*/ 258765 h 562089"/>
                <a:gd name="connsiteX8" fmla="*/ 270158 w 564185"/>
                <a:gd name="connsiteY8" fmla="*/ 35225 h 562089"/>
                <a:gd name="connsiteX9" fmla="*/ 270158 w 564185"/>
                <a:gd name="connsiteY9" fmla="*/ 15498 h 562089"/>
                <a:gd name="connsiteX10" fmla="*/ 281913 w 564185"/>
                <a:gd name="connsiteY10" fmla="*/ 1 h 562089"/>
                <a:gd name="connsiteX11" fmla="*/ 294013 w 564185"/>
                <a:gd name="connsiteY11" fmla="*/ 15132 h 562089"/>
                <a:gd name="connsiteX12" fmla="*/ 294013 w 564185"/>
                <a:gd name="connsiteY12" fmla="*/ 36485 h 562089"/>
                <a:gd name="connsiteX13" fmla="*/ 452171 w 564185"/>
                <a:gd name="connsiteY13" fmla="*/ 104206 h 562089"/>
                <a:gd name="connsiteX14" fmla="*/ 527905 w 564185"/>
                <a:gd name="connsiteY14" fmla="*/ 258765 h 562089"/>
                <a:gd name="connsiteX15" fmla="*/ 551455 w 564185"/>
                <a:gd name="connsiteY15" fmla="*/ 258785 h 562089"/>
                <a:gd name="connsiteX16" fmla="*/ 564185 w 564185"/>
                <a:gd name="connsiteY16" fmla="*/ 270479 h 562089"/>
                <a:gd name="connsiteX17" fmla="*/ 551333 w 564185"/>
                <a:gd name="connsiteY17" fmla="*/ 282030 h 562089"/>
                <a:gd name="connsiteX18" fmla="*/ 530915 w 564185"/>
                <a:gd name="connsiteY18" fmla="*/ 282071 h 562089"/>
                <a:gd name="connsiteX19" fmla="*/ 294013 w 564185"/>
                <a:gd name="connsiteY19" fmla="*/ 527636 h 562089"/>
                <a:gd name="connsiteX20" fmla="*/ 293972 w 564185"/>
                <a:gd name="connsiteY20" fmla="*/ 548786 h 562089"/>
                <a:gd name="connsiteX21" fmla="*/ 281811 w 564185"/>
                <a:gd name="connsiteY21" fmla="*/ 562086 h 562089"/>
                <a:gd name="connsiteX22" fmla="*/ 213663 w 564185"/>
                <a:gd name="connsiteY22" fmla="*/ 237757 h 562089"/>
                <a:gd name="connsiteX23" fmla="*/ 280204 w 564185"/>
                <a:gd name="connsiteY23" fmla="*/ 310542 h 562089"/>
                <a:gd name="connsiteX24" fmla="*/ 352826 w 564185"/>
                <a:gd name="connsiteY24" fmla="*/ 242597 h 562089"/>
                <a:gd name="connsiteX25" fmla="*/ 284922 w 564185"/>
                <a:gd name="connsiteY25" fmla="*/ 171195 h 562089"/>
                <a:gd name="connsiteX26" fmla="*/ 213663 w 564185"/>
                <a:gd name="connsiteY26" fmla="*/ 237757 h 562089"/>
                <a:gd name="connsiteX27" fmla="*/ 115904 w 564185"/>
                <a:gd name="connsiteY27" fmla="*/ 426868 h 562089"/>
                <a:gd name="connsiteX28" fmla="*/ 269406 w 564185"/>
                <a:gd name="connsiteY28" fmla="*/ 503069 h 562089"/>
                <a:gd name="connsiteX29" fmla="*/ 282401 w 564185"/>
                <a:gd name="connsiteY29" fmla="*/ 479682 h 562089"/>
                <a:gd name="connsiteX30" fmla="*/ 294582 w 564185"/>
                <a:gd name="connsiteY30" fmla="*/ 502317 h 562089"/>
                <a:gd name="connsiteX31" fmla="*/ 450341 w 564185"/>
                <a:gd name="connsiteY31" fmla="*/ 425790 h 562089"/>
                <a:gd name="connsiteX32" fmla="*/ 115904 w 564185"/>
                <a:gd name="connsiteY32" fmla="*/ 426868 h 562089"/>
                <a:gd name="connsiteX33" fmla="*/ 61199 w 564185"/>
                <a:gd name="connsiteY33" fmla="*/ 282010 h 562089"/>
                <a:gd name="connsiteX34" fmla="*/ 100144 w 564185"/>
                <a:gd name="connsiteY34" fmla="*/ 406165 h 562089"/>
                <a:gd name="connsiteX35" fmla="*/ 229302 w 564185"/>
                <a:gd name="connsiteY35" fmla="*/ 317701 h 562089"/>
                <a:gd name="connsiteX36" fmla="*/ 213317 w 564185"/>
                <a:gd name="connsiteY36" fmla="*/ 179737 h 562089"/>
                <a:gd name="connsiteX37" fmla="*/ 343756 w 564185"/>
                <a:gd name="connsiteY37" fmla="*/ 170057 h 562089"/>
                <a:gd name="connsiteX38" fmla="*/ 376193 w 564185"/>
                <a:gd name="connsiteY38" fmla="*/ 233344 h 562089"/>
                <a:gd name="connsiteX39" fmla="*/ 337025 w 564185"/>
                <a:gd name="connsiteY39" fmla="*/ 317721 h 562089"/>
                <a:gd name="connsiteX40" fmla="*/ 466488 w 564185"/>
                <a:gd name="connsiteY40" fmla="*/ 406125 h 562089"/>
                <a:gd name="connsiteX41" fmla="*/ 505107 w 564185"/>
                <a:gd name="connsiteY41" fmla="*/ 282071 h 562089"/>
                <a:gd name="connsiteX42" fmla="*/ 497908 w 564185"/>
                <a:gd name="connsiteY42" fmla="*/ 282071 h 562089"/>
                <a:gd name="connsiteX43" fmla="*/ 491075 w 564185"/>
                <a:gd name="connsiteY43" fmla="*/ 282010 h 562089"/>
                <a:gd name="connsiteX44" fmla="*/ 479544 w 564185"/>
                <a:gd name="connsiteY44" fmla="*/ 270662 h 562089"/>
                <a:gd name="connsiteX45" fmla="*/ 491299 w 564185"/>
                <a:gd name="connsiteY45" fmla="*/ 258806 h 562089"/>
                <a:gd name="connsiteX46" fmla="*/ 503806 w 564185"/>
                <a:gd name="connsiteY46" fmla="*/ 258785 h 562089"/>
                <a:gd name="connsiteX47" fmla="*/ 294359 w 564185"/>
                <a:gd name="connsiteY47" fmla="*/ 61459 h 562089"/>
                <a:gd name="connsiteX48" fmla="*/ 282319 w 564185"/>
                <a:gd name="connsiteY48" fmla="*/ 83361 h 562089"/>
                <a:gd name="connsiteX49" fmla="*/ 269629 w 564185"/>
                <a:gd name="connsiteY49" fmla="*/ 60462 h 562089"/>
                <a:gd name="connsiteX50" fmla="*/ 115437 w 564185"/>
                <a:gd name="connsiteY50" fmla="*/ 137193 h 562089"/>
                <a:gd name="connsiteX51" fmla="*/ 62480 w 564185"/>
                <a:gd name="connsiteY51" fmla="*/ 258806 h 562089"/>
                <a:gd name="connsiteX52" fmla="*/ 73624 w 564185"/>
                <a:gd name="connsiteY52" fmla="*/ 258846 h 562089"/>
                <a:gd name="connsiteX53" fmla="*/ 84606 w 564185"/>
                <a:gd name="connsiteY53" fmla="*/ 270926 h 562089"/>
                <a:gd name="connsiteX54" fmla="*/ 73584 w 564185"/>
                <a:gd name="connsiteY54" fmla="*/ 281969 h 562089"/>
                <a:gd name="connsiteX55" fmla="*/ 61199 w 564185"/>
                <a:gd name="connsiteY55" fmla="*/ 282010 h 56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64185" h="562089">
                  <a:moveTo>
                    <a:pt x="281811" y="562086"/>
                  </a:moveTo>
                  <a:cubicBezTo>
                    <a:pt x="274510" y="561944"/>
                    <a:pt x="270422" y="557511"/>
                    <a:pt x="270199" y="549010"/>
                  </a:cubicBezTo>
                  <a:cubicBezTo>
                    <a:pt x="270016" y="541445"/>
                    <a:pt x="270158" y="533879"/>
                    <a:pt x="270158" y="527595"/>
                  </a:cubicBezTo>
                  <a:cubicBezTo>
                    <a:pt x="128391" y="505856"/>
                    <a:pt x="49607" y="425770"/>
                    <a:pt x="35636" y="282051"/>
                  </a:cubicBezTo>
                  <a:cubicBezTo>
                    <a:pt x="28538" y="282051"/>
                    <a:pt x="20464" y="282193"/>
                    <a:pt x="12370" y="282030"/>
                  </a:cubicBezTo>
                  <a:cubicBezTo>
                    <a:pt x="3992" y="281847"/>
                    <a:pt x="-177" y="277658"/>
                    <a:pt x="6" y="270011"/>
                  </a:cubicBezTo>
                  <a:cubicBezTo>
                    <a:pt x="189" y="262751"/>
                    <a:pt x="4256" y="258948"/>
                    <a:pt x="12411" y="258806"/>
                  </a:cubicBezTo>
                  <a:cubicBezTo>
                    <a:pt x="20749" y="258663"/>
                    <a:pt x="29108" y="258765"/>
                    <a:pt x="37181" y="258765"/>
                  </a:cubicBezTo>
                  <a:cubicBezTo>
                    <a:pt x="60609" y="127939"/>
                    <a:pt x="137685" y="53873"/>
                    <a:pt x="270158" y="35225"/>
                  </a:cubicBezTo>
                  <a:cubicBezTo>
                    <a:pt x="270158" y="29510"/>
                    <a:pt x="270117" y="22514"/>
                    <a:pt x="270158" y="15498"/>
                  </a:cubicBezTo>
                  <a:cubicBezTo>
                    <a:pt x="270219" y="5431"/>
                    <a:pt x="274307" y="123"/>
                    <a:pt x="281913" y="1"/>
                  </a:cubicBezTo>
                  <a:cubicBezTo>
                    <a:pt x="289579" y="-100"/>
                    <a:pt x="293911" y="5269"/>
                    <a:pt x="294013" y="15132"/>
                  </a:cubicBezTo>
                  <a:cubicBezTo>
                    <a:pt x="294074" y="21965"/>
                    <a:pt x="294013" y="28778"/>
                    <a:pt x="294013" y="36485"/>
                  </a:cubicBezTo>
                  <a:cubicBezTo>
                    <a:pt x="354982" y="40248"/>
                    <a:pt x="408041" y="62252"/>
                    <a:pt x="452171" y="104206"/>
                  </a:cubicBezTo>
                  <a:cubicBezTo>
                    <a:pt x="496119" y="146019"/>
                    <a:pt x="520990" y="197552"/>
                    <a:pt x="527905" y="258765"/>
                  </a:cubicBezTo>
                  <a:cubicBezTo>
                    <a:pt x="535897" y="258765"/>
                    <a:pt x="543666" y="258663"/>
                    <a:pt x="551455" y="258785"/>
                  </a:cubicBezTo>
                  <a:cubicBezTo>
                    <a:pt x="559996" y="258928"/>
                    <a:pt x="564206" y="262893"/>
                    <a:pt x="564185" y="270479"/>
                  </a:cubicBezTo>
                  <a:cubicBezTo>
                    <a:pt x="564145" y="278004"/>
                    <a:pt x="559935" y="281868"/>
                    <a:pt x="551333" y="282030"/>
                  </a:cubicBezTo>
                  <a:cubicBezTo>
                    <a:pt x="544255" y="282173"/>
                    <a:pt x="537178" y="282071"/>
                    <a:pt x="530915" y="282071"/>
                  </a:cubicBezTo>
                  <a:cubicBezTo>
                    <a:pt x="515642" y="425546"/>
                    <a:pt x="438017" y="507503"/>
                    <a:pt x="294013" y="527636"/>
                  </a:cubicBezTo>
                  <a:cubicBezTo>
                    <a:pt x="294013" y="534083"/>
                    <a:pt x="294155" y="541445"/>
                    <a:pt x="293972" y="548786"/>
                  </a:cubicBezTo>
                  <a:cubicBezTo>
                    <a:pt x="293749" y="557714"/>
                    <a:pt x="289478" y="562229"/>
                    <a:pt x="281811" y="562086"/>
                  </a:cubicBezTo>
                  <a:close/>
                  <a:moveTo>
                    <a:pt x="213663" y="237757"/>
                  </a:moveTo>
                  <a:cubicBezTo>
                    <a:pt x="212300" y="276356"/>
                    <a:pt x="242032" y="308895"/>
                    <a:pt x="280204" y="310542"/>
                  </a:cubicBezTo>
                  <a:cubicBezTo>
                    <a:pt x="319556" y="312251"/>
                    <a:pt x="351240" y="282600"/>
                    <a:pt x="352826" y="242597"/>
                  </a:cubicBezTo>
                  <a:cubicBezTo>
                    <a:pt x="354331" y="204812"/>
                    <a:pt x="323826" y="172741"/>
                    <a:pt x="284922" y="171195"/>
                  </a:cubicBezTo>
                  <a:cubicBezTo>
                    <a:pt x="247950" y="169731"/>
                    <a:pt x="214985" y="200521"/>
                    <a:pt x="213663" y="237757"/>
                  </a:cubicBezTo>
                  <a:close/>
                  <a:moveTo>
                    <a:pt x="115904" y="426868"/>
                  </a:moveTo>
                  <a:cubicBezTo>
                    <a:pt x="157005" y="472483"/>
                    <a:pt x="208274" y="497314"/>
                    <a:pt x="269406" y="503069"/>
                  </a:cubicBezTo>
                  <a:cubicBezTo>
                    <a:pt x="271846" y="482794"/>
                    <a:pt x="273737" y="479499"/>
                    <a:pt x="282401" y="479682"/>
                  </a:cubicBezTo>
                  <a:cubicBezTo>
                    <a:pt x="290881" y="479865"/>
                    <a:pt x="292610" y="483038"/>
                    <a:pt x="294582" y="502317"/>
                  </a:cubicBezTo>
                  <a:cubicBezTo>
                    <a:pt x="343573" y="505083"/>
                    <a:pt x="426750" y="464084"/>
                    <a:pt x="450341" y="425790"/>
                  </a:cubicBezTo>
                  <a:cubicBezTo>
                    <a:pt x="364500" y="299804"/>
                    <a:pt x="189055" y="311213"/>
                    <a:pt x="115904" y="426868"/>
                  </a:cubicBezTo>
                  <a:close/>
                  <a:moveTo>
                    <a:pt x="61199" y="282010"/>
                  </a:moveTo>
                  <a:cubicBezTo>
                    <a:pt x="62785" y="327544"/>
                    <a:pt x="75312" y="368278"/>
                    <a:pt x="100144" y="406165"/>
                  </a:cubicBezTo>
                  <a:cubicBezTo>
                    <a:pt x="132926" y="361303"/>
                    <a:pt x="175816" y="332221"/>
                    <a:pt x="229302" y="317701"/>
                  </a:cubicBezTo>
                  <a:cubicBezTo>
                    <a:pt x="182121" y="282762"/>
                    <a:pt x="178501" y="218987"/>
                    <a:pt x="213317" y="179737"/>
                  </a:cubicBezTo>
                  <a:cubicBezTo>
                    <a:pt x="247686" y="141016"/>
                    <a:pt x="305096" y="136643"/>
                    <a:pt x="343756" y="170057"/>
                  </a:cubicBezTo>
                  <a:cubicBezTo>
                    <a:pt x="363076" y="186753"/>
                    <a:pt x="374363" y="207923"/>
                    <a:pt x="376193" y="233344"/>
                  </a:cubicBezTo>
                  <a:cubicBezTo>
                    <a:pt x="378715" y="268120"/>
                    <a:pt x="364459" y="295798"/>
                    <a:pt x="337025" y="317721"/>
                  </a:cubicBezTo>
                  <a:cubicBezTo>
                    <a:pt x="390815" y="332241"/>
                    <a:pt x="434112" y="360794"/>
                    <a:pt x="466488" y="406125"/>
                  </a:cubicBezTo>
                  <a:cubicBezTo>
                    <a:pt x="492255" y="367993"/>
                    <a:pt x="505229" y="327381"/>
                    <a:pt x="505107" y="282071"/>
                  </a:cubicBezTo>
                  <a:cubicBezTo>
                    <a:pt x="501955" y="282071"/>
                    <a:pt x="499942" y="282071"/>
                    <a:pt x="497908" y="282071"/>
                  </a:cubicBezTo>
                  <a:cubicBezTo>
                    <a:pt x="495631" y="282071"/>
                    <a:pt x="493353" y="282152"/>
                    <a:pt x="491075" y="282010"/>
                  </a:cubicBezTo>
                  <a:cubicBezTo>
                    <a:pt x="483612" y="281583"/>
                    <a:pt x="479666" y="277658"/>
                    <a:pt x="479544" y="270662"/>
                  </a:cubicBezTo>
                  <a:cubicBezTo>
                    <a:pt x="479422" y="263300"/>
                    <a:pt x="483490" y="259111"/>
                    <a:pt x="491299" y="258806"/>
                  </a:cubicBezTo>
                  <a:cubicBezTo>
                    <a:pt x="495427" y="258643"/>
                    <a:pt x="499576" y="258785"/>
                    <a:pt x="503806" y="258785"/>
                  </a:cubicBezTo>
                  <a:cubicBezTo>
                    <a:pt x="491360" y="139104"/>
                    <a:pt x="386789" y="61418"/>
                    <a:pt x="294359" y="61459"/>
                  </a:cubicBezTo>
                  <a:cubicBezTo>
                    <a:pt x="293362" y="70387"/>
                    <a:pt x="296413" y="83158"/>
                    <a:pt x="282319" y="83361"/>
                  </a:cubicBezTo>
                  <a:cubicBezTo>
                    <a:pt x="267657" y="83544"/>
                    <a:pt x="270910" y="70285"/>
                    <a:pt x="269629" y="60462"/>
                  </a:cubicBezTo>
                  <a:cubicBezTo>
                    <a:pt x="207440" y="65465"/>
                    <a:pt x="156069" y="90723"/>
                    <a:pt x="115437" y="137193"/>
                  </a:cubicBezTo>
                  <a:cubicBezTo>
                    <a:pt x="85155" y="171826"/>
                    <a:pt x="67666" y="212214"/>
                    <a:pt x="62480" y="258806"/>
                  </a:cubicBezTo>
                  <a:cubicBezTo>
                    <a:pt x="67076" y="258806"/>
                    <a:pt x="70371" y="258602"/>
                    <a:pt x="73624" y="258846"/>
                  </a:cubicBezTo>
                  <a:cubicBezTo>
                    <a:pt x="80478" y="259375"/>
                    <a:pt x="84769" y="264215"/>
                    <a:pt x="84606" y="270926"/>
                  </a:cubicBezTo>
                  <a:cubicBezTo>
                    <a:pt x="84444" y="277556"/>
                    <a:pt x="80600" y="281563"/>
                    <a:pt x="73584" y="281969"/>
                  </a:cubicBezTo>
                  <a:cubicBezTo>
                    <a:pt x="69639" y="282213"/>
                    <a:pt x="65673" y="282010"/>
                    <a:pt x="61199" y="282010"/>
                  </a:cubicBezTo>
                  <a:close/>
                </a:path>
              </a:pathLst>
            </a:custGeom>
            <a:solidFill>
              <a:schemeClr val="bg1"/>
            </a:solidFill>
            <a:ln w="20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2C65715D-5230-1D7E-FDAE-8DB233AFF654}"/>
                </a:ext>
              </a:extLst>
            </p:cNvPr>
            <p:cNvSpPr/>
            <p:nvPr/>
          </p:nvSpPr>
          <p:spPr>
            <a:xfrm>
              <a:off x="13279657" y="3217203"/>
              <a:ext cx="306979" cy="283295"/>
            </a:xfrm>
            <a:custGeom>
              <a:avLst/>
              <a:gdLst>
                <a:gd name="connsiteX0" fmla="*/ 109877 w 306979"/>
                <a:gd name="connsiteY0" fmla="*/ 69111 h 283295"/>
                <a:gd name="connsiteX1" fmla="*/ 153946 w 306979"/>
                <a:gd name="connsiteY1" fmla="*/ 112123 h 283295"/>
                <a:gd name="connsiteX2" fmla="*/ 196999 w 306979"/>
                <a:gd name="connsiteY2" fmla="*/ 67891 h 283295"/>
                <a:gd name="connsiteX3" fmla="*/ 153234 w 306979"/>
                <a:gd name="connsiteY3" fmla="*/ 24675 h 283295"/>
                <a:gd name="connsiteX4" fmla="*/ 109877 w 306979"/>
                <a:gd name="connsiteY4" fmla="*/ 69111 h 283295"/>
                <a:gd name="connsiteX5" fmla="*/ 23446 w 306979"/>
                <a:gd name="connsiteY5" fmla="*/ 269874 h 283295"/>
                <a:gd name="connsiteX6" fmla="*/ 11488 w 306979"/>
                <a:gd name="connsiteY6" fmla="*/ 283154 h 283295"/>
                <a:gd name="connsiteX7" fmla="*/ 59 w 306979"/>
                <a:gd name="connsiteY7" fmla="*/ 270139 h 283295"/>
                <a:gd name="connsiteX8" fmla="*/ 98529 w 306979"/>
                <a:gd name="connsiteY8" fmla="*/ 121234 h 283295"/>
                <a:gd name="connsiteX9" fmla="*/ 106806 w 306979"/>
                <a:gd name="connsiteY9" fmla="*/ 117939 h 283295"/>
                <a:gd name="connsiteX10" fmla="*/ 108534 w 306979"/>
                <a:gd name="connsiteY10" fmla="*/ 16419 h 283295"/>
                <a:gd name="connsiteX11" fmla="*/ 199724 w 306979"/>
                <a:gd name="connsiteY11" fmla="*/ 19388 h 283295"/>
                <a:gd name="connsiteX12" fmla="*/ 197995 w 306979"/>
                <a:gd name="connsiteY12" fmla="*/ 117858 h 283295"/>
                <a:gd name="connsiteX13" fmla="*/ 206944 w 306979"/>
                <a:gd name="connsiteY13" fmla="*/ 121417 h 283295"/>
                <a:gd name="connsiteX14" fmla="*/ 306980 w 306979"/>
                <a:gd name="connsiteY14" fmla="*/ 267942 h 283295"/>
                <a:gd name="connsiteX15" fmla="*/ 298377 w 306979"/>
                <a:gd name="connsiteY15" fmla="*/ 282849 h 283295"/>
                <a:gd name="connsiteX16" fmla="*/ 283308 w 306979"/>
                <a:gd name="connsiteY16" fmla="*/ 270566 h 283295"/>
                <a:gd name="connsiteX17" fmla="*/ 275722 w 306979"/>
                <a:gd name="connsiteY17" fmla="*/ 222815 h 283295"/>
                <a:gd name="connsiteX18" fmla="*/ 135969 w 306979"/>
                <a:gd name="connsiteY18" fmla="*/ 136812 h 283295"/>
                <a:gd name="connsiteX19" fmla="*/ 24381 w 306979"/>
                <a:gd name="connsiteY19" fmla="*/ 252405 h 283295"/>
                <a:gd name="connsiteX20" fmla="*/ 23446 w 306979"/>
                <a:gd name="connsiteY20" fmla="*/ 269874 h 28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79" h="283295">
                  <a:moveTo>
                    <a:pt x="109877" y="69111"/>
                  </a:moveTo>
                  <a:cubicBezTo>
                    <a:pt x="110121" y="92986"/>
                    <a:pt x="130051" y="112448"/>
                    <a:pt x="153946" y="112123"/>
                  </a:cubicBezTo>
                  <a:cubicBezTo>
                    <a:pt x="177577" y="111777"/>
                    <a:pt x="197141" y="91685"/>
                    <a:pt x="196999" y="67891"/>
                  </a:cubicBezTo>
                  <a:cubicBezTo>
                    <a:pt x="196836" y="43792"/>
                    <a:pt x="177293" y="24492"/>
                    <a:pt x="153234" y="24675"/>
                  </a:cubicBezTo>
                  <a:cubicBezTo>
                    <a:pt x="128790" y="24879"/>
                    <a:pt x="109633" y="44504"/>
                    <a:pt x="109877" y="69111"/>
                  </a:cubicBezTo>
                  <a:close/>
                  <a:moveTo>
                    <a:pt x="23446" y="269874"/>
                  </a:moveTo>
                  <a:cubicBezTo>
                    <a:pt x="23100" y="279026"/>
                    <a:pt x="19338" y="283276"/>
                    <a:pt x="11488" y="283154"/>
                  </a:cubicBezTo>
                  <a:cubicBezTo>
                    <a:pt x="3923" y="283032"/>
                    <a:pt x="303" y="278904"/>
                    <a:pt x="59" y="270139"/>
                  </a:cubicBezTo>
                  <a:cubicBezTo>
                    <a:pt x="-1731" y="204716"/>
                    <a:pt x="37519" y="145333"/>
                    <a:pt x="98529" y="121234"/>
                  </a:cubicBezTo>
                  <a:cubicBezTo>
                    <a:pt x="101112" y="120217"/>
                    <a:pt x="103674" y="119200"/>
                    <a:pt x="106806" y="117939"/>
                  </a:cubicBezTo>
                  <a:cubicBezTo>
                    <a:pt x="71318" y="78120"/>
                    <a:pt x="84924" y="36857"/>
                    <a:pt x="108534" y="16419"/>
                  </a:cubicBezTo>
                  <a:cubicBezTo>
                    <a:pt x="135053" y="-6542"/>
                    <a:pt x="174608" y="-5301"/>
                    <a:pt x="199724" y="19388"/>
                  </a:cubicBezTo>
                  <a:cubicBezTo>
                    <a:pt x="224067" y="43324"/>
                    <a:pt x="228602" y="86926"/>
                    <a:pt x="197995" y="117858"/>
                  </a:cubicBezTo>
                  <a:cubicBezTo>
                    <a:pt x="201188" y="119139"/>
                    <a:pt x="204056" y="120298"/>
                    <a:pt x="206944" y="121417"/>
                  </a:cubicBezTo>
                  <a:cubicBezTo>
                    <a:pt x="267649" y="144987"/>
                    <a:pt x="307102" y="202804"/>
                    <a:pt x="306980" y="267942"/>
                  </a:cubicBezTo>
                  <a:cubicBezTo>
                    <a:pt x="306959" y="274613"/>
                    <a:pt x="306390" y="280938"/>
                    <a:pt x="298377" y="282849"/>
                  </a:cubicBezTo>
                  <a:cubicBezTo>
                    <a:pt x="289754" y="284883"/>
                    <a:pt x="284447" y="279819"/>
                    <a:pt x="283308" y="270566"/>
                  </a:cubicBezTo>
                  <a:cubicBezTo>
                    <a:pt x="281376" y="254541"/>
                    <a:pt x="280664" y="237946"/>
                    <a:pt x="275722" y="222815"/>
                  </a:cubicBezTo>
                  <a:cubicBezTo>
                    <a:pt x="256606" y="164327"/>
                    <a:pt x="198504" y="129226"/>
                    <a:pt x="135969" y="136812"/>
                  </a:cubicBezTo>
                  <a:cubicBezTo>
                    <a:pt x="77277" y="143909"/>
                    <a:pt x="30116" y="192717"/>
                    <a:pt x="24381" y="252405"/>
                  </a:cubicBezTo>
                  <a:cubicBezTo>
                    <a:pt x="23832" y="258201"/>
                    <a:pt x="23649" y="264058"/>
                    <a:pt x="23446" y="269874"/>
                  </a:cubicBezTo>
                  <a:close/>
                </a:path>
              </a:pathLst>
            </a:custGeom>
            <a:solidFill>
              <a:schemeClr val="bg1"/>
            </a:solidFill>
            <a:ln w="20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  <p:grpSp>
        <p:nvGrpSpPr>
          <p:cNvPr id="24" name="Graphique 40">
            <a:extLst>
              <a:ext uri="{FF2B5EF4-FFF2-40B4-BE49-F238E27FC236}">
                <a16:creationId xmlns:a16="http://schemas.microsoft.com/office/drawing/2014/main" id="{9174C29B-2007-A092-FC77-89AFDFC91EC7}"/>
              </a:ext>
            </a:extLst>
          </p:cNvPr>
          <p:cNvGrpSpPr/>
          <p:nvPr/>
        </p:nvGrpSpPr>
        <p:grpSpPr>
          <a:xfrm>
            <a:off x="6637794" y="3135991"/>
            <a:ext cx="394410" cy="395434"/>
            <a:chOff x="13275587" y="6271982"/>
            <a:chExt cx="788820" cy="790868"/>
          </a:xfrm>
          <a:solidFill>
            <a:schemeClr val="bg1"/>
          </a:solidFill>
        </p:grpSpPr>
        <p:sp>
          <p:nvSpPr>
            <p:cNvPr id="25" name="Forme libre 24">
              <a:extLst>
                <a:ext uri="{FF2B5EF4-FFF2-40B4-BE49-F238E27FC236}">
                  <a16:creationId xmlns:a16="http://schemas.microsoft.com/office/drawing/2014/main" id="{2D4A6E41-3ABE-0A65-1B90-158E932AD2BC}"/>
                </a:ext>
              </a:extLst>
            </p:cNvPr>
            <p:cNvSpPr/>
            <p:nvPr/>
          </p:nvSpPr>
          <p:spPr>
            <a:xfrm>
              <a:off x="13898569" y="6543975"/>
              <a:ext cx="110527" cy="122913"/>
            </a:xfrm>
            <a:custGeom>
              <a:avLst/>
              <a:gdLst>
                <a:gd name="connsiteX0" fmla="*/ 36676 w 110527"/>
                <a:gd name="connsiteY0" fmla="*/ 92751 h 122913"/>
                <a:gd name="connsiteX1" fmla="*/ 69358 w 110527"/>
                <a:gd name="connsiteY1" fmla="*/ 95603 h 122913"/>
                <a:gd name="connsiteX2" fmla="*/ 86354 w 110527"/>
                <a:gd name="connsiteY2" fmla="*/ 62383 h 122913"/>
                <a:gd name="connsiteX3" fmla="*/ 68376 w 110527"/>
                <a:gd name="connsiteY3" fmla="*/ 27668 h 122913"/>
                <a:gd name="connsiteX4" fmla="*/ 28447 w 110527"/>
                <a:gd name="connsiteY4" fmla="*/ 40175 h 122913"/>
                <a:gd name="connsiteX5" fmla="*/ 36676 w 110527"/>
                <a:gd name="connsiteY5" fmla="*/ 92751 h 122913"/>
                <a:gd name="connsiteX6" fmla="*/ 110409 w 110527"/>
                <a:gd name="connsiteY6" fmla="*/ 62664 h 122913"/>
                <a:gd name="connsiteX7" fmla="*/ 27395 w 110527"/>
                <a:gd name="connsiteY7" fmla="*/ 115451 h 122913"/>
                <a:gd name="connsiteX8" fmla="*/ 441 w 110527"/>
                <a:gd name="connsiteY8" fmla="*/ 71220 h 122913"/>
                <a:gd name="connsiteX9" fmla="*/ 16875 w 110527"/>
                <a:gd name="connsiteY9" fmla="*/ 15652 h 122913"/>
                <a:gd name="connsiteX10" fmla="*/ 76395 w 110527"/>
                <a:gd name="connsiteY10" fmla="*/ 4430 h 122913"/>
                <a:gd name="connsiteX11" fmla="*/ 110386 w 110527"/>
                <a:gd name="connsiteY11" fmla="*/ 52448 h 122913"/>
                <a:gd name="connsiteX12" fmla="*/ 110409 w 110527"/>
                <a:gd name="connsiteY12" fmla="*/ 62664 h 122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0527" h="122913">
                  <a:moveTo>
                    <a:pt x="36676" y="92751"/>
                  </a:moveTo>
                  <a:cubicBezTo>
                    <a:pt x="46916" y="100208"/>
                    <a:pt x="58020" y="101401"/>
                    <a:pt x="69358" y="95603"/>
                  </a:cubicBezTo>
                  <a:cubicBezTo>
                    <a:pt x="82870" y="88707"/>
                    <a:pt x="87382" y="76854"/>
                    <a:pt x="86354" y="62383"/>
                  </a:cubicBezTo>
                  <a:cubicBezTo>
                    <a:pt x="87406" y="47118"/>
                    <a:pt x="83034" y="34564"/>
                    <a:pt x="68376" y="27668"/>
                  </a:cubicBezTo>
                  <a:cubicBezTo>
                    <a:pt x="53882" y="20818"/>
                    <a:pt x="36185" y="26522"/>
                    <a:pt x="28447" y="40175"/>
                  </a:cubicBezTo>
                  <a:cubicBezTo>
                    <a:pt x="19400" y="56142"/>
                    <a:pt x="23515" y="83190"/>
                    <a:pt x="36676" y="92751"/>
                  </a:cubicBezTo>
                  <a:close/>
                  <a:moveTo>
                    <a:pt x="110409" y="62664"/>
                  </a:moveTo>
                  <a:cubicBezTo>
                    <a:pt x="112724" y="113791"/>
                    <a:pt x="62181" y="135649"/>
                    <a:pt x="27395" y="115451"/>
                  </a:cubicBezTo>
                  <a:cubicBezTo>
                    <a:pt x="10610" y="105702"/>
                    <a:pt x="1820" y="90507"/>
                    <a:pt x="441" y="71220"/>
                  </a:cubicBezTo>
                  <a:cubicBezTo>
                    <a:pt x="-1032" y="50695"/>
                    <a:pt x="418" y="31034"/>
                    <a:pt x="16875" y="15652"/>
                  </a:cubicBezTo>
                  <a:cubicBezTo>
                    <a:pt x="34455" y="-760"/>
                    <a:pt x="54934" y="-3845"/>
                    <a:pt x="76395" y="4430"/>
                  </a:cubicBezTo>
                  <a:cubicBezTo>
                    <a:pt x="97575" y="12589"/>
                    <a:pt x="108352" y="29842"/>
                    <a:pt x="110386" y="52448"/>
                  </a:cubicBezTo>
                  <a:cubicBezTo>
                    <a:pt x="110690" y="55838"/>
                    <a:pt x="110409" y="59251"/>
                    <a:pt x="110409" y="62664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5" name="Forme libre 54">
              <a:extLst>
                <a:ext uri="{FF2B5EF4-FFF2-40B4-BE49-F238E27FC236}">
                  <a16:creationId xmlns:a16="http://schemas.microsoft.com/office/drawing/2014/main" id="{9045EA7D-7A2C-49D4-04A1-8CBD425FB68C}"/>
                </a:ext>
              </a:extLst>
            </p:cNvPr>
            <p:cNvSpPr/>
            <p:nvPr/>
          </p:nvSpPr>
          <p:spPr>
            <a:xfrm>
              <a:off x="13843240" y="6647386"/>
              <a:ext cx="221167" cy="143774"/>
            </a:xfrm>
            <a:custGeom>
              <a:avLst/>
              <a:gdLst>
                <a:gd name="connsiteX0" fmla="*/ 37419 w 221167"/>
                <a:gd name="connsiteY0" fmla="*/ 0 h 143774"/>
                <a:gd name="connsiteX1" fmla="*/ 51165 w 221167"/>
                <a:gd name="connsiteY1" fmla="*/ 20409 h 143774"/>
                <a:gd name="connsiteX2" fmla="*/ 23977 w 221167"/>
                <a:gd name="connsiteY2" fmla="*/ 62395 h 143774"/>
                <a:gd name="connsiteX3" fmla="*/ 24140 w 221167"/>
                <a:gd name="connsiteY3" fmla="*/ 118338 h 143774"/>
                <a:gd name="connsiteX4" fmla="*/ 49458 w 221167"/>
                <a:gd name="connsiteY4" fmla="*/ 118338 h 143774"/>
                <a:gd name="connsiteX5" fmla="*/ 49458 w 221167"/>
                <a:gd name="connsiteY5" fmla="*/ 101389 h 143774"/>
                <a:gd name="connsiteX6" fmla="*/ 61264 w 221167"/>
                <a:gd name="connsiteY6" fmla="*/ 88765 h 143774"/>
                <a:gd name="connsiteX7" fmla="*/ 73257 w 221167"/>
                <a:gd name="connsiteY7" fmla="*/ 100337 h 143774"/>
                <a:gd name="connsiteX8" fmla="*/ 73397 w 221167"/>
                <a:gd name="connsiteY8" fmla="*/ 118384 h 143774"/>
                <a:gd name="connsiteX9" fmla="*/ 147948 w 221167"/>
                <a:gd name="connsiteY9" fmla="*/ 118384 h 143774"/>
                <a:gd name="connsiteX10" fmla="*/ 147972 w 221167"/>
                <a:gd name="connsiteY10" fmla="*/ 102908 h 143774"/>
                <a:gd name="connsiteX11" fmla="*/ 160596 w 221167"/>
                <a:gd name="connsiteY11" fmla="*/ 88671 h 143774"/>
                <a:gd name="connsiteX12" fmla="*/ 172074 w 221167"/>
                <a:gd name="connsiteY12" fmla="*/ 102885 h 143774"/>
                <a:gd name="connsiteX13" fmla="*/ 172051 w 221167"/>
                <a:gd name="connsiteY13" fmla="*/ 118571 h 143774"/>
                <a:gd name="connsiteX14" fmla="*/ 196597 w 221167"/>
                <a:gd name="connsiteY14" fmla="*/ 118571 h 143774"/>
                <a:gd name="connsiteX15" fmla="*/ 197298 w 221167"/>
                <a:gd name="connsiteY15" fmla="*/ 107935 h 143774"/>
                <a:gd name="connsiteX16" fmla="*/ 197462 w 221167"/>
                <a:gd name="connsiteY16" fmla="*/ 61881 h 143774"/>
                <a:gd name="connsiteX17" fmla="*/ 170017 w 221167"/>
                <a:gd name="connsiteY17" fmla="*/ 20268 h 143774"/>
                <a:gd name="connsiteX18" fmla="*/ 183763 w 221167"/>
                <a:gd name="connsiteY18" fmla="*/ 468 h 143774"/>
                <a:gd name="connsiteX19" fmla="*/ 220816 w 221167"/>
                <a:gd name="connsiteY19" fmla="*/ 46405 h 143774"/>
                <a:gd name="connsiteX20" fmla="*/ 220886 w 221167"/>
                <a:gd name="connsiteY20" fmla="*/ 118034 h 143774"/>
                <a:gd name="connsiteX21" fmla="*/ 198397 w 221167"/>
                <a:gd name="connsiteY21" fmla="*/ 143118 h 143774"/>
                <a:gd name="connsiteX22" fmla="*/ 187199 w 221167"/>
                <a:gd name="connsiteY22" fmla="*/ 143726 h 143774"/>
                <a:gd name="connsiteX23" fmla="*/ 34006 w 221167"/>
                <a:gd name="connsiteY23" fmla="*/ 143749 h 143774"/>
                <a:gd name="connsiteX24" fmla="*/ 85 w 221167"/>
                <a:gd name="connsiteY24" fmla="*/ 109711 h 143774"/>
                <a:gd name="connsiteX25" fmla="*/ 319 w 221167"/>
                <a:gd name="connsiteY25" fmla="*/ 49350 h 143774"/>
                <a:gd name="connsiteX26" fmla="*/ 37419 w 221167"/>
                <a:gd name="connsiteY26" fmla="*/ 0 h 143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167" h="143774">
                  <a:moveTo>
                    <a:pt x="37419" y="0"/>
                  </a:moveTo>
                  <a:cubicBezTo>
                    <a:pt x="42048" y="6896"/>
                    <a:pt x="46373" y="13302"/>
                    <a:pt x="51165" y="20409"/>
                  </a:cubicBezTo>
                  <a:cubicBezTo>
                    <a:pt x="28886" y="26066"/>
                    <a:pt x="22995" y="41636"/>
                    <a:pt x="23977" y="62395"/>
                  </a:cubicBezTo>
                  <a:cubicBezTo>
                    <a:pt x="24842" y="80723"/>
                    <a:pt x="24140" y="99121"/>
                    <a:pt x="24140" y="118338"/>
                  </a:cubicBezTo>
                  <a:cubicBezTo>
                    <a:pt x="32673" y="118338"/>
                    <a:pt x="40271" y="118338"/>
                    <a:pt x="49458" y="118338"/>
                  </a:cubicBezTo>
                  <a:cubicBezTo>
                    <a:pt x="49458" y="112703"/>
                    <a:pt x="49388" y="107046"/>
                    <a:pt x="49458" y="101389"/>
                  </a:cubicBezTo>
                  <a:cubicBezTo>
                    <a:pt x="49552" y="93627"/>
                    <a:pt x="53830" y="88975"/>
                    <a:pt x="61264" y="88765"/>
                  </a:cubicBezTo>
                  <a:cubicBezTo>
                    <a:pt x="68441" y="88531"/>
                    <a:pt x="72485" y="93557"/>
                    <a:pt x="73257" y="100337"/>
                  </a:cubicBezTo>
                  <a:cubicBezTo>
                    <a:pt x="73911" y="106018"/>
                    <a:pt x="73397" y="111839"/>
                    <a:pt x="73397" y="118384"/>
                  </a:cubicBezTo>
                  <a:cubicBezTo>
                    <a:pt x="98177" y="118384"/>
                    <a:pt x="122163" y="118384"/>
                    <a:pt x="147948" y="118384"/>
                  </a:cubicBezTo>
                  <a:cubicBezTo>
                    <a:pt x="147948" y="113452"/>
                    <a:pt x="147785" y="108168"/>
                    <a:pt x="147972" y="102908"/>
                  </a:cubicBezTo>
                  <a:cubicBezTo>
                    <a:pt x="148322" y="94118"/>
                    <a:pt x="153652" y="87853"/>
                    <a:pt x="160596" y="88671"/>
                  </a:cubicBezTo>
                  <a:cubicBezTo>
                    <a:pt x="168684" y="89630"/>
                    <a:pt x="172191" y="94913"/>
                    <a:pt x="172074" y="102885"/>
                  </a:cubicBezTo>
                  <a:cubicBezTo>
                    <a:pt x="171981" y="107911"/>
                    <a:pt x="172051" y="112937"/>
                    <a:pt x="172051" y="118571"/>
                  </a:cubicBezTo>
                  <a:cubicBezTo>
                    <a:pt x="180560" y="118571"/>
                    <a:pt x="187924" y="118571"/>
                    <a:pt x="196597" y="118571"/>
                  </a:cubicBezTo>
                  <a:cubicBezTo>
                    <a:pt x="196831" y="115088"/>
                    <a:pt x="197298" y="111511"/>
                    <a:pt x="197298" y="107935"/>
                  </a:cubicBezTo>
                  <a:cubicBezTo>
                    <a:pt x="197392" y="92575"/>
                    <a:pt x="196854" y="77193"/>
                    <a:pt x="197462" y="61881"/>
                  </a:cubicBezTo>
                  <a:cubicBezTo>
                    <a:pt x="198280" y="41378"/>
                    <a:pt x="192950" y="25318"/>
                    <a:pt x="170017" y="20268"/>
                  </a:cubicBezTo>
                  <a:cubicBezTo>
                    <a:pt x="174949" y="13162"/>
                    <a:pt x="179344" y="6826"/>
                    <a:pt x="183763" y="468"/>
                  </a:cubicBezTo>
                  <a:cubicBezTo>
                    <a:pt x="203423" y="5283"/>
                    <a:pt x="220349" y="25599"/>
                    <a:pt x="220816" y="46405"/>
                  </a:cubicBezTo>
                  <a:cubicBezTo>
                    <a:pt x="221354" y="70273"/>
                    <a:pt x="221190" y="94165"/>
                    <a:pt x="220886" y="118034"/>
                  </a:cubicBezTo>
                  <a:cubicBezTo>
                    <a:pt x="220723" y="131148"/>
                    <a:pt x="211419" y="141131"/>
                    <a:pt x="198397" y="143118"/>
                  </a:cubicBezTo>
                  <a:cubicBezTo>
                    <a:pt x="194727" y="143679"/>
                    <a:pt x="190940" y="143726"/>
                    <a:pt x="187199" y="143726"/>
                  </a:cubicBezTo>
                  <a:cubicBezTo>
                    <a:pt x="136143" y="143772"/>
                    <a:pt x="85086" y="143796"/>
                    <a:pt x="34006" y="143749"/>
                  </a:cubicBezTo>
                  <a:cubicBezTo>
                    <a:pt x="9342" y="143726"/>
                    <a:pt x="132" y="134491"/>
                    <a:pt x="85" y="109711"/>
                  </a:cubicBezTo>
                  <a:cubicBezTo>
                    <a:pt x="61" y="89583"/>
                    <a:pt x="-196" y="69455"/>
                    <a:pt x="319" y="49350"/>
                  </a:cubicBezTo>
                  <a:cubicBezTo>
                    <a:pt x="903" y="26417"/>
                    <a:pt x="14743" y="8276"/>
                    <a:pt x="37419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6" name="Forme libre 55">
              <a:extLst>
                <a:ext uri="{FF2B5EF4-FFF2-40B4-BE49-F238E27FC236}">
                  <a16:creationId xmlns:a16="http://schemas.microsoft.com/office/drawing/2014/main" id="{B0AFCC53-002A-312C-0E09-BC49EF3ABC05}"/>
                </a:ext>
              </a:extLst>
            </p:cNvPr>
            <p:cNvSpPr/>
            <p:nvPr/>
          </p:nvSpPr>
          <p:spPr>
            <a:xfrm>
              <a:off x="13805143" y="6814963"/>
              <a:ext cx="182654" cy="176401"/>
            </a:xfrm>
            <a:custGeom>
              <a:avLst/>
              <a:gdLst>
                <a:gd name="connsiteX0" fmla="*/ 44493 w 182654"/>
                <a:gd name="connsiteY0" fmla="*/ 88174 h 176401"/>
                <a:gd name="connsiteX1" fmla="*/ 63335 w 182654"/>
                <a:gd name="connsiteY1" fmla="*/ 89179 h 176401"/>
                <a:gd name="connsiteX2" fmla="*/ 92604 w 182654"/>
                <a:gd name="connsiteY2" fmla="*/ 88408 h 176401"/>
                <a:gd name="connsiteX3" fmla="*/ 105251 w 182654"/>
                <a:gd name="connsiteY3" fmla="*/ 75036 h 176401"/>
                <a:gd name="connsiteX4" fmla="*/ 104947 w 182654"/>
                <a:gd name="connsiteY4" fmla="*/ 55586 h 176401"/>
                <a:gd name="connsiteX5" fmla="*/ 103381 w 182654"/>
                <a:gd name="connsiteY5" fmla="*/ 26808 h 176401"/>
                <a:gd name="connsiteX6" fmla="*/ 107402 w 182654"/>
                <a:gd name="connsiteY6" fmla="*/ 20917 h 176401"/>
                <a:gd name="connsiteX7" fmla="*/ 145928 w 182654"/>
                <a:gd name="connsiteY7" fmla="*/ 508 h 176401"/>
                <a:gd name="connsiteX8" fmla="*/ 182655 w 182654"/>
                <a:gd name="connsiteY8" fmla="*/ 765 h 176401"/>
                <a:gd name="connsiteX9" fmla="*/ 147658 w 182654"/>
                <a:gd name="connsiteY9" fmla="*/ 22693 h 176401"/>
                <a:gd name="connsiteX10" fmla="*/ 128559 w 182654"/>
                <a:gd name="connsiteY10" fmla="*/ 32255 h 176401"/>
                <a:gd name="connsiteX11" fmla="*/ 123790 w 182654"/>
                <a:gd name="connsiteY11" fmla="*/ 39595 h 176401"/>
                <a:gd name="connsiteX12" fmla="*/ 127460 w 182654"/>
                <a:gd name="connsiteY12" fmla="*/ 45346 h 176401"/>
                <a:gd name="connsiteX13" fmla="*/ 125075 w 182654"/>
                <a:gd name="connsiteY13" fmla="*/ 88875 h 176401"/>
                <a:gd name="connsiteX14" fmla="*/ 107425 w 182654"/>
                <a:gd name="connsiteY14" fmla="*/ 107320 h 176401"/>
                <a:gd name="connsiteX15" fmla="*/ 51483 w 182654"/>
                <a:gd name="connsiteY15" fmla="*/ 113024 h 176401"/>
                <a:gd name="connsiteX16" fmla="*/ 33201 w 182654"/>
                <a:gd name="connsiteY16" fmla="*/ 125274 h 176401"/>
                <a:gd name="connsiteX17" fmla="*/ 122 w 182654"/>
                <a:gd name="connsiteY17" fmla="*/ 176401 h 176401"/>
                <a:gd name="connsiteX18" fmla="*/ 309 w 182654"/>
                <a:gd name="connsiteY18" fmla="*/ 157208 h 176401"/>
                <a:gd name="connsiteX19" fmla="*/ 4424 w 182654"/>
                <a:gd name="connsiteY19" fmla="*/ 150148 h 176401"/>
                <a:gd name="connsiteX20" fmla="*/ 8959 w 182654"/>
                <a:gd name="connsiteY20" fmla="*/ 133386 h 176401"/>
                <a:gd name="connsiteX21" fmla="*/ 18380 w 182654"/>
                <a:gd name="connsiteY21" fmla="*/ 106011 h 176401"/>
                <a:gd name="connsiteX22" fmla="*/ 44493 w 182654"/>
                <a:gd name="connsiteY22" fmla="*/ 88174 h 17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654" h="176401">
                  <a:moveTo>
                    <a:pt x="44493" y="88174"/>
                  </a:moveTo>
                  <a:cubicBezTo>
                    <a:pt x="51459" y="82797"/>
                    <a:pt x="57023" y="83241"/>
                    <a:pt x="63335" y="89179"/>
                  </a:cubicBezTo>
                  <a:cubicBezTo>
                    <a:pt x="77899" y="102902"/>
                    <a:pt x="79022" y="102715"/>
                    <a:pt x="92604" y="88408"/>
                  </a:cubicBezTo>
                  <a:cubicBezTo>
                    <a:pt x="96835" y="83943"/>
                    <a:pt x="100903" y="79361"/>
                    <a:pt x="105251" y="75036"/>
                  </a:cubicBezTo>
                  <a:cubicBezTo>
                    <a:pt x="111984" y="68350"/>
                    <a:pt x="111236" y="62248"/>
                    <a:pt x="104947" y="55586"/>
                  </a:cubicBezTo>
                  <a:cubicBezTo>
                    <a:pt x="92136" y="41956"/>
                    <a:pt x="92277" y="41816"/>
                    <a:pt x="103381" y="26808"/>
                  </a:cubicBezTo>
                  <a:cubicBezTo>
                    <a:pt x="104784" y="24891"/>
                    <a:pt x="106607" y="23091"/>
                    <a:pt x="107402" y="20917"/>
                  </a:cubicBezTo>
                  <a:cubicBezTo>
                    <a:pt x="114228" y="2518"/>
                    <a:pt x="127881" y="-1619"/>
                    <a:pt x="145928" y="508"/>
                  </a:cubicBezTo>
                  <a:cubicBezTo>
                    <a:pt x="157594" y="1887"/>
                    <a:pt x="169540" y="765"/>
                    <a:pt x="182655" y="765"/>
                  </a:cubicBezTo>
                  <a:cubicBezTo>
                    <a:pt x="175197" y="16685"/>
                    <a:pt x="162784" y="25358"/>
                    <a:pt x="147658" y="22693"/>
                  </a:cubicBezTo>
                  <a:cubicBezTo>
                    <a:pt x="137372" y="20846"/>
                    <a:pt x="132650" y="24400"/>
                    <a:pt x="128559" y="32255"/>
                  </a:cubicBezTo>
                  <a:cubicBezTo>
                    <a:pt x="127320" y="34663"/>
                    <a:pt x="125613" y="36813"/>
                    <a:pt x="123790" y="39595"/>
                  </a:cubicBezTo>
                  <a:cubicBezTo>
                    <a:pt x="124982" y="41489"/>
                    <a:pt x="126198" y="43429"/>
                    <a:pt x="127460" y="45346"/>
                  </a:cubicBezTo>
                  <a:cubicBezTo>
                    <a:pt x="136811" y="59840"/>
                    <a:pt x="136203" y="75503"/>
                    <a:pt x="125075" y="88875"/>
                  </a:cubicBezTo>
                  <a:cubicBezTo>
                    <a:pt x="119652" y="95398"/>
                    <a:pt x="113387" y="101242"/>
                    <a:pt x="107425" y="107320"/>
                  </a:cubicBezTo>
                  <a:cubicBezTo>
                    <a:pt x="88162" y="126864"/>
                    <a:pt x="74369" y="128313"/>
                    <a:pt x="51483" y="113024"/>
                  </a:cubicBezTo>
                  <a:cubicBezTo>
                    <a:pt x="45405" y="117092"/>
                    <a:pt x="39233" y="121230"/>
                    <a:pt x="33201" y="125274"/>
                  </a:cubicBezTo>
                  <a:cubicBezTo>
                    <a:pt x="37386" y="154894"/>
                    <a:pt x="27287" y="170814"/>
                    <a:pt x="122" y="176401"/>
                  </a:cubicBezTo>
                  <a:cubicBezTo>
                    <a:pt x="122" y="169879"/>
                    <a:pt x="-252" y="163497"/>
                    <a:pt x="309" y="157208"/>
                  </a:cubicBezTo>
                  <a:cubicBezTo>
                    <a:pt x="543" y="154683"/>
                    <a:pt x="2343" y="151457"/>
                    <a:pt x="4424" y="150148"/>
                  </a:cubicBezTo>
                  <a:cubicBezTo>
                    <a:pt x="11343" y="145753"/>
                    <a:pt x="11600" y="140283"/>
                    <a:pt x="8959" y="133386"/>
                  </a:cubicBezTo>
                  <a:cubicBezTo>
                    <a:pt x="2226" y="115643"/>
                    <a:pt x="2460" y="115783"/>
                    <a:pt x="18380" y="106011"/>
                  </a:cubicBezTo>
                  <a:cubicBezTo>
                    <a:pt x="27357" y="100494"/>
                    <a:pt x="36147" y="94579"/>
                    <a:pt x="44493" y="88174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7" name="Forme libre 56">
              <a:extLst>
                <a:ext uri="{FF2B5EF4-FFF2-40B4-BE49-F238E27FC236}">
                  <a16:creationId xmlns:a16="http://schemas.microsoft.com/office/drawing/2014/main" id="{C4FBDA2B-498F-28D1-FD8A-BE793D22EBE5}"/>
                </a:ext>
              </a:extLst>
            </p:cNvPr>
            <p:cNvSpPr/>
            <p:nvPr/>
          </p:nvSpPr>
          <p:spPr>
            <a:xfrm>
              <a:off x="13749674" y="6333057"/>
              <a:ext cx="242402" cy="194752"/>
            </a:xfrm>
            <a:custGeom>
              <a:avLst/>
              <a:gdLst>
                <a:gd name="connsiteX0" fmla="*/ 0 w 242402"/>
                <a:gd name="connsiteY0" fmla="*/ 16194 h 194752"/>
                <a:gd name="connsiteX1" fmla="*/ 37428 w 242402"/>
                <a:gd name="connsiteY1" fmla="*/ 1770 h 194752"/>
                <a:gd name="connsiteX2" fmla="*/ 72985 w 242402"/>
                <a:gd name="connsiteY2" fmla="*/ 17106 h 194752"/>
                <a:gd name="connsiteX3" fmla="*/ 90331 w 242402"/>
                <a:gd name="connsiteY3" fmla="*/ 49087 h 194752"/>
                <a:gd name="connsiteX4" fmla="*/ 102207 w 242402"/>
                <a:gd name="connsiteY4" fmla="*/ 71155 h 194752"/>
                <a:gd name="connsiteX5" fmla="*/ 107350 w 242402"/>
                <a:gd name="connsiteY5" fmla="*/ 74218 h 194752"/>
                <a:gd name="connsiteX6" fmla="*/ 165607 w 242402"/>
                <a:gd name="connsiteY6" fmla="*/ 82096 h 194752"/>
                <a:gd name="connsiteX7" fmla="*/ 174210 w 242402"/>
                <a:gd name="connsiteY7" fmla="*/ 90839 h 194752"/>
                <a:gd name="connsiteX8" fmla="*/ 180429 w 242402"/>
                <a:gd name="connsiteY8" fmla="*/ 147132 h 194752"/>
                <a:gd name="connsiteX9" fmla="*/ 189148 w 242402"/>
                <a:gd name="connsiteY9" fmla="*/ 159920 h 194752"/>
                <a:gd name="connsiteX10" fmla="*/ 199855 w 242402"/>
                <a:gd name="connsiteY10" fmla="*/ 163988 h 194752"/>
                <a:gd name="connsiteX11" fmla="*/ 242403 w 242402"/>
                <a:gd name="connsiteY11" fmla="*/ 194753 h 194752"/>
                <a:gd name="connsiteX12" fmla="*/ 183608 w 242402"/>
                <a:gd name="connsiteY12" fmla="*/ 188698 h 194752"/>
                <a:gd name="connsiteX13" fmla="*/ 176454 w 242402"/>
                <a:gd name="connsiteY13" fmla="*/ 185121 h 194752"/>
                <a:gd name="connsiteX14" fmla="*/ 154526 w 242402"/>
                <a:gd name="connsiteY14" fmla="*/ 151925 h 194752"/>
                <a:gd name="connsiteX15" fmla="*/ 154900 w 242402"/>
                <a:gd name="connsiteY15" fmla="*/ 138296 h 194752"/>
                <a:gd name="connsiteX16" fmla="*/ 163012 w 242402"/>
                <a:gd name="connsiteY16" fmla="*/ 129248 h 194752"/>
                <a:gd name="connsiteX17" fmla="*/ 163199 w 242402"/>
                <a:gd name="connsiteY17" fmla="*/ 112884 h 194752"/>
                <a:gd name="connsiteX18" fmla="*/ 142136 w 242402"/>
                <a:gd name="connsiteY18" fmla="*/ 92055 h 194752"/>
                <a:gd name="connsiteX19" fmla="*/ 124182 w 242402"/>
                <a:gd name="connsiteY19" fmla="*/ 93270 h 194752"/>
                <a:gd name="connsiteX20" fmla="*/ 95404 w 242402"/>
                <a:gd name="connsiteY20" fmla="*/ 95257 h 194752"/>
                <a:gd name="connsiteX21" fmla="*/ 69735 w 242402"/>
                <a:gd name="connsiteY21" fmla="*/ 78542 h 194752"/>
                <a:gd name="connsiteX22" fmla="*/ 62862 w 242402"/>
                <a:gd name="connsiteY22" fmla="*/ 58975 h 194752"/>
                <a:gd name="connsiteX23" fmla="*/ 52343 w 242402"/>
                <a:gd name="connsiteY23" fmla="*/ 34078 h 194752"/>
                <a:gd name="connsiteX24" fmla="*/ 5891 w 242402"/>
                <a:gd name="connsiteY24" fmla="*/ 19093 h 194752"/>
                <a:gd name="connsiteX25" fmla="*/ 0 w 242402"/>
                <a:gd name="connsiteY25" fmla="*/ 16194 h 19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2402" h="194752">
                  <a:moveTo>
                    <a:pt x="0" y="16194"/>
                  </a:moveTo>
                  <a:cubicBezTo>
                    <a:pt x="7130" y="2916"/>
                    <a:pt x="22863" y="-3326"/>
                    <a:pt x="37428" y="1770"/>
                  </a:cubicBezTo>
                  <a:cubicBezTo>
                    <a:pt x="49584" y="6025"/>
                    <a:pt x="61483" y="11285"/>
                    <a:pt x="72985" y="17106"/>
                  </a:cubicBezTo>
                  <a:cubicBezTo>
                    <a:pt x="85796" y="23582"/>
                    <a:pt x="92833" y="35574"/>
                    <a:pt x="90331" y="49087"/>
                  </a:cubicBezTo>
                  <a:cubicBezTo>
                    <a:pt x="88040" y="61477"/>
                    <a:pt x="93300" y="66480"/>
                    <a:pt x="102207" y="71155"/>
                  </a:cubicBezTo>
                  <a:cubicBezTo>
                    <a:pt x="103984" y="72114"/>
                    <a:pt x="105690" y="73236"/>
                    <a:pt x="107350" y="74218"/>
                  </a:cubicBezTo>
                  <a:cubicBezTo>
                    <a:pt x="129348" y="58671"/>
                    <a:pt x="146180" y="60682"/>
                    <a:pt x="165607" y="82096"/>
                  </a:cubicBezTo>
                  <a:cubicBezTo>
                    <a:pt x="168342" y="85112"/>
                    <a:pt x="171335" y="87917"/>
                    <a:pt x="174210" y="90839"/>
                  </a:cubicBezTo>
                  <a:cubicBezTo>
                    <a:pt x="193123" y="109962"/>
                    <a:pt x="194759" y="123427"/>
                    <a:pt x="180429" y="147132"/>
                  </a:cubicBezTo>
                  <a:cubicBezTo>
                    <a:pt x="183094" y="151200"/>
                    <a:pt x="185408" y="156296"/>
                    <a:pt x="189148" y="159920"/>
                  </a:cubicBezTo>
                  <a:cubicBezTo>
                    <a:pt x="191720" y="162398"/>
                    <a:pt x="196489" y="164479"/>
                    <a:pt x="199855" y="163988"/>
                  </a:cubicBezTo>
                  <a:cubicBezTo>
                    <a:pt x="220545" y="160855"/>
                    <a:pt x="238148" y="172871"/>
                    <a:pt x="242403" y="194753"/>
                  </a:cubicBezTo>
                  <a:cubicBezTo>
                    <a:pt x="223233" y="185472"/>
                    <a:pt x="203759" y="183859"/>
                    <a:pt x="183608" y="188698"/>
                  </a:cubicBezTo>
                  <a:cubicBezTo>
                    <a:pt x="181574" y="189189"/>
                    <a:pt x="177857" y="187108"/>
                    <a:pt x="176454" y="185121"/>
                  </a:cubicBezTo>
                  <a:cubicBezTo>
                    <a:pt x="168786" y="174297"/>
                    <a:pt x="161048" y="163450"/>
                    <a:pt x="154526" y="151925"/>
                  </a:cubicBezTo>
                  <a:cubicBezTo>
                    <a:pt x="152586" y="148465"/>
                    <a:pt x="153427" y="142457"/>
                    <a:pt x="154900" y="138296"/>
                  </a:cubicBezTo>
                  <a:cubicBezTo>
                    <a:pt x="156186" y="134766"/>
                    <a:pt x="160184" y="132217"/>
                    <a:pt x="163012" y="129248"/>
                  </a:cubicBezTo>
                  <a:cubicBezTo>
                    <a:pt x="168179" y="123848"/>
                    <a:pt x="168132" y="118121"/>
                    <a:pt x="163199" y="112884"/>
                  </a:cubicBezTo>
                  <a:cubicBezTo>
                    <a:pt x="156443" y="105707"/>
                    <a:pt x="149336" y="98787"/>
                    <a:pt x="142136" y="92055"/>
                  </a:cubicBezTo>
                  <a:cubicBezTo>
                    <a:pt x="135894" y="86210"/>
                    <a:pt x="130050" y="87870"/>
                    <a:pt x="124182" y="93270"/>
                  </a:cubicBezTo>
                  <a:cubicBezTo>
                    <a:pt x="110366" y="105941"/>
                    <a:pt x="110366" y="105731"/>
                    <a:pt x="95404" y="95257"/>
                  </a:cubicBezTo>
                  <a:cubicBezTo>
                    <a:pt x="87035" y="89390"/>
                    <a:pt x="78525" y="83732"/>
                    <a:pt x="69735" y="78542"/>
                  </a:cubicBezTo>
                  <a:cubicBezTo>
                    <a:pt x="61623" y="73773"/>
                    <a:pt x="59192" y="67999"/>
                    <a:pt x="62862" y="58975"/>
                  </a:cubicBezTo>
                  <a:cubicBezTo>
                    <a:pt x="69548" y="42541"/>
                    <a:pt x="68754" y="40156"/>
                    <a:pt x="52343" y="34078"/>
                  </a:cubicBezTo>
                  <a:cubicBezTo>
                    <a:pt x="37124" y="28397"/>
                    <a:pt x="21367" y="24096"/>
                    <a:pt x="5891" y="19093"/>
                  </a:cubicBezTo>
                  <a:cubicBezTo>
                    <a:pt x="4021" y="18485"/>
                    <a:pt x="2314" y="17340"/>
                    <a:pt x="0" y="16194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0" name="Forme libre 59">
              <a:extLst>
                <a:ext uri="{FF2B5EF4-FFF2-40B4-BE49-F238E27FC236}">
                  <a16:creationId xmlns:a16="http://schemas.microsoft.com/office/drawing/2014/main" id="{73E8A09B-D164-FA2C-D029-06411AB84484}"/>
                </a:ext>
              </a:extLst>
            </p:cNvPr>
            <p:cNvSpPr/>
            <p:nvPr/>
          </p:nvSpPr>
          <p:spPr>
            <a:xfrm>
              <a:off x="13614422" y="6816591"/>
              <a:ext cx="110897" cy="122759"/>
            </a:xfrm>
            <a:custGeom>
              <a:avLst/>
              <a:gdLst>
                <a:gd name="connsiteX0" fmla="*/ 37066 w 110897"/>
                <a:gd name="connsiteY0" fmla="*/ 92694 h 122759"/>
                <a:gd name="connsiteX1" fmla="*/ 68696 w 110897"/>
                <a:gd name="connsiteY1" fmla="*/ 95733 h 122759"/>
                <a:gd name="connsiteX2" fmla="*/ 86486 w 110897"/>
                <a:gd name="connsiteY2" fmla="*/ 63285 h 122759"/>
                <a:gd name="connsiteX3" fmla="*/ 62431 w 110897"/>
                <a:gd name="connsiteY3" fmla="*/ 24759 h 122759"/>
                <a:gd name="connsiteX4" fmla="*/ 26990 w 110897"/>
                <a:gd name="connsiteY4" fmla="*/ 42199 h 122759"/>
                <a:gd name="connsiteX5" fmla="*/ 37066 w 110897"/>
                <a:gd name="connsiteY5" fmla="*/ 92694 h 122759"/>
                <a:gd name="connsiteX6" fmla="*/ 84733 w 110897"/>
                <a:gd name="connsiteY6" fmla="*/ 114015 h 122759"/>
                <a:gd name="connsiteX7" fmla="*/ 24232 w 110897"/>
                <a:gd name="connsiteY7" fmla="*/ 112963 h 122759"/>
                <a:gd name="connsiteX8" fmla="*/ 316 w 110897"/>
                <a:gd name="connsiteY8" fmla="*/ 61158 h 122759"/>
                <a:gd name="connsiteX9" fmla="*/ 77205 w 110897"/>
                <a:gd name="connsiteY9" fmla="*/ 4467 h 122759"/>
                <a:gd name="connsiteX10" fmla="*/ 110285 w 110897"/>
                <a:gd name="connsiteY10" fmla="*/ 50918 h 122759"/>
                <a:gd name="connsiteX11" fmla="*/ 84733 w 110897"/>
                <a:gd name="connsiteY11" fmla="*/ 114015 h 12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897" h="122759">
                  <a:moveTo>
                    <a:pt x="37066" y="92694"/>
                  </a:moveTo>
                  <a:cubicBezTo>
                    <a:pt x="46885" y="99497"/>
                    <a:pt x="57592" y="101391"/>
                    <a:pt x="68696" y="95733"/>
                  </a:cubicBezTo>
                  <a:cubicBezTo>
                    <a:pt x="82489" y="88720"/>
                    <a:pt x="87562" y="76961"/>
                    <a:pt x="86486" y="63285"/>
                  </a:cubicBezTo>
                  <a:cubicBezTo>
                    <a:pt x="86533" y="40586"/>
                    <a:pt x="78421" y="28008"/>
                    <a:pt x="62431" y="24759"/>
                  </a:cubicBezTo>
                  <a:cubicBezTo>
                    <a:pt x="47446" y="21720"/>
                    <a:pt x="32905" y="28873"/>
                    <a:pt x="26990" y="42199"/>
                  </a:cubicBezTo>
                  <a:cubicBezTo>
                    <a:pt x="19603" y="58867"/>
                    <a:pt x="24395" y="83904"/>
                    <a:pt x="37066" y="92694"/>
                  </a:cubicBezTo>
                  <a:close/>
                  <a:moveTo>
                    <a:pt x="84733" y="114015"/>
                  </a:moveTo>
                  <a:cubicBezTo>
                    <a:pt x="64675" y="125844"/>
                    <a:pt x="43892" y="125844"/>
                    <a:pt x="24232" y="112963"/>
                  </a:cubicBezTo>
                  <a:cubicBezTo>
                    <a:pt x="5740" y="100830"/>
                    <a:pt x="-712" y="82455"/>
                    <a:pt x="316" y="61158"/>
                  </a:cubicBezTo>
                  <a:cubicBezTo>
                    <a:pt x="-3915" y="20644"/>
                    <a:pt x="34962" y="-12295"/>
                    <a:pt x="77205" y="4467"/>
                  </a:cubicBezTo>
                  <a:cubicBezTo>
                    <a:pt x="97778" y="12626"/>
                    <a:pt x="108274" y="29318"/>
                    <a:pt x="110285" y="50918"/>
                  </a:cubicBezTo>
                  <a:cubicBezTo>
                    <a:pt x="112646" y="76143"/>
                    <a:pt x="108999" y="99731"/>
                    <a:pt x="84733" y="114015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2" name="Forme libre 61">
              <a:extLst>
                <a:ext uri="{FF2B5EF4-FFF2-40B4-BE49-F238E27FC236}">
                  <a16:creationId xmlns:a16="http://schemas.microsoft.com/office/drawing/2014/main" id="{D937E464-89A6-08B9-B2EC-E46B6FE87103}"/>
                </a:ext>
              </a:extLst>
            </p:cNvPr>
            <p:cNvSpPr/>
            <p:nvPr/>
          </p:nvSpPr>
          <p:spPr>
            <a:xfrm>
              <a:off x="13614746" y="6271982"/>
              <a:ext cx="110513" cy="122772"/>
            </a:xfrm>
            <a:custGeom>
              <a:avLst/>
              <a:gdLst>
                <a:gd name="connsiteX0" fmla="*/ 45041 w 110513"/>
                <a:gd name="connsiteY0" fmla="*/ 97093 h 122772"/>
                <a:gd name="connsiteX1" fmla="*/ 86162 w 110513"/>
                <a:gd name="connsiteY1" fmla="*/ 61583 h 122772"/>
                <a:gd name="connsiteX2" fmla="*/ 59278 w 110513"/>
                <a:gd name="connsiteY2" fmla="*/ 24716 h 122772"/>
                <a:gd name="connsiteX3" fmla="*/ 24702 w 110513"/>
                <a:gd name="connsiteY3" fmla="*/ 48187 h 122772"/>
                <a:gd name="connsiteX4" fmla="*/ 45041 w 110513"/>
                <a:gd name="connsiteY4" fmla="*/ 97093 h 122772"/>
                <a:gd name="connsiteX5" fmla="*/ 15 w 110513"/>
                <a:gd name="connsiteY5" fmla="*/ 60671 h 122772"/>
                <a:gd name="connsiteX6" fmla="*/ 38355 w 110513"/>
                <a:gd name="connsiteY6" fmla="*/ 2437 h 122772"/>
                <a:gd name="connsiteX7" fmla="*/ 109820 w 110513"/>
                <a:gd name="connsiteY7" fmla="*/ 49800 h 122772"/>
                <a:gd name="connsiteX8" fmla="*/ 109282 w 110513"/>
                <a:gd name="connsiteY8" fmla="*/ 77316 h 122772"/>
                <a:gd name="connsiteX9" fmla="*/ 52381 w 110513"/>
                <a:gd name="connsiteY9" fmla="*/ 122598 h 122772"/>
                <a:gd name="connsiteX10" fmla="*/ 39 w 110513"/>
                <a:gd name="connsiteY10" fmla="*/ 67848 h 122772"/>
                <a:gd name="connsiteX11" fmla="*/ 15 w 110513"/>
                <a:gd name="connsiteY11" fmla="*/ 60671 h 122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513" h="122772">
                  <a:moveTo>
                    <a:pt x="45041" y="97093"/>
                  </a:moveTo>
                  <a:cubicBezTo>
                    <a:pt x="64795" y="104340"/>
                    <a:pt x="89178" y="88257"/>
                    <a:pt x="86162" y="61583"/>
                  </a:cubicBezTo>
                  <a:cubicBezTo>
                    <a:pt x="86185" y="39818"/>
                    <a:pt x="76437" y="26469"/>
                    <a:pt x="59278" y="24716"/>
                  </a:cubicBezTo>
                  <a:cubicBezTo>
                    <a:pt x="42633" y="23033"/>
                    <a:pt x="28139" y="32875"/>
                    <a:pt x="24702" y="48187"/>
                  </a:cubicBezTo>
                  <a:cubicBezTo>
                    <a:pt x="19442" y="71635"/>
                    <a:pt x="27835" y="90781"/>
                    <a:pt x="45041" y="97093"/>
                  </a:cubicBezTo>
                  <a:close/>
                  <a:moveTo>
                    <a:pt x="15" y="60671"/>
                  </a:moveTo>
                  <a:cubicBezTo>
                    <a:pt x="-31" y="30537"/>
                    <a:pt x="13621" y="9778"/>
                    <a:pt x="38355" y="2437"/>
                  </a:cubicBezTo>
                  <a:cubicBezTo>
                    <a:pt x="72252" y="-7638"/>
                    <a:pt x="106173" y="14570"/>
                    <a:pt x="109820" y="49800"/>
                  </a:cubicBezTo>
                  <a:cubicBezTo>
                    <a:pt x="110778" y="58871"/>
                    <a:pt x="110872" y="68386"/>
                    <a:pt x="109282" y="77316"/>
                  </a:cubicBezTo>
                  <a:cubicBezTo>
                    <a:pt x="104209" y="105579"/>
                    <a:pt x="79476" y="124819"/>
                    <a:pt x="52381" y="122598"/>
                  </a:cubicBezTo>
                  <a:cubicBezTo>
                    <a:pt x="21616" y="120097"/>
                    <a:pt x="740" y="98262"/>
                    <a:pt x="39" y="67848"/>
                  </a:cubicBezTo>
                  <a:cubicBezTo>
                    <a:pt x="-31" y="65463"/>
                    <a:pt x="15" y="63079"/>
                    <a:pt x="15" y="60671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7" name="Forme libre 66">
              <a:extLst>
                <a:ext uri="{FF2B5EF4-FFF2-40B4-BE49-F238E27FC236}">
                  <a16:creationId xmlns:a16="http://schemas.microsoft.com/office/drawing/2014/main" id="{F218305E-F196-4F10-5274-DFC049AD40E0}"/>
                </a:ext>
              </a:extLst>
            </p:cNvPr>
            <p:cNvSpPr/>
            <p:nvPr/>
          </p:nvSpPr>
          <p:spPr>
            <a:xfrm>
              <a:off x="13540948" y="6538961"/>
              <a:ext cx="257802" cy="257389"/>
            </a:xfrm>
            <a:custGeom>
              <a:avLst/>
              <a:gdLst>
                <a:gd name="connsiteX0" fmla="*/ 127769 w 257802"/>
                <a:gd name="connsiteY0" fmla="*/ 257388 h 257389"/>
                <a:gd name="connsiteX1" fmla="*/ 117389 w 257802"/>
                <a:gd name="connsiteY1" fmla="*/ 247522 h 257389"/>
                <a:gd name="connsiteX2" fmla="*/ 101142 w 257802"/>
                <a:gd name="connsiteY2" fmla="*/ 218744 h 257389"/>
                <a:gd name="connsiteX3" fmla="*/ 85339 w 257802"/>
                <a:gd name="connsiteY3" fmla="*/ 212175 h 257389"/>
                <a:gd name="connsiteX4" fmla="*/ 45760 w 257802"/>
                <a:gd name="connsiteY4" fmla="*/ 171826 h 257389"/>
                <a:gd name="connsiteX5" fmla="*/ 39565 w 257802"/>
                <a:gd name="connsiteY5" fmla="*/ 156817 h 257389"/>
                <a:gd name="connsiteX6" fmla="*/ 29373 w 257802"/>
                <a:gd name="connsiteY6" fmla="*/ 140757 h 257389"/>
                <a:gd name="connsiteX7" fmla="*/ 11793 w 257802"/>
                <a:gd name="connsiteY7" fmla="*/ 140710 h 257389"/>
                <a:gd name="connsiteX8" fmla="*/ 10 w 257802"/>
                <a:gd name="connsiteY8" fmla="*/ 129185 h 257389"/>
                <a:gd name="connsiteX9" fmla="*/ 11886 w 257802"/>
                <a:gd name="connsiteY9" fmla="*/ 116748 h 257389"/>
                <a:gd name="connsiteX10" fmla="*/ 28227 w 257802"/>
                <a:gd name="connsiteY10" fmla="*/ 116678 h 257389"/>
                <a:gd name="connsiteX11" fmla="*/ 43586 w 257802"/>
                <a:gd name="connsiteY11" fmla="*/ 95918 h 257389"/>
                <a:gd name="connsiteX12" fmla="*/ 45316 w 257802"/>
                <a:gd name="connsiteY12" fmla="*/ 88484 h 257389"/>
                <a:gd name="connsiteX13" fmla="*/ 89453 w 257802"/>
                <a:gd name="connsiteY13" fmla="*/ 45002 h 257389"/>
                <a:gd name="connsiteX14" fmla="*/ 100207 w 257802"/>
                <a:gd name="connsiteY14" fmla="*/ 39345 h 257389"/>
                <a:gd name="connsiteX15" fmla="*/ 117600 w 257802"/>
                <a:gd name="connsiteY15" fmla="*/ 9749 h 257389"/>
                <a:gd name="connsiteX16" fmla="*/ 128798 w 257802"/>
                <a:gd name="connsiteY16" fmla="*/ 0 h 257389"/>
                <a:gd name="connsiteX17" fmla="*/ 140183 w 257802"/>
                <a:gd name="connsiteY17" fmla="*/ 9562 h 257389"/>
                <a:gd name="connsiteX18" fmla="*/ 157272 w 257802"/>
                <a:gd name="connsiteY18" fmla="*/ 39672 h 257389"/>
                <a:gd name="connsiteX19" fmla="*/ 172280 w 257802"/>
                <a:gd name="connsiteY19" fmla="*/ 45306 h 257389"/>
                <a:gd name="connsiteX20" fmla="*/ 212069 w 257802"/>
                <a:gd name="connsiteY20" fmla="*/ 85492 h 257389"/>
                <a:gd name="connsiteX21" fmla="*/ 218334 w 257802"/>
                <a:gd name="connsiteY21" fmla="*/ 100407 h 257389"/>
                <a:gd name="connsiteX22" fmla="*/ 228433 w 257802"/>
                <a:gd name="connsiteY22" fmla="*/ 116678 h 257389"/>
                <a:gd name="connsiteX23" fmla="*/ 245966 w 257802"/>
                <a:gd name="connsiteY23" fmla="*/ 116725 h 257389"/>
                <a:gd name="connsiteX24" fmla="*/ 257795 w 257802"/>
                <a:gd name="connsiteY24" fmla="*/ 129232 h 257389"/>
                <a:gd name="connsiteX25" fmla="*/ 245966 w 257802"/>
                <a:gd name="connsiteY25" fmla="*/ 140687 h 257389"/>
                <a:gd name="connsiteX26" fmla="*/ 229415 w 257802"/>
                <a:gd name="connsiteY26" fmla="*/ 140757 h 257389"/>
                <a:gd name="connsiteX27" fmla="*/ 214804 w 257802"/>
                <a:gd name="connsiteY27" fmla="*/ 160721 h 257389"/>
                <a:gd name="connsiteX28" fmla="*/ 212536 w 257802"/>
                <a:gd name="connsiteY28" fmla="*/ 168903 h 257389"/>
                <a:gd name="connsiteX29" fmla="*/ 170550 w 257802"/>
                <a:gd name="connsiteY29" fmla="*/ 212666 h 257389"/>
                <a:gd name="connsiteX30" fmla="*/ 158394 w 257802"/>
                <a:gd name="connsiteY30" fmla="*/ 217505 h 257389"/>
                <a:gd name="connsiteX31" fmla="*/ 140042 w 257802"/>
                <a:gd name="connsiteY31" fmla="*/ 248691 h 257389"/>
                <a:gd name="connsiteX32" fmla="*/ 127769 w 257802"/>
                <a:gd name="connsiteY32" fmla="*/ 257388 h 257389"/>
                <a:gd name="connsiteX33" fmla="*/ 55158 w 257802"/>
                <a:gd name="connsiteY33" fmla="*/ 126216 h 257389"/>
                <a:gd name="connsiteX34" fmla="*/ 62125 w 257802"/>
                <a:gd name="connsiteY34" fmla="*/ 143469 h 257389"/>
                <a:gd name="connsiteX35" fmla="*/ 71008 w 257802"/>
                <a:gd name="connsiteY35" fmla="*/ 166519 h 257389"/>
                <a:gd name="connsiteX36" fmla="*/ 75427 w 257802"/>
                <a:gd name="connsiteY36" fmla="*/ 180545 h 257389"/>
                <a:gd name="connsiteX37" fmla="*/ 90832 w 257802"/>
                <a:gd name="connsiteY37" fmla="*/ 186904 h 257389"/>
                <a:gd name="connsiteX38" fmla="*/ 116571 w 257802"/>
                <a:gd name="connsiteY38" fmla="*/ 195951 h 257389"/>
                <a:gd name="connsiteX39" fmla="*/ 130878 w 257802"/>
                <a:gd name="connsiteY39" fmla="*/ 201889 h 257389"/>
                <a:gd name="connsiteX40" fmla="*/ 143502 w 257802"/>
                <a:gd name="connsiteY40" fmla="*/ 195063 h 257389"/>
                <a:gd name="connsiteX41" fmla="*/ 166763 w 257802"/>
                <a:gd name="connsiteY41" fmla="*/ 186063 h 257389"/>
                <a:gd name="connsiteX42" fmla="*/ 180976 w 257802"/>
                <a:gd name="connsiteY42" fmla="*/ 182205 h 257389"/>
                <a:gd name="connsiteX43" fmla="*/ 187639 w 257802"/>
                <a:gd name="connsiteY43" fmla="*/ 165747 h 257389"/>
                <a:gd name="connsiteX44" fmla="*/ 197294 w 257802"/>
                <a:gd name="connsiteY44" fmla="*/ 141996 h 257389"/>
                <a:gd name="connsiteX45" fmla="*/ 201946 w 257802"/>
                <a:gd name="connsiteY45" fmla="*/ 130354 h 257389"/>
                <a:gd name="connsiteX46" fmla="*/ 196710 w 257802"/>
                <a:gd name="connsiteY46" fmla="*/ 115205 h 257389"/>
                <a:gd name="connsiteX47" fmla="*/ 187569 w 257802"/>
                <a:gd name="connsiteY47" fmla="*/ 104802 h 257389"/>
                <a:gd name="connsiteX48" fmla="*/ 185559 w 257802"/>
                <a:gd name="connsiteY48" fmla="*/ 87035 h 257389"/>
                <a:gd name="connsiteX49" fmla="*/ 165804 w 257802"/>
                <a:gd name="connsiteY49" fmla="*/ 71676 h 257389"/>
                <a:gd name="connsiteX50" fmla="*/ 143035 w 257802"/>
                <a:gd name="connsiteY50" fmla="*/ 62418 h 257389"/>
                <a:gd name="connsiteX51" fmla="*/ 128143 w 257802"/>
                <a:gd name="connsiteY51" fmla="*/ 55031 h 257389"/>
                <a:gd name="connsiteX52" fmla="*/ 114280 w 257802"/>
                <a:gd name="connsiteY52" fmla="*/ 62255 h 257389"/>
                <a:gd name="connsiteX53" fmla="*/ 92469 w 257802"/>
                <a:gd name="connsiteY53" fmla="*/ 72003 h 257389"/>
                <a:gd name="connsiteX54" fmla="*/ 75964 w 257802"/>
                <a:gd name="connsiteY54" fmla="*/ 76725 h 257389"/>
                <a:gd name="connsiteX55" fmla="*/ 71429 w 257802"/>
                <a:gd name="connsiteY55" fmla="*/ 92529 h 257389"/>
                <a:gd name="connsiteX56" fmla="*/ 63270 w 257802"/>
                <a:gd name="connsiteY56" fmla="*/ 114130 h 257389"/>
                <a:gd name="connsiteX57" fmla="*/ 55158 w 257802"/>
                <a:gd name="connsiteY57" fmla="*/ 126216 h 257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57802" h="257389">
                  <a:moveTo>
                    <a:pt x="127769" y="257388"/>
                  </a:moveTo>
                  <a:cubicBezTo>
                    <a:pt x="124286" y="257505"/>
                    <a:pt x="118348" y="251637"/>
                    <a:pt x="117389" y="247522"/>
                  </a:cubicBezTo>
                  <a:cubicBezTo>
                    <a:pt x="113439" y="230690"/>
                    <a:pt x="113672" y="230901"/>
                    <a:pt x="101142" y="218744"/>
                  </a:cubicBezTo>
                  <a:cubicBezTo>
                    <a:pt x="96373" y="214116"/>
                    <a:pt x="91931" y="212316"/>
                    <a:pt x="85339" y="212175"/>
                  </a:cubicBezTo>
                  <a:cubicBezTo>
                    <a:pt x="66847" y="211778"/>
                    <a:pt x="45690" y="190317"/>
                    <a:pt x="45760" y="171826"/>
                  </a:cubicBezTo>
                  <a:cubicBezTo>
                    <a:pt x="45784" y="165373"/>
                    <a:pt x="43867" y="161306"/>
                    <a:pt x="39565" y="156817"/>
                  </a:cubicBezTo>
                  <a:cubicBezTo>
                    <a:pt x="35474" y="152539"/>
                    <a:pt x="33020" y="146671"/>
                    <a:pt x="29373" y="140757"/>
                  </a:cubicBezTo>
                  <a:cubicBezTo>
                    <a:pt x="24019" y="140757"/>
                    <a:pt x="17894" y="140990"/>
                    <a:pt x="11793" y="140710"/>
                  </a:cubicBezTo>
                  <a:cubicBezTo>
                    <a:pt x="4662" y="140359"/>
                    <a:pt x="221" y="136455"/>
                    <a:pt x="10" y="129185"/>
                  </a:cubicBezTo>
                  <a:cubicBezTo>
                    <a:pt x="-247" y="121377"/>
                    <a:pt x="4312" y="117192"/>
                    <a:pt x="11886" y="116748"/>
                  </a:cubicBezTo>
                  <a:cubicBezTo>
                    <a:pt x="17964" y="116374"/>
                    <a:pt x="24089" y="116678"/>
                    <a:pt x="28227" y="116678"/>
                  </a:cubicBezTo>
                  <a:cubicBezTo>
                    <a:pt x="34072" y="108893"/>
                    <a:pt x="39074" y="102581"/>
                    <a:pt x="43586" y="95918"/>
                  </a:cubicBezTo>
                  <a:cubicBezTo>
                    <a:pt x="44919" y="93955"/>
                    <a:pt x="45293" y="91009"/>
                    <a:pt x="45316" y="88484"/>
                  </a:cubicBezTo>
                  <a:cubicBezTo>
                    <a:pt x="45573" y="65855"/>
                    <a:pt x="66613" y="45423"/>
                    <a:pt x="89453" y="45002"/>
                  </a:cubicBezTo>
                  <a:cubicBezTo>
                    <a:pt x="93077" y="44932"/>
                    <a:pt x="96443" y="40911"/>
                    <a:pt x="100207" y="39345"/>
                  </a:cubicBezTo>
                  <a:cubicBezTo>
                    <a:pt x="113555" y="33827"/>
                    <a:pt x="119610" y="24874"/>
                    <a:pt x="117600" y="9749"/>
                  </a:cubicBezTo>
                  <a:cubicBezTo>
                    <a:pt x="117202" y="6803"/>
                    <a:pt x="124823" y="47"/>
                    <a:pt x="128798" y="0"/>
                  </a:cubicBezTo>
                  <a:cubicBezTo>
                    <a:pt x="132772" y="-23"/>
                    <a:pt x="140486" y="6546"/>
                    <a:pt x="140183" y="9562"/>
                  </a:cubicBezTo>
                  <a:cubicBezTo>
                    <a:pt x="138686" y="24336"/>
                    <a:pt x="144087" y="33103"/>
                    <a:pt x="157272" y="39672"/>
                  </a:cubicBezTo>
                  <a:cubicBezTo>
                    <a:pt x="162274" y="42197"/>
                    <a:pt x="165921" y="45399"/>
                    <a:pt x="172280" y="45306"/>
                  </a:cubicBezTo>
                  <a:cubicBezTo>
                    <a:pt x="190211" y="45072"/>
                    <a:pt x="211858" y="66883"/>
                    <a:pt x="212069" y="85492"/>
                  </a:cubicBezTo>
                  <a:cubicBezTo>
                    <a:pt x="212139" y="91921"/>
                    <a:pt x="214126" y="95918"/>
                    <a:pt x="218334" y="100407"/>
                  </a:cubicBezTo>
                  <a:cubicBezTo>
                    <a:pt x="222425" y="104732"/>
                    <a:pt x="224810" y="110646"/>
                    <a:pt x="228433" y="116678"/>
                  </a:cubicBezTo>
                  <a:cubicBezTo>
                    <a:pt x="233763" y="116678"/>
                    <a:pt x="239888" y="116397"/>
                    <a:pt x="245966" y="116725"/>
                  </a:cubicBezTo>
                  <a:cubicBezTo>
                    <a:pt x="253611" y="117145"/>
                    <a:pt x="258006" y="121517"/>
                    <a:pt x="257795" y="129232"/>
                  </a:cubicBezTo>
                  <a:cubicBezTo>
                    <a:pt x="257608" y="136525"/>
                    <a:pt x="253003" y="140313"/>
                    <a:pt x="245966" y="140687"/>
                  </a:cubicBezTo>
                  <a:cubicBezTo>
                    <a:pt x="239865" y="141014"/>
                    <a:pt x="233763" y="140757"/>
                    <a:pt x="229415" y="140757"/>
                  </a:cubicBezTo>
                  <a:cubicBezTo>
                    <a:pt x="223874" y="148214"/>
                    <a:pt x="219059" y="154292"/>
                    <a:pt x="214804" y="160721"/>
                  </a:cubicBezTo>
                  <a:cubicBezTo>
                    <a:pt x="213308" y="162965"/>
                    <a:pt x="212536" y="166145"/>
                    <a:pt x="212536" y="168903"/>
                  </a:cubicBezTo>
                  <a:cubicBezTo>
                    <a:pt x="212583" y="190317"/>
                    <a:pt x="191730" y="211801"/>
                    <a:pt x="170550" y="212666"/>
                  </a:cubicBezTo>
                  <a:cubicBezTo>
                    <a:pt x="166436" y="212830"/>
                    <a:pt x="162391" y="215705"/>
                    <a:pt x="158394" y="217505"/>
                  </a:cubicBezTo>
                  <a:cubicBezTo>
                    <a:pt x="145022" y="223584"/>
                    <a:pt x="138008" y="232888"/>
                    <a:pt x="140042" y="248691"/>
                  </a:cubicBezTo>
                  <a:cubicBezTo>
                    <a:pt x="140370" y="251263"/>
                    <a:pt x="132164" y="257224"/>
                    <a:pt x="127769" y="257388"/>
                  </a:cubicBezTo>
                  <a:close/>
                  <a:moveTo>
                    <a:pt x="55158" y="126216"/>
                  </a:moveTo>
                  <a:cubicBezTo>
                    <a:pt x="55602" y="132715"/>
                    <a:pt x="53265" y="139775"/>
                    <a:pt x="62125" y="143469"/>
                  </a:cubicBezTo>
                  <a:cubicBezTo>
                    <a:pt x="70096" y="146788"/>
                    <a:pt x="74655" y="158804"/>
                    <a:pt x="71008" y="166519"/>
                  </a:cubicBezTo>
                  <a:cubicBezTo>
                    <a:pt x="67805" y="173275"/>
                    <a:pt x="71359" y="176828"/>
                    <a:pt x="75427" y="180545"/>
                  </a:cubicBezTo>
                  <a:cubicBezTo>
                    <a:pt x="79728" y="184426"/>
                    <a:pt x="82744" y="190364"/>
                    <a:pt x="90832" y="186904"/>
                  </a:cubicBezTo>
                  <a:cubicBezTo>
                    <a:pt x="100908" y="182579"/>
                    <a:pt x="110423" y="187535"/>
                    <a:pt x="116571" y="195951"/>
                  </a:cubicBezTo>
                  <a:cubicBezTo>
                    <a:pt x="119236" y="199622"/>
                    <a:pt x="125992" y="201959"/>
                    <a:pt x="130878" y="201889"/>
                  </a:cubicBezTo>
                  <a:cubicBezTo>
                    <a:pt x="135203" y="201842"/>
                    <a:pt x="140861" y="198663"/>
                    <a:pt x="143502" y="195063"/>
                  </a:cubicBezTo>
                  <a:cubicBezTo>
                    <a:pt x="148295" y="188541"/>
                    <a:pt x="159469" y="182603"/>
                    <a:pt x="166763" y="186063"/>
                  </a:cubicBezTo>
                  <a:cubicBezTo>
                    <a:pt x="173215" y="189125"/>
                    <a:pt x="177002" y="186390"/>
                    <a:pt x="180976" y="182205"/>
                  </a:cubicBezTo>
                  <a:cubicBezTo>
                    <a:pt x="185325" y="177576"/>
                    <a:pt x="190818" y="173953"/>
                    <a:pt x="187639" y="165747"/>
                  </a:cubicBezTo>
                  <a:cubicBezTo>
                    <a:pt x="184086" y="156537"/>
                    <a:pt x="188738" y="148167"/>
                    <a:pt x="197294" y="141996"/>
                  </a:cubicBezTo>
                  <a:cubicBezTo>
                    <a:pt x="200240" y="139868"/>
                    <a:pt x="202203" y="134211"/>
                    <a:pt x="201946" y="130354"/>
                  </a:cubicBezTo>
                  <a:cubicBezTo>
                    <a:pt x="201619" y="125164"/>
                    <a:pt x="199375" y="119787"/>
                    <a:pt x="196710" y="115205"/>
                  </a:cubicBezTo>
                  <a:cubicBezTo>
                    <a:pt x="194442" y="111254"/>
                    <a:pt x="189018" y="108823"/>
                    <a:pt x="187569" y="104802"/>
                  </a:cubicBezTo>
                  <a:cubicBezTo>
                    <a:pt x="185605" y="99355"/>
                    <a:pt x="186120" y="92996"/>
                    <a:pt x="185559" y="87035"/>
                  </a:cubicBezTo>
                  <a:cubicBezTo>
                    <a:pt x="187896" y="79203"/>
                    <a:pt x="173005" y="68987"/>
                    <a:pt x="165804" y="71676"/>
                  </a:cubicBezTo>
                  <a:cubicBezTo>
                    <a:pt x="158253" y="74528"/>
                    <a:pt x="145793" y="69923"/>
                    <a:pt x="143035" y="62418"/>
                  </a:cubicBezTo>
                  <a:cubicBezTo>
                    <a:pt x="140206" y="54704"/>
                    <a:pt x="134432" y="54891"/>
                    <a:pt x="128143" y="55031"/>
                  </a:cubicBezTo>
                  <a:cubicBezTo>
                    <a:pt x="122322" y="55171"/>
                    <a:pt x="116735" y="54610"/>
                    <a:pt x="114280" y="62255"/>
                  </a:cubicBezTo>
                  <a:cubicBezTo>
                    <a:pt x="112059" y="69174"/>
                    <a:pt x="98360" y="75533"/>
                    <a:pt x="92469" y="72003"/>
                  </a:cubicBezTo>
                  <a:cubicBezTo>
                    <a:pt x="84427" y="67164"/>
                    <a:pt x="80663" y="72354"/>
                    <a:pt x="75964" y="76725"/>
                  </a:cubicBezTo>
                  <a:cubicBezTo>
                    <a:pt x="71242" y="81097"/>
                    <a:pt x="67548" y="85141"/>
                    <a:pt x="71429" y="92529"/>
                  </a:cubicBezTo>
                  <a:cubicBezTo>
                    <a:pt x="74608" y="98537"/>
                    <a:pt x="69278" y="112376"/>
                    <a:pt x="63270" y="114130"/>
                  </a:cubicBezTo>
                  <a:cubicBezTo>
                    <a:pt x="56584" y="116093"/>
                    <a:pt x="54737" y="120044"/>
                    <a:pt x="55158" y="126216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9" name="Forme libre 68">
              <a:extLst>
                <a:ext uri="{FF2B5EF4-FFF2-40B4-BE49-F238E27FC236}">
                  <a16:creationId xmlns:a16="http://schemas.microsoft.com/office/drawing/2014/main" id="{DE3D8B59-E3AF-DB67-E024-EE56013E5CDA}"/>
                </a:ext>
              </a:extLst>
            </p:cNvPr>
            <p:cNvSpPr/>
            <p:nvPr/>
          </p:nvSpPr>
          <p:spPr>
            <a:xfrm>
              <a:off x="13633251" y="6630832"/>
              <a:ext cx="73267" cy="73456"/>
            </a:xfrm>
            <a:custGeom>
              <a:avLst/>
              <a:gdLst>
                <a:gd name="connsiteX0" fmla="*/ 2 w 73267"/>
                <a:gd name="connsiteY0" fmla="*/ 37127 h 73456"/>
                <a:gd name="connsiteX1" fmla="*/ 35536 w 73267"/>
                <a:gd name="connsiteY1" fmla="*/ 3 h 73456"/>
                <a:gd name="connsiteX2" fmla="*/ 73268 w 73267"/>
                <a:gd name="connsiteY2" fmla="*/ 37290 h 73456"/>
                <a:gd name="connsiteX3" fmla="*/ 36495 w 73267"/>
                <a:gd name="connsiteY3" fmla="*/ 73455 h 73456"/>
                <a:gd name="connsiteX4" fmla="*/ 2 w 73267"/>
                <a:gd name="connsiteY4" fmla="*/ 37127 h 73456"/>
                <a:gd name="connsiteX5" fmla="*/ 24245 w 73267"/>
                <a:gd name="connsiteY5" fmla="*/ 37080 h 73456"/>
                <a:gd name="connsiteX6" fmla="*/ 37617 w 73267"/>
                <a:gd name="connsiteY6" fmla="*/ 49260 h 73456"/>
                <a:gd name="connsiteX7" fmla="*/ 48908 w 73267"/>
                <a:gd name="connsiteY7" fmla="*/ 36192 h 73456"/>
                <a:gd name="connsiteX8" fmla="*/ 36004 w 73267"/>
                <a:gd name="connsiteY8" fmla="*/ 24246 h 73456"/>
                <a:gd name="connsiteX9" fmla="*/ 24245 w 73267"/>
                <a:gd name="connsiteY9" fmla="*/ 37080 h 7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267" h="73456">
                  <a:moveTo>
                    <a:pt x="2" y="37127"/>
                  </a:moveTo>
                  <a:cubicBezTo>
                    <a:pt x="-208" y="16765"/>
                    <a:pt x="15595" y="237"/>
                    <a:pt x="35536" y="3"/>
                  </a:cubicBezTo>
                  <a:cubicBezTo>
                    <a:pt x="56646" y="-254"/>
                    <a:pt x="73314" y="16227"/>
                    <a:pt x="73268" y="37290"/>
                  </a:cubicBezTo>
                  <a:cubicBezTo>
                    <a:pt x="73197" y="56951"/>
                    <a:pt x="56599" y="73292"/>
                    <a:pt x="36495" y="73455"/>
                  </a:cubicBezTo>
                  <a:cubicBezTo>
                    <a:pt x="16647" y="73619"/>
                    <a:pt x="236" y="57255"/>
                    <a:pt x="2" y="37127"/>
                  </a:cubicBezTo>
                  <a:close/>
                  <a:moveTo>
                    <a:pt x="24245" y="37080"/>
                  </a:moveTo>
                  <a:cubicBezTo>
                    <a:pt x="24175" y="44257"/>
                    <a:pt x="30393" y="49938"/>
                    <a:pt x="37617" y="49260"/>
                  </a:cubicBezTo>
                  <a:cubicBezTo>
                    <a:pt x="45355" y="48535"/>
                    <a:pt x="49189" y="43555"/>
                    <a:pt x="48908" y="36192"/>
                  </a:cubicBezTo>
                  <a:cubicBezTo>
                    <a:pt x="48628" y="28524"/>
                    <a:pt x="43484" y="24994"/>
                    <a:pt x="36004" y="24246"/>
                  </a:cubicBezTo>
                  <a:cubicBezTo>
                    <a:pt x="28944" y="25555"/>
                    <a:pt x="24338" y="29342"/>
                    <a:pt x="24245" y="3708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71" name="Forme libre 70">
              <a:extLst>
                <a:ext uri="{FF2B5EF4-FFF2-40B4-BE49-F238E27FC236}">
                  <a16:creationId xmlns:a16="http://schemas.microsoft.com/office/drawing/2014/main" id="{902AFACC-E2BE-76BA-0416-4451227DE014}"/>
                </a:ext>
              </a:extLst>
            </p:cNvPr>
            <p:cNvSpPr/>
            <p:nvPr/>
          </p:nvSpPr>
          <p:spPr>
            <a:xfrm>
              <a:off x="13559145" y="6375200"/>
              <a:ext cx="221501" cy="143656"/>
            </a:xfrm>
            <a:custGeom>
              <a:avLst/>
              <a:gdLst>
                <a:gd name="connsiteX0" fmla="*/ 23986 w 221501"/>
                <a:gd name="connsiteY0" fmla="*/ 109337 h 143656"/>
                <a:gd name="connsiteX1" fmla="*/ 34366 w 221501"/>
                <a:gd name="connsiteY1" fmla="*/ 119927 h 143656"/>
                <a:gd name="connsiteX2" fmla="*/ 49444 w 221501"/>
                <a:gd name="connsiteY2" fmla="*/ 119857 h 143656"/>
                <a:gd name="connsiteX3" fmla="*/ 49468 w 221501"/>
                <a:gd name="connsiteY3" fmla="*/ 101248 h 143656"/>
                <a:gd name="connsiteX4" fmla="*/ 61227 w 221501"/>
                <a:gd name="connsiteY4" fmla="*/ 88578 h 143656"/>
                <a:gd name="connsiteX5" fmla="*/ 73243 w 221501"/>
                <a:gd name="connsiteY5" fmla="*/ 100103 h 143656"/>
                <a:gd name="connsiteX6" fmla="*/ 73383 w 221501"/>
                <a:gd name="connsiteY6" fmla="*/ 119366 h 143656"/>
                <a:gd name="connsiteX7" fmla="*/ 147934 w 221501"/>
                <a:gd name="connsiteY7" fmla="*/ 119366 h 143656"/>
                <a:gd name="connsiteX8" fmla="*/ 147981 w 221501"/>
                <a:gd name="connsiteY8" fmla="*/ 101997 h 143656"/>
                <a:gd name="connsiteX9" fmla="*/ 160301 w 221501"/>
                <a:gd name="connsiteY9" fmla="*/ 88625 h 143656"/>
                <a:gd name="connsiteX10" fmla="*/ 172060 w 221501"/>
                <a:gd name="connsiteY10" fmla="*/ 102394 h 143656"/>
                <a:gd name="connsiteX11" fmla="*/ 172060 w 221501"/>
                <a:gd name="connsiteY11" fmla="*/ 117589 h 143656"/>
                <a:gd name="connsiteX12" fmla="*/ 174070 w 221501"/>
                <a:gd name="connsiteY12" fmla="*/ 119039 h 143656"/>
                <a:gd name="connsiteX13" fmla="*/ 197331 w 221501"/>
                <a:gd name="connsiteY13" fmla="*/ 99986 h 143656"/>
                <a:gd name="connsiteX14" fmla="*/ 197331 w 221501"/>
                <a:gd name="connsiteY14" fmla="*/ 59075 h 143656"/>
                <a:gd name="connsiteX15" fmla="*/ 170377 w 221501"/>
                <a:gd name="connsiteY15" fmla="*/ 19590 h 143656"/>
                <a:gd name="connsiteX16" fmla="*/ 184006 w 221501"/>
                <a:gd name="connsiteY16" fmla="*/ 0 h 143656"/>
                <a:gd name="connsiteX17" fmla="*/ 220802 w 221501"/>
                <a:gd name="connsiteY17" fmla="*/ 45773 h 143656"/>
                <a:gd name="connsiteX18" fmla="*/ 221059 w 221501"/>
                <a:gd name="connsiteY18" fmla="*/ 117356 h 143656"/>
                <a:gd name="connsiteX19" fmla="*/ 191814 w 221501"/>
                <a:gd name="connsiteY19" fmla="*/ 143492 h 143656"/>
                <a:gd name="connsiteX20" fmla="*/ 118291 w 221501"/>
                <a:gd name="connsiteY20" fmla="*/ 143585 h 143656"/>
                <a:gd name="connsiteX21" fmla="*/ 32519 w 221501"/>
                <a:gd name="connsiteY21" fmla="*/ 143539 h 143656"/>
                <a:gd name="connsiteX22" fmla="*/ 94 w 221501"/>
                <a:gd name="connsiteY22" fmla="*/ 111114 h 143656"/>
                <a:gd name="connsiteX23" fmla="*/ 491 w 221501"/>
                <a:gd name="connsiteY23" fmla="*/ 46662 h 143656"/>
                <a:gd name="connsiteX24" fmla="*/ 37475 w 221501"/>
                <a:gd name="connsiteY24" fmla="*/ 23 h 143656"/>
                <a:gd name="connsiteX25" fmla="*/ 50543 w 221501"/>
                <a:gd name="connsiteY25" fmla="*/ 19193 h 143656"/>
                <a:gd name="connsiteX26" fmla="*/ 34553 w 221501"/>
                <a:gd name="connsiteY26" fmla="*/ 28591 h 143656"/>
                <a:gd name="connsiteX27" fmla="*/ 24594 w 221501"/>
                <a:gd name="connsiteY27" fmla="*/ 53114 h 143656"/>
                <a:gd name="connsiteX28" fmla="*/ 23986 w 221501"/>
                <a:gd name="connsiteY28" fmla="*/ 109337 h 14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501" h="143656">
                  <a:moveTo>
                    <a:pt x="23986" y="109337"/>
                  </a:moveTo>
                  <a:cubicBezTo>
                    <a:pt x="23799" y="117239"/>
                    <a:pt x="26207" y="120769"/>
                    <a:pt x="34366" y="119927"/>
                  </a:cubicBezTo>
                  <a:cubicBezTo>
                    <a:pt x="38994" y="119483"/>
                    <a:pt x="43693" y="119857"/>
                    <a:pt x="49444" y="119857"/>
                  </a:cubicBezTo>
                  <a:cubicBezTo>
                    <a:pt x="49444" y="112680"/>
                    <a:pt x="49397" y="106976"/>
                    <a:pt x="49468" y="101248"/>
                  </a:cubicBezTo>
                  <a:cubicBezTo>
                    <a:pt x="49538" y="93487"/>
                    <a:pt x="53769" y="88812"/>
                    <a:pt x="61227" y="88578"/>
                  </a:cubicBezTo>
                  <a:cubicBezTo>
                    <a:pt x="68380" y="88344"/>
                    <a:pt x="72471" y="93347"/>
                    <a:pt x="73243" y="100103"/>
                  </a:cubicBezTo>
                  <a:cubicBezTo>
                    <a:pt x="73921" y="106134"/>
                    <a:pt x="73383" y="112283"/>
                    <a:pt x="73383" y="119366"/>
                  </a:cubicBezTo>
                  <a:cubicBezTo>
                    <a:pt x="98958" y="119366"/>
                    <a:pt x="122663" y="119366"/>
                    <a:pt x="147934" y="119366"/>
                  </a:cubicBezTo>
                  <a:cubicBezTo>
                    <a:pt x="147934" y="113288"/>
                    <a:pt x="147817" y="107631"/>
                    <a:pt x="147981" y="101997"/>
                  </a:cubicBezTo>
                  <a:cubicBezTo>
                    <a:pt x="148215" y="94048"/>
                    <a:pt x="152282" y="88508"/>
                    <a:pt x="160301" y="88625"/>
                  </a:cubicBezTo>
                  <a:cubicBezTo>
                    <a:pt x="168366" y="88741"/>
                    <a:pt x="172083" y="94375"/>
                    <a:pt x="172060" y="102394"/>
                  </a:cubicBezTo>
                  <a:cubicBezTo>
                    <a:pt x="172036" y="107747"/>
                    <a:pt x="172060" y="113124"/>
                    <a:pt x="172060" y="117589"/>
                  </a:cubicBezTo>
                  <a:cubicBezTo>
                    <a:pt x="173509" y="118641"/>
                    <a:pt x="173766" y="118969"/>
                    <a:pt x="174070" y="119039"/>
                  </a:cubicBezTo>
                  <a:cubicBezTo>
                    <a:pt x="195905" y="122803"/>
                    <a:pt x="197331" y="121634"/>
                    <a:pt x="197331" y="99986"/>
                  </a:cubicBezTo>
                  <a:cubicBezTo>
                    <a:pt x="197331" y="86357"/>
                    <a:pt x="197354" y="72704"/>
                    <a:pt x="197331" y="59075"/>
                  </a:cubicBezTo>
                  <a:cubicBezTo>
                    <a:pt x="197261" y="35604"/>
                    <a:pt x="192328" y="28264"/>
                    <a:pt x="170377" y="19590"/>
                  </a:cubicBezTo>
                  <a:cubicBezTo>
                    <a:pt x="174982" y="12975"/>
                    <a:pt x="179517" y="6452"/>
                    <a:pt x="184006" y="0"/>
                  </a:cubicBezTo>
                  <a:cubicBezTo>
                    <a:pt x="204531" y="6639"/>
                    <a:pt x="219937" y="24827"/>
                    <a:pt x="220802" y="45773"/>
                  </a:cubicBezTo>
                  <a:cubicBezTo>
                    <a:pt x="221761" y="69595"/>
                    <a:pt x="221620" y="93510"/>
                    <a:pt x="221059" y="117356"/>
                  </a:cubicBezTo>
                  <a:cubicBezTo>
                    <a:pt x="220662" y="133439"/>
                    <a:pt x="209277" y="143258"/>
                    <a:pt x="191814" y="143492"/>
                  </a:cubicBezTo>
                  <a:cubicBezTo>
                    <a:pt x="167291" y="143796"/>
                    <a:pt x="142791" y="143585"/>
                    <a:pt x="118291" y="143585"/>
                  </a:cubicBezTo>
                  <a:cubicBezTo>
                    <a:pt x="89700" y="143585"/>
                    <a:pt x="61110" y="143655"/>
                    <a:pt x="32519" y="143539"/>
                  </a:cubicBezTo>
                  <a:cubicBezTo>
                    <a:pt x="9819" y="143468"/>
                    <a:pt x="188" y="133860"/>
                    <a:pt x="94" y="111114"/>
                  </a:cubicBezTo>
                  <a:cubicBezTo>
                    <a:pt x="24" y="89630"/>
                    <a:pt x="-210" y="68122"/>
                    <a:pt x="491" y="46662"/>
                  </a:cubicBezTo>
                  <a:cubicBezTo>
                    <a:pt x="1193" y="25365"/>
                    <a:pt x="16458" y="6686"/>
                    <a:pt x="37475" y="23"/>
                  </a:cubicBezTo>
                  <a:cubicBezTo>
                    <a:pt x="41800" y="6359"/>
                    <a:pt x="46171" y="12764"/>
                    <a:pt x="50543" y="19193"/>
                  </a:cubicBezTo>
                  <a:cubicBezTo>
                    <a:pt x="45119" y="22209"/>
                    <a:pt x="37779" y="23962"/>
                    <a:pt x="34553" y="28591"/>
                  </a:cubicBezTo>
                  <a:cubicBezTo>
                    <a:pt x="29620" y="35721"/>
                    <a:pt x="25272" y="44651"/>
                    <a:pt x="24594" y="53114"/>
                  </a:cubicBezTo>
                  <a:cubicBezTo>
                    <a:pt x="23144" y="71746"/>
                    <a:pt x="24430" y="90612"/>
                    <a:pt x="23986" y="109337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75" name="Forme libre 74">
              <a:extLst>
                <a:ext uri="{FF2B5EF4-FFF2-40B4-BE49-F238E27FC236}">
                  <a16:creationId xmlns:a16="http://schemas.microsoft.com/office/drawing/2014/main" id="{C867EB62-6E29-2437-0734-784E8798EC5C}"/>
                </a:ext>
              </a:extLst>
            </p:cNvPr>
            <p:cNvSpPr/>
            <p:nvPr/>
          </p:nvSpPr>
          <p:spPr>
            <a:xfrm>
              <a:off x="13558951" y="6919221"/>
              <a:ext cx="221564" cy="143629"/>
            </a:xfrm>
            <a:custGeom>
              <a:avLst/>
              <a:gdLst>
                <a:gd name="connsiteX0" fmla="*/ 967 w 221564"/>
                <a:gd name="connsiteY0" fmla="*/ 45633 h 143629"/>
                <a:gd name="connsiteX1" fmla="*/ 37272 w 221564"/>
                <a:gd name="connsiteY1" fmla="*/ 0 h 143629"/>
                <a:gd name="connsiteX2" fmla="*/ 51042 w 221564"/>
                <a:gd name="connsiteY2" fmla="*/ 20385 h 143629"/>
                <a:gd name="connsiteX3" fmla="*/ 45033 w 221564"/>
                <a:gd name="connsiteY3" fmla="*/ 22793 h 143629"/>
                <a:gd name="connsiteX4" fmla="*/ 25022 w 221564"/>
                <a:gd name="connsiteY4" fmla="*/ 47457 h 143629"/>
                <a:gd name="connsiteX5" fmla="*/ 24765 w 221564"/>
                <a:gd name="connsiteY5" fmla="*/ 118828 h 143629"/>
                <a:gd name="connsiteX6" fmla="*/ 49615 w 221564"/>
                <a:gd name="connsiteY6" fmla="*/ 118828 h 143629"/>
                <a:gd name="connsiteX7" fmla="*/ 49615 w 221564"/>
                <a:gd name="connsiteY7" fmla="*/ 103072 h 143629"/>
                <a:gd name="connsiteX8" fmla="*/ 61328 w 221564"/>
                <a:gd name="connsiteY8" fmla="*/ 89326 h 143629"/>
                <a:gd name="connsiteX9" fmla="*/ 73671 w 221564"/>
                <a:gd name="connsiteY9" fmla="*/ 102791 h 143629"/>
                <a:gd name="connsiteX10" fmla="*/ 73718 w 221564"/>
                <a:gd name="connsiteY10" fmla="*/ 118899 h 143629"/>
                <a:gd name="connsiteX11" fmla="*/ 148152 w 221564"/>
                <a:gd name="connsiteY11" fmla="*/ 118899 h 143629"/>
                <a:gd name="connsiteX12" fmla="*/ 148176 w 221564"/>
                <a:gd name="connsiteY12" fmla="*/ 102487 h 143629"/>
                <a:gd name="connsiteX13" fmla="*/ 160729 w 221564"/>
                <a:gd name="connsiteY13" fmla="*/ 89326 h 143629"/>
                <a:gd name="connsiteX14" fmla="*/ 172208 w 221564"/>
                <a:gd name="connsiteY14" fmla="*/ 102324 h 143629"/>
                <a:gd name="connsiteX15" fmla="*/ 172231 w 221564"/>
                <a:gd name="connsiteY15" fmla="*/ 119693 h 143629"/>
                <a:gd name="connsiteX16" fmla="*/ 191354 w 221564"/>
                <a:gd name="connsiteY16" fmla="*/ 119413 h 143629"/>
                <a:gd name="connsiteX17" fmla="*/ 197222 w 221564"/>
                <a:gd name="connsiteY17" fmla="*/ 113615 h 143629"/>
                <a:gd name="connsiteX18" fmla="*/ 196801 w 221564"/>
                <a:gd name="connsiteY18" fmla="*/ 48158 h 143629"/>
                <a:gd name="connsiteX19" fmla="*/ 170267 w 221564"/>
                <a:gd name="connsiteY19" fmla="*/ 20713 h 143629"/>
                <a:gd name="connsiteX20" fmla="*/ 183943 w 221564"/>
                <a:gd name="connsiteY20" fmla="*/ 1005 h 143629"/>
                <a:gd name="connsiteX21" fmla="*/ 221044 w 221564"/>
                <a:gd name="connsiteY21" fmla="*/ 45914 h 143629"/>
                <a:gd name="connsiteX22" fmla="*/ 221207 w 221564"/>
                <a:gd name="connsiteY22" fmla="*/ 118571 h 143629"/>
                <a:gd name="connsiteX23" fmla="*/ 194487 w 221564"/>
                <a:gd name="connsiteY23" fmla="*/ 143562 h 143629"/>
                <a:gd name="connsiteX24" fmla="*/ 26986 w 221564"/>
                <a:gd name="connsiteY24" fmla="*/ 143539 h 143629"/>
                <a:gd name="connsiteX25" fmla="*/ 639 w 221564"/>
                <a:gd name="connsiteY25" fmla="*/ 118267 h 143629"/>
                <a:gd name="connsiteX26" fmla="*/ 967 w 221564"/>
                <a:gd name="connsiteY26" fmla="*/ 45633 h 14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564" h="143629">
                  <a:moveTo>
                    <a:pt x="967" y="45633"/>
                  </a:moveTo>
                  <a:cubicBezTo>
                    <a:pt x="2439" y="23167"/>
                    <a:pt x="16583" y="8907"/>
                    <a:pt x="37272" y="0"/>
                  </a:cubicBezTo>
                  <a:cubicBezTo>
                    <a:pt x="42228" y="7341"/>
                    <a:pt x="46389" y="13536"/>
                    <a:pt x="51042" y="20385"/>
                  </a:cubicBezTo>
                  <a:cubicBezTo>
                    <a:pt x="49008" y="21204"/>
                    <a:pt x="47044" y="22045"/>
                    <a:pt x="45033" y="22793"/>
                  </a:cubicBezTo>
                  <a:cubicBezTo>
                    <a:pt x="33438" y="27025"/>
                    <a:pt x="25490" y="35183"/>
                    <a:pt x="25022" y="47457"/>
                  </a:cubicBezTo>
                  <a:cubicBezTo>
                    <a:pt x="24134" y="70904"/>
                    <a:pt x="24765" y="94422"/>
                    <a:pt x="24765" y="118828"/>
                  </a:cubicBezTo>
                  <a:cubicBezTo>
                    <a:pt x="32760" y="118828"/>
                    <a:pt x="40358" y="118828"/>
                    <a:pt x="49615" y="118828"/>
                  </a:cubicBezTo>
                  <a:cubicBezTo>
                    <a:pt x="49615" y="113685"/>
                    <a:pt x="49709" y="108379"/>
                    <a:pt x="49615" y="103072"/>
                  </a:cubicBezTo>
                  <a:cubicBezTo>
                    <a:pt x="49452" y="94937"/>
                    <a:pt x="53309" y="89490"/>
                    <a:pt x="61328" y="89326"/>
                  </a:cubicBezTo>
                  <a:cubicBezTo>
                    <a:pt x="69533" y="89162"/>
                    <a:pt x="73204" y="95077"/>
                    <a:pt x="73671" y="102791"/>
                  </a:cubicBezTo>
                  <a:cubicBezTo>
                    <a:pt x="73952" y="107864"/>
                    <a:pt x="73718" y="112961"/>
                    <a:pt x="73718" y="118899"/>
                  </a:cubicBezTo>
                  <a:cubicBezTo>
                    <a:pt x="98545" y="118899"/>
                    <a:pt x="122787" y="118899"/>
                    <a:pt x="148152" y="118899"/>
                  </a:cubicBezTo>
                  <a:cubicBezTo>
                    <a:pt x="148152" y="113218"/>
                    <a:pt x="147965" y="107841"/>
                    <a:pt x="148176" y="102487"/>
                  </a:cubicBezTo>
                  <a:cubicBezTo>
                    <a:pt x="148503" y="94516"/>
                    <a:pt x="152687" y="89139"/>
                    <a:pt x="160729" y="89326"/>
                  </a:cubicBezTo>
                  <a:cubicBezTo>
                    <a:pt x="168187" y="89513"/>
                    <a:pt x="172114" y="94703"/>
                    <a:pt x="172208" y="102324"/>
                  </a:cubicBezTo>
                  <a:cubicBezTo>
                    <a:pt x="172278" y="107701"/>
                    <a:pt x="172231" y="113054"/>
                    <a:pt x="172231" y="119693"/>
                  </a:cubicBezTo>
                  <a:cubicBezTo>
                    <a:pt x="179361" y="119693"/>
                    <a:pt x="185463" y="120254"/>
                    <a:pt x="191354" y="119413"/>
                  </a:cubicBezTo>
                  <a:cubicBezTo>
                    <a:pt x="193622" y="119109"/>
                    <a:pt x="197175" y="115672"/>
                    <a:pt x="197222" y="113615"/>
                  </a:cubicBezTo>
                  <a:cubicBezTo>
                    <a:pt x="197502" y="91804"/>
                    <a:pt x="197970" y="69922"/>
                    <a:pt x="196801" y="48158"/>
                  </a:cubicBezTo>
                  <a:cubicBezTo>
                    <a:pt x="195983" y="32659"/>
                    <a:pt x="185252" y="24313"/>
                    <a:pt x="170267" y="20713"/>
                  </a:cubicBezTo>
                  <a:cubicBezTo>
                    <a:pt x="175130" y="13723"/>
                    <a:pt x="179548" y="7364"/>
                    <a:pt x="183943" y="1005"/>
                  </a:cubicBezTo>
                  <a:cubicBezTo>
                    <a:pt x="206362" y="5844"/>
                    <a:pt x="220670" y="29947"/>
                    <a:pt x="221044" y="45914"/>
                  </a:cubicBezTo>
                  <a:cubicBezTo>
                    <a:pt x="221605" y="70133"/>
                    <a:pt x="221792" y="94375"/>
                    <a:pt x="221207" y="118571"/>
                  </a:cubicBezTo>
                  <a:cubicBezTo>
                    <a:pt x="220833" y="133697"/>
                    <a:pt x="209705" y="143515"/>
                    <a:pt x="194487" y="143562"/>
                  </a:cubicBezTo>
                  <a:cubicBezTo>
                    <a:pt x="138661" y="143656"/>
                    <a:pt x="82812" y="143656"/>
                    <a:pt x="26986" y="143539"/>
                  </a:cubicBezTo>
                  <a:cubicBezTo>
                    <a:pt x="11814" y="143515"/>
                    <a:pt x="990" y="133650"/>
                    <a:pt x="639" y="118267"/>
                  </a:cubicBezTo>
                  <a:cubicBezTo>
                    <a:pt x="78" y="94072"/>
                    <a:pt x="-600" y="69759"/>
                    <a:pt x="967" y="45633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76" name="Forme libre 75">
              <a:extLst>
                <a:ext uri="{FF2B5EF4-FFF2-40B4-BE49-F238E27FC236}">
                  <a16:creationId xmlns:a16="http://schemas.microsoft.com/office/drawing/2014/main" id="{41772CAC-9DC6-1870-BFE6-BF9DB66D95A9}"/>
                </a:ext>
              </a:extLst>
            </p:cNvPr>
            <p:cNvSpPr/>
            <p:nvPr/>
          </p:nvSpPr>
          <p:spPr>
            <a:xfrm>
              <a:off x="13329940" y="6543934"/>
              <a:ext cx="110994" cy="122829"/>
            </a:xfrm>
            <a:custGeom>
              <a:avLst/>
              <a:gdLst>
                <a:gd name="connsiteX0" fmla="*/ 16330 w 110994"/>
                <a:gd name="connsiteY0" fmla="*/ 16697 h 122829"/>
                <a:gd name="connsiteX1" fmla="*/ 76480 w 110994"/>
                <a:gd name="connsiteY1" fmla="*/ 4330 h 122829"/>
                <a:gd name="connsiteX2" fmla="*/ 110916 w 110994"/>
                <a:gd name="connsiteY2" fmla="*/ 54172 h 122829"/>
                <a:gd name="connsiteX3" fmla="*/ 110939 w 110994"/>
                <a:gd name="connsiteY3" fmla="*/ 62330 h 122829"/>
                <a:gd name="connsiteX4" fmla="*/ 65446 w 110994"/>
                <a:gd name="connsiteY4" fmla="*/ 121873 h 122829"/>
                <a:gd name="connsiteX5" fmla="*/ 1999 w 110994"/>
                <a:gd name="connsiteY5" fmla="*/ 78648 h 122829"/>
                <a:gd name="connsiteX6" fmla="*/ 16330 w 110994"/>
                <a:gd name="connsiteY6" fmla="*/ 16697 h 122829"/>
                <a:gd name="connsiteX7" fmla="*/ 25003 w 110994"/>
                <a:gd name="connsiteY7" fmla="*/ 70209 h 122829"/>
                <a:gd name="connsiteX8" fmla="*/ 42372 w 110994"/>
                <a:gd name="connsiteY8" fmla="*/ 95994 h 122829"/>
                <a:gd name="connsiteX9" fmla="*/ 73348 w 110994"/>
                <a:gd name="connsiteY9" fmla="*/ 93540 h 122829"/>
                <a:gd name="connsiteX10" fmla="*/ 78631 w 110994"/>
                <a:gd name="connsiteY10" fmla="*/ 34768 h 122829"/>
                <a:gd name="connsiteX11" fmla="*/ 44009 w 110994"/>
                <a:gd name="connsiteY11" fmla="*/ 27217 h 122829"/>
                <a:gd name="connsiteX12" fmla="*/ 24980 w 110994"/>
                <a:gd name="connsiteY12" fmla="*/ 62003 h 122829"/>
                <a:gd name="connsiteX13" fmla="*/ 25003 w 110994"/>
                <a:gd name="connsiteY13" fmla="*/ 70209 h 122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0994" h="122829">
                  <a:moveTo>
                    <a:pt x="16330" y="16697"/>
                  </a:moveTo>
                  <a:cubicBezTo>
                    <a:pt x="33746" y="-555"/>
                    <a:pt x="54622" y="-3992"/>
                    <a:pt x="76480" y="4330"/>
                  </a:cubicBezTo>
                  <a:cubicBezTo>
                    <a:pt x="98502" y="12723"/>
                    <a:pt x="109396" y="30654"/>
                    <a:pt x="110916" y="54172"/>
                  </a:cubicBezTo>
                  <a:cubicBezTo>
                    <a:pt x="111079" y="56883"/>
                    <a:pt x="110939" y="59619"/>
                    <a:pt x="110939" y="62330"/>
                  </a:cubicBezTo>
                  <a:cubicBezTo>
                    <a:pt x="110986" y="95176"/>
                    <a:pt x="94551" y="116637"/>
                    <a:pt x="65446" y="121873"/>
                  </a:cubicBezTo>
                  <a:cubicBezTo>
                    <a:pt x="35219" y="127297"/>
                    <a:pt x="7400" y="109226"/>
                    <a:pt x="1999" y="78648"/>
                  </a:cubicBezTo>
                  <a:cubicBezTo>
                    <a:pt x="-1905" y="56556"/>
                    <a:pt x="-1507" y="34324"/>
                    <a:pt x="16330" y="16697"/>
                  </a:cubicBezTo>
                  <a:close/>
                  <a:moveTo>
                    <a:pt x="25003" y="70209"/>
                  </a:moveTo>
                  <a:cubicBezTo>
                    <a:pt x="25798" y="82155"/>
                    <a:pt x="31736" y="90828"/>
                    <a:pt x="42372" y="95994"/>
                  </a:cubicBezTo>
                  <a:cubicBezTo>
                    <a:pt x="53056" y="101161"/>
                    <a:pt x="63553" y="100179"/>
                    <a:pt x="73348" y="93540"/>
                  </a:cubicBezTo>
                  <a:cubicBezTo>
                    <a:pt x="89759" y="82388"/>
                    <a:pt x="92658" y="49683"/>
                    <a:pt x="78631" y="34768"/>
                  </a:cubicBezTo>
                  <a:cubicBezTo>
                    <a:pt x="69584" y="25183"/>
                    <a:pt x="56119" y="22097"/>
                    <a:pt x="44009" y="27217"/>
                  </a:cubicBezTo>
                  <a:cubicBezTo>
                    <a:pt x="29094" y="33529"/>
                    <a:pt x="23787" y="45498"/>
                    <a:pt x="24980" y="62003"/>
                  </a:cubicBezTo>
                  <a:cubicBezTo>
                    <a:pt x="24980" y="64060"/>
                    <a:pt x="24816" y="67146"/>
                    <a:pt x="25003" y="70209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79" name="Forme libre 78">
              <a:extLst>
                <a:ext uri="{FF2B5EF4-FFF2-40B4-BE49-F238E27FC236}">
                  <a16:creationId xmlns:a16="http://schemas.microsoft.com/office/drawing/2014/main" id="{5E6C70F8-AEB8-2783-915D-C1C33B28472F}"/>
                </a:ext>
              </a:extLst>
            </p:cNvPr>
            <p:cNvSpPr/>
            <p:nvPr/>
          </p:nvSpPr>
          <p:spPr>
            <a:xfrm>
              <a:off x="13351062" y="6815454"/>
              <a:ext cx="183257" cy="175466"/>
            </a:xfrm>
            <a:custGeom>
              <a:avLst/>
              <a:gdLst>
                <a:gd name="connsiteX0" fmla="*/ 25645 w 183257"/>
                <a:gd name="connsiteY0" fmla="*/ 952 h 175466"/>
                <a:gd name="connsiteX1" fmla="*/ 80442 w 183257"/>
                <a:gd name="connsiteY1" fmla="*/ 27977 h 175466"/>
                <a:gd name="connsiteX2" fmla="*/ 77964 w 183257"/>
                <a:gd name="connsiteY2" fmla="*/ 55235 h 175466"/>
                <a:gd name="connsiteX3" fmla="*/ 77427 w 183257"/>
                <a:gd name="connsiteY3" fmla="*/ 75129 h 175466"/>
                <a:gd name="connsiteX4" fmla="*/ 95311 w 183257"/>
                <a:gd name="connsiteY4" fmla="*/ 93364 h 175466"/>
                <a:gd name="connsiteX5" fmla="*/ 114784 w 183257"/>
                <a:gd name="connsiteY5" fmla="*/ 93668 h 175466"/>
                <a:gd name="connsiteX6" fmla="*/ 144310 w 183257"/>
                <a:gd name="connsiteY6" fmla="*/ 92125 h 175466"/>
                <a:gd name="connsiteX7" fmla="*/ 169114 w 183257"/>
                <a:gd name="connsiteY7" fmla="*/ 108185 h 175466"/>
                <a:gd name="connsiteX8" fmla="*/ 175800 w 183257"/>
                <a:gd name="connsiteY8" fmla="*/ 128524 h 175466"/>
                <a:gd name="connsiteX9" fmla="*/ 179751 w 183257"/>
                <a:gd name="connsiteY9" fmla="*/ 151317 h 175466"/>
                <a:gd name="connsiteX10" fmla="*/ 183257 w 183257"/>
                <a:gd name="connsiteY10" fmla="*/ 175466 h 175466"/>
                <a:gd name="connsiteX11" fmla="*/ 148892 w 183257"/>
                <a:gd name="connsiteY11" fmla="*/ 133083 h 175466"/>
                <a:gd name="connsiteX12" fmla="*/ 143375 w 183257"/>
                <a:gd name="connsiteY12" fmla="*/ 120786 h 175466"/>
                <a:gd name="connsiteX13" fmla="*/ 131733 w 183257"/>
                <a:gd name="connsiteY13" fmla="*/ 113258 h 175466"/>
                <a:gd name="connsiteX14" fmla="*/ 75533 w 183257"/>
                <a:gd name="connsiteY14" fmla="*/ 107391 h 175466"/>
                <a:gd name="connsiteX15" fmla="*/ 65364 w 183257"/>
                <a:gd name="connsiteY15" fmla="*/ 97338 h 175466"/>
                <a:gd name="connsiteX16" fmla="*/ 59239 w 183257"/>
                <a:gd name="connsiteY16" fmla="*/ 40086 h 175466"/>
                <a:gd name="connsiteX17" fmla="*/ 54049 w 183257"/>
                <a:gd name="connsiteY17" fmla="*/ 31928 h 175466"/>
                <a:gd name="connsiteX18" fmla="*/ 35768 w 183257"/>
                <a:gd name="connsiteY18" fmla="*/ 23021 h 175466"/>
                <a:gd name="connsiteX19" fmla="*/ 0 w 183257"/>
                <a:gd name="connsiteY19" fmla="*/ 1116 h 175466"/>
                <a:gd name="connsiteX20" fmla="*/ 25645 w 183257"/>
                <a:gd name="connsiteY20" fmla="*/ 952 h 17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3257" h="175466">
                  <a:moveTo>
                    <a:pt x="25645" y="952"/>
                  </a:moveTo>
                  <a:cubicBezTo>
                    <a:pt x="50285" y="-2554"/>
                    <a:pt x="68683" y="3009"/>
                    <a:pt x="80442" y="27977"/>
                  </a:cubicBezTo>
                  <a:cubicBezTo>
                    <a:pt x="87806" y="43616"/>
                    <a:pt x="90308" y="42424"/>
                    <a:pt x="77964" y="55235"/>
                  </a:cubicBezTo>
                  <a:cubicBezTo>
                    <a:pt x="70203" y="63300"/>
                    <a:pt x="70016" y="67204"/>
                    <a:pt x="77427" y="75129"/>
                  </a:cubicBezTo>
                  <a:cubicBezTo>
                    <a:pt x="83271" y="81324"/>
                    <a:pt x="89396" y="87239"/>
                    <a:pt x="95311" y="93364"/>
                  </a:cubicBezTo>
                  <a:cubicBezTo>
                    <a:pt x="101739" y="100003"/>
                    <a:pt x="107911" y="100003"/>
                    <a:pt x="114784" y="93668"/>
                  </a:cubicBezTo>
                  <a:cubicBezTo>
                    <a:pt x="128834" y="80717"/>
                    <a:pt x="128834" y="80997"/>
                    <a:pt x="144310" y="92125"/>
                  </a:cubicBezTo>
                  <a:cubicBezTo>
                    <a:pt x="152305" y="97876"/>
                    <a:pt x="160534" y="103370"/>
                    <a:pt x="169114" y="108185"/>
                  </a:cubicBezTo>
                  <a:cubicBezTo>
                    <a:pt x="178021" y="113141"/>
                    <a:pt x="180101" y="119594"/>
                    <a:pt x="175800" y="128524"/>
                  </a:cubicBezTo>
                  <a:cubicBezTo>
                    <a:pt x="171709" y="137033"/>
                    <a:pt x="169862" y="143602"/>
                    <a:pt x="179751" y="151317"/>
                  </a:cubicBezTo>
                  <a:cubicBezTo>
                    <a:pt x="184286" y="154871"/>
                    <a:pt x="182252" y="166863"/>
                    <a:pt x="183257" y="175466"/>
                  </a:cubicBezTo>
                  <a:cubicBezTo>
                    <a:pt x="159225" y="172147"/>
                    <a:pt x="144848" y="153935"/>
                    <a:pt x="148892" y="133083"/>
                  </a:cubicBezTo>
                  <a:cubicBezTo>
                    <a:pt x="150084" y="126864"/>
                    <a:pt x="148565" y="123591"/>
                    <a:pt x="143375" y="120786"/>
                  </a:cubicBezTo>
                  <a:cubicBezTo>
                    <a:pt x="139237" y="118565"/>
                    <a:pt x="135473" y="115690"/>
                    <a:pt x="131733" y="113258"/>
                  </a:cubicBezTo>
                  <a:cubicBezTo>
                    <a:pt x="107631" y="128430"/>
                    <a:pt x="95427" y="127074"/>
                    <a:pt x="75533" y="107391"/>
                  </a:cubicBezTo>
                  <a:cubicBezTo>
                    <a:pt x="72143" y="104048"/>
                    <a:pt x="68754" y="100705"/>
                    <a:pt x="65364" y="97338"/>
                  </a:cubicBezTo>
                  <a:cubicBezTo>
                    <a:pt x="45516" y="77771"/>
                    <a:pt x="43880" y="63604"/>
                    <a:pt x="59239" y="40086"/>
                  </a:cubicBezTo>
                  <a:cubicBezTo>
                    <a:pt x="57602" y="37538"/>
                    <a:pt x="55685" y="34826"/>
                    <a:pt x="54049" y="31928"/>
                  </a:cubicBezTo>
                  <a:cubicBezTo>
                    <a:pt x="49981" y="24751"/>
                    <a:pt x="45937" y="20519"/>
                    <a:pt x="35768" y="23021"/>
                  </a:cubicBezTo>
                  <a:cubicBezTo>
                    <a:pt x="22326" y="26317"/>
                    <a:pt x="8626" y="17153"/>
                    <a:pt x="0" y="1116"/>
                  </a:cubicBezTo>
                  <a:cubicBezTo>
                    <a:pt x="9281" y="1116"/>
                    <a:pt x="17603" y="2074"/>
                    <a:pt x="25645" y="952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81" name="Forme libre 80">
              <a:extLst>
                <a:ext uri="{FF2B5EF4-FFF2-40B4-BE49-F238E27FC236}">
                  <a16:creationId xmlns:a16="http://schemas.microsoft.com/office/drawing/2014/main" id="{9710434B-8D16-01E3-2096-9E9CC9B4BFEC}"/>
                </a:ext>
              </a:extLst>
            </p:cNvPr>
            <p:cNvSpPr/>
            <p:nvPr/>
          </p:nvSpPr>
          <p:spPr>
            <a:xfrm>
              <a:off x="13347859" y="6333078"/>
              <a:ext cx="242303" cy="195082"/>
            </a:xfrm>
            <a:custGeom>
              <a:avLst/>
              <a:gdLst>
                <a:gd name="connsiteX0" fmla="*/ 58701 w 242303"/>
                <a:gd name="connsiteY0" fmla="*/ 188607 h 195082"/>
                <a:gd name="connsiteX1" fmla="*/ 0 w 242303"/>
                <a:gd name="connsiteY1" fmla="*/ 195082 h 195082"/>
                <a:gd name="connsiteX2" fmla="*/ 45890 w 242303"/>
                <a:gd name="connsiteY2" fmla="*/ 164574 h 195082"/>
                <a:gd name="connsiteX3" fmla="*/ 59519 w 242303"/>
                <a:gd name="connsiteY3" fmla="*/ 152138 h 195082"/>
                <a:gd name="connsiteX4" fmla="*/ 59403 w 242303"/>
                <a:gd name="connsiteY4" fmla="*/ 141968 h 195082"/>
                <a:gd name="connsiteX5" fmla="*/ 62044 w 242303"/>
                <a:gd name="connsiteY5" fmla="*/ 97925 h 195082"/>
                <a:gd name="connsiteX6" fmla="*/ 78338 w 242303"/>
                <a:gd name="connsiteY6" fmla="*/ 80976 h 195082"/>
                <a:gd name="connsiteX7" fmla="*/ 135169 w 242303"/>
                <a:gd name="connsiteY7" fmla="*/ 74337 h 195082"/>
                <a:gd name="connsiteX8" fmla="*/ 143539 w 242303"/>
                <a:gd name="connsiteY8" fmla="*/ 69170 h 195082"/>
                <a:gd name="connsiteX9" fmla="*/ 152516 w 242303"/>
                <a:gd name="connsiteY9" fmla="*/ 50842 h 195082"/>
                <a:gd name="connsiteX10" fmla="*/ 170914 w 242303"/>
                <a:gd name="connsiteY10" fmla="*/ 16384 h 195082"/>
                <a:gd name="connsiteX11" fmla="*/ 204671 w 242303"/>
                <a:gd name="connsiteY11" fmla="*/ 2006 h 195082"/>
                <a:gd name="connsiteX12" fmla="*/ 238171 w 242303"/>
                <a:gd name="connsiteY12" fmla="*/ 8622 h 195082"/>
                <a:gd name="connsiteX13" fmla="*/ 236558 w 242303"/>
                <a:gd name="connsiteY13" fmla="*/ 19259 h 195082"/>
                <a:gd name="connsiteX14" fmla="*/ 189218 w 242303"/>
                <a:gd name="connsiteY14" fmla="*/ 34712 h 195082"/>
                <a:gd name="connsiteX15" fmla="*/ 179236 w 242303"/>
                <a:gd name="connsiteY15" fmla="*/ 57482 h 195082"/>
                <a:gd name="connsiteX16" fmla="*/ 172036 w 242303"/>
                <a:gd name="connsiteY16" fmla="*/ 79106 h 195082"/>
                <a:gd name="connsiteX17" fmla="*/ 142416 w 242303"/>
                <a:gd name="connsiteY17" fmla="*/ 99047 h 195082"/>
                <a:gd name="connsiteX18" fmla="*/ 123551 w 242303"/>
                <a:gd name="connsiteY18" fmla="*/ 98229 h 195082"/>
                <a:gd name="connsiteX19" fmla="*/ 94001 w 242303"/>
                <a:gd name="connsiteY19" fmla="*/ 98556 h 195082"/>
                <a:gd name="connsiteX20" fmla="*/ 80910 w 242303"/>
                <a:gd name="connsiteY20" fmla="*/ 111484 h 195082"/>
                <a:gd name="connsiteX21" fmla="*/ 80653 w 242303"/>
                <a:gd name="connsiteY21" fmla="*/ 130139 h 195082"/>
                <a:gd name="connsiteX22" fmla="*/ 87409 w 242303"/>
                <a:gd name="connsiteY22" fmla="*/ 137667 h 195082"/>
                <a:gd name="connsiteX23" fmla="*/ 88484 w 242303"/>
                <a:gd name="connsiteY23" fmla="*/ 151366 h 195082"/>
                <a:gd name="connsiteX24" fmla="*/ 66089 w 242303"/>
                <a:gd name="connsiteY24" fmla="*/ 185474 h 195082"/>
                <a:gd name="connsiteX25" fmla="*/ 58701 w 242303"/>
                <a:gd name="connsiteY25" fmla="*/ 188607 h 195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2303" h="195082">
                  <a:moveTo>
                    <a:pt x="58701" y="188607"/>
                  </a:moveTo>
                  <a:cubicBezTo>
                    <a:pt x="38690" y="182949"/>
                    <a:pt x="19707" y="186222"/>
                    <a:pt x="0" y="195082"/>
                  </a:cubicBezTo>
                  <a:cubicBezTo>
                    <a:pt x="5073" y="172546"/>
                    <a:pt x="25645" y="159244"/>
                    <a:pt x="45890" y="164574"/>
                  </a:cubicBezTo>
                  <a:cubicBezTo>
                    <a:pt x="55054" y="167006"/>
                    <a:pt x="55709" y="156930"/>
                    <a:pt x="59519" y="152138"/>
                  </a:cubicBezTo>
                  <a:cubicBezTo>
                    <a:pt x="61203" y="150034"/>
                    <a:pt x="61016" y="144516"/>
                    <a:pt x="59403" y="141968"/>
                  </a:cubicBezTo>
                  <a:cubicBezTo>
                    <a:pt x="49490" y="126188"/>
                    <a:pt x="49935" y="111975"/>
                    <a:pt x="62044" y="97925"/>
                  </a:cubicBezTo>
                  <a:cubicBezTo>
                    <a:pt x="67141" y="91987"/>
                    <a:pt x="72821" y="86563"/>
                    <a:pt x="78338" y="80976"/>
                  </a:cubicBezTo>
                  <a:cubicBezTo>
                    <a:pt x="98513" y="60451"/>
                    <a:pt x="110459" y="59001"/>
                    <a:pt x="135169" y="74337"/>
                  </a:cubicBezTo>
                  <a:cubicBezTo>
                    <a:pt x="137834" y="72677"/>
                    <a:pt x="140546" y="70643"/>
                    <a:pt x="143539" y="69170"/>
                  </a:cubicBezTo>
                  <a:cubicBezTo>
                    <a:pt x="151323" y="65313"/>
                    <a:pt x="154082" y="60357"/>
                    <a:pt x="152516" y="50842"/>
                  </a:cubicBezTo>
                  <a:cubicBezTo>
                    <a:pt x="150014" y="35577"/>
                    <a:pt x="157074" y="23397"/>
                    <a:pt x="170914" y="16384"/>
                  </a:cubicBezTo>
                  <a:cubicBezTo>
                    <a:pt x="181831" y="10890"/>
                    <a:pt x="193169" y="6098"/>
                    <a:pt x="204671" y="2006"/>
                  </a:cubicBezTo>
                  <a:cubicBezTo>
                    <a:pt x="216804" y="-2318"/>
                    <a:pt x="228212" y="557"/>
                    <a:pt x="238171" y="8622"/>
                  </a:cubicBezTo>
                  <a:cubicBezTo>
                    <a:pt x="243455" y="12877"/>
                    <a:pt x="244436" y="16734"/>
                    <a:pt x="236558" y="19259"/>
                  </a:cubicBezTo>
                  <a:cubicBezTo>
                    <a:pt x="220731" y="24309"/>
                    <a:pt x="204765" y="28914"/>
                    <a:pt x="189218" y="34712"/>
                  </a:cubicBezTo>
                  <a:cubicBezTo>
                    <a:pt x="174210" y="40322"/>
                    <a:pt x="173485" y="42987"/>
                    <a:pt x="179236" y="57482"/>
                  </a:cubicBezTo>
                  <a:cubicBezTo>
                    <a:pt x="184099" y="69755"/>
                    <a:pt x="183164" y="72069"/>
                    <a:pt x="172036" y="79106"/>
                  </a:cubicBezTo>
                  <a:cubicBezTo>
                    <a:pt x="161984" y="85488"/>
                    <a:pt x="151931" y="91940"/>
                    <a:pt x="142416" y="99047"/>
                  </a:cubicBezTo>
                  <a:cubicBezTo>
                    <a:pt x="135450" y="104260"/>
                    <a:pt x="129956" y="104260"/>
                    <a:pt x="123551" y="98229"/>
                  </a:cubicBezTo>
                  <a:cubicBezTo>
                    <a:pt x="108940" y="84483"/>
                    <a:pt x="108051" y="84670"/>
                    <a:pt x="94001" y="98556"/>
                  </a:cubicBezTo>
                  <a:cubicBezTo>
                    <a:pt x="89630" y="102858"/>
                    <a:pt x="85375" y="107299"/>
                    <a:pt x="80910" y="111484"/>
                  </a:cubicBezTo>
                  <a:cubicBezTo>
                    <a:pt x="74294" y="117679"/>
                    <a:pt x="74832" y="123851"/>
                    <a:pt x="80653" y="130139"/>
                  </a:cubicBezTo>
                  <a:cubicBezTo>
                    <a:pt x="82967" y="132641"/>
                    <a:pt x="86450" y="134745"/>
                    <a:pt x="87409" y="137667"/>
                  </a:cubicBezTo>
                  <a:cubicBezTo>
                    <a:pt x="88812" y="141992"/>
                    <a:pt x="90378" y="148000"/>
                    <a:pt x="88484" y="151366"/>
                  </a:cubicBezTo>
                  <a:cubicBezTo>
                    <a:pt x="81845" y="163219"/>
                    <a:pt x="73943" y="174370"/>
                    <a:pt x="66089" y="185474"/>
                  </a:cubicBezTo>
                  <a:cubicBezTo>
                    <a:pt x="64733" y="187391"/>
                    <a:pt x="60758" y="189191"/>
                    <a:pt x="58701" y="188607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83" name="Forme libre 82">
              <a:extLst>
                <a:ext uri="{FF2B5EF4-FFF2-40B4-BE49-F238E27FC236}">
                  <a16:creationId xmlns:a16="http://schemas.microsoft.com/office/drawing/2014/main" id="{7716A415-2052-3B46-16D8-1114B75F7F7C}"/>
                </a:ext>
              </a:extLst>
            </p:cNvPr>
            <p:cNvSpPr/>
            <p:nvPr/>
          </p:nvSpPr>
          <p:spPr>
            <a:xfrm>
              <a:off x="13275587" y="6647433"/>
              <a:ext cx="220974" cy="143796"/>
            </a:xfrm>
            <a:custGeom>
              <a:avLst/>
              <a:gdLst>
                <a:gd name="connsiteX0" fmla="*/ 36925 w 220974"/>
                <a:gd name="connsiteY0" fmla="*/ 0 h 143796"/>
                <a:gd name="connsiteX1" fmla="*/ 50344 w 220974"/>
                <a:gd name="connsiteY1" fmla="*/ 19848 h 143796"/>
                <a:gd name="connsiteX2" fmla="*/ 42559 w 220974"/>
                <a:gd name="connsiteY2" fmla="*/ 23167 h 143796"/>
                <a:gd name="connsiteX3" fmla="*/ 24418 w 220974"/>
                <a:gd name="connsiteY3" fmla="*/ 46101 h 143796"/>
                <a:gd name="connsiteX4" fmla="*/ 24137 w 220974"/>
                <a:gd name="connsiteY4" fmla="*/ 118314 h 143796"/>
                <a:gd name="connsiteX5" fmla="*/ 48918 w 220974"/>
                <a:gd name="connsiteY5" fmla="*/ 118314 h 143796"/>
                <a:gd name="connsiteX6" fmla="*/ 48941 w 220974"/>
                <a:gd name="connsiteY6" fmla="*/ 101249 h 143796"/>
                <a:gd name="connsiteX7" fmla="*/ 60817 w 220974"/>
                <a:gd name="connsiteY7" fmla="*/ 88718 h 143796"/>
                <a:gd name="connsiteX8" fmla="*/ 72739 w 220974"/>
                <a:gd name="connsiteY8" fmla="*/ 100383 h 143796"/>
                <a:gd name="connsiteX9" fmla="*/ 72856 w 220974"/>
                <a:gd name="connsiteY9" fmla="*/ 118384 h 143796"/>
                <a:gd name="connsiteX10" fmla="*/ 147408 w 220974"/>
                <a:gd name="connsiteY10" fmla="*/ 118384 h 143796"/>
                <a:gd name="connsiteX11" fmla="*/ 147408 w 220974"/>
                <a:gd name="connsiteY11" fmla="*/ 102745 h 143796"/>
                <a:gd name="connsiteX12" fmla="*/ 159167 w 220974"/>
                <a:gd name="connsiteY12" fmla="*/ 88648 h 143796"/>
                <a:gd name="connsiteX13" fmla="*/ 171487 w 220974"/>
                <a:gd name="connsiteY13" fmla="*/ 102955 h 143796"/>
                <a:gd name="connsiteX14" fmla="*/ 171510 w 220974"/>
                <a:gd name="connsiteY14" fmla="*/ 118174 h 143796"/>
                <a:gd name="connsiteX15" fmla="*/ 196080 w 220974"/>
                <a:gd name="connsiteY15" fmla="*/ 118174 h 143796"/>
                <a:gd name="connsiteX16" fmla="*/ 196758 w 220974"/>
                <a:gd name="connsiteY16" fmla="*/ 107747 h 143796"/>
                <a:gd name="connsiteX17" fmla="*/ 196921 w 220974"/>
                <a:gd name="connsiteY17" fmla="*/ 62722 h 143796"/>
                <a:gd name="connsiteX18" fmla="*/ 169453 w 220974"/>
                <a:gd name="connsiteY18" fmla="*/ 20198 h 143796"/>
                <a:gd name="connsiteX19" fmla="*/ 183339 w 220974"/>
                <a:gd name="connsiteY19" fmla="*/ 327 h 143796"/>
                <a:gd name="connsiteX20" fmla="*/ 220322 w 220974"/>
                <a:gd name="connsiteY20" fmla="*/ 46521 h 143796"/>
                <a:gd name="connsiteX21" fmla="*/ 220556 w 220974"/>
                <a:gd name="connsiteY21" fmla="*/ 117099 h 143796"/>
                <a:gd name="connsiteX22" fmla="*/ 190656 w 220974"/>
                <a:gd name="connsiteY22" fmla="*/ 143632 h 143796"/>
                <a:gd name="connsiteX23" fmla="*/ 81389 w 220974"/>
                <a:gd name="connsiteY23" fmla="*/ 143726 h 143796"/>
                <a:gd name="connsiteX24" fmla="*/ 29304 w 220974"/>
                <a:gd name="connsiteY24" fmla="*/ 143632 h 143796"/>
                <a:gd name="connsiteX25" fmla="*/ 35 w 220974"/>
                <a:gd name="connsiteY25" fmla="*/ 113639 h 143796"/>
                <a:gd name="connsiteX26" fmla="*/ 35 w 220974"/>
                <a:gd name="connsiteY26" fmla="*/ 50215 h 143796"/>
                <a:gd name="connsiteX27" fmla="*/ 36925 w 220974"/>
                <a:gd name="connsiteY27" fmla="*/ 0 h 14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0974" h="143796">
                  <a:moveTo>
                    <a:pt x="36925" y="0"/>
                  </a:moveTo>
                  <a:cubicBezTo>
                    <a:pt x="41460" y="6709"/>
                    <a:pt x="45645" y="12904"/>
                    <a:pt x="50344" y="19848"/>
                  </a:cubicBezTo>
                  <a:cubicBezTo>
                    <a:pt x="47749" y="20946"/>
                    <a:pt x="45107" y="21998"/>
                    <a:pt x="42559" y="23167"/>
                  </a:cubicBezTo>
                  <a:cubicBezTo>
                    <a:pt x="32670" y="27773"/>
                    <a:pt x="24862" y="35137"/>
                    <a:pt x="24418" y="46101"/>
                  </a:cubicBezTo>
                  <a:cubicBezTo>
                    <a:pt x="23506" y="69876"/>
                    <a:pt x="24137" y="93698"/>
                    <a:pt x="24137" y="118314"/>
                  </a:cubicBezTo>
                  <a:cubicBezTo>
                    <a:pt x="32203" y="118314"/>
                    <a:pt x="39800" y="118314"/>
                    <a:pt x="48918" y="118314"/>
                  </a:cubicBezTo>
                  <a:cubicBezTo>
                    <a:pt x="48918" y="112587"/>
                    <a:pt x="48848" y="106906"/>
                    <a:pt x="48941" y="101249"/>
                  </a:cubicBezTo>
                  <a:cubicBezTo>
                    <a:pt x="49081" y="93487"/>
                    <a:pt x="53359" y="88858"/>
                    <a:pt x="60817" y="88718"/>
                  </a:cubicBezTo>
                  <a:cubicBezTo>
                    <a:pt x="67994" y="88578"/>
                    <a:pt x="71991" y="93604"/>
                    <a:pt x="72739" y="100383"/>
                  </a:cubicBezTo>
                  <a:cubicBezTo>
                    <a:pt x="73371" y="106064"/>
                    <a:pt x="72856" y="111885"/>
                    <a:pt x="72856" y="118384"/>
                  </a:cubicBezTo>
                  <a:cubicBezTo>
                    <a:pt x="97707" y="118384"/>
                    <a:pt x="121716" y="118384"/>
                    <a:pt x="147408" y="118384"/>
                  </a:cubicBezTo>
                  <a:cubicBezTo>
                    <a:pt x="147408" y="113311"/>
                    <a:pt x="147384" y="108028"/>
                    <a:pt x="147408" y="102745"/>
                  </a:cubicBezTo>
                  <a:cubicBezTo>
                    <a:pt x="147454" y="94820"/>
                    <a:pt x="151148" y="89560"/>
                    <a:pt x="159167" y="88648"/>
                  </a:cubicBezTo>
                  <a:cubicBezTo>
                    <a:pt x="166180" y="87830"/>
                    <a:pt x="171183" y="93931"/>
                    <a:pt x="171487" y="102955"/>
                  </a:cubicBezTo>
                  <a:cubicBezTo>
                    <a:pt x="171650" y="107701"/>
                    <a:pt x="171510" y="112470"/>
                    <a:pt x="171510" y="118174"/>
                  </a:cubicBezTo>
                  <a:cubicBezTo>
                    <a:pt x="179645" y="118174"/>
                    <a:pt x="187243" y="118174"/>
                    <a:pt x="196080" y="118174"/>
                  </a:cubicBezTo>
                  <a:cubicBezTo>
                    <a:pt x="196314" y="114924"/>
                    <a:pt x="196734" y="111348"/>
                    <a:pt x="196758" y="107747"/>
                  </a:cubicBezTo>
                  <a:cubicBezTo>
                    <a:pt x="196828" y="92739"/>
                    <a:pt x="196290" y="77707"/>
                    <a:pt x="196921" y="62722"/>
                  </a:cubicBezTo>
                  <a:cubicBezTo>
                    <a:pt x="197763" y="42010"/>
                    <a:pt x="192971" y="25318"/>
                    <a:pt x="169453" y="20198"/>
                  </a:cubicBezTo>
                  <a:cubicBezTo>
                    <a:pt x="174432" y="13045"/>
                    <a:pt x="178897" y="6686"/>
                    <a:pt x="183339" y="327"/>
                  </a:cubicBezTo>
                  <a:cubicBezTo>
                    <a:pt x="203257" y="5681"/>
                    <a:pt x="219504" y="24967"/>
                    <a:pt x="220322" y="46521"/>
                  </a:cubicBezTo>
                  <a:cubicBezTo>
                    <a:pt x="221211" y="70016"/>
                    <a:pt x="221094" y="93581"/>
                    <a:pt x="220556" y="117099"/>
                  </a:cubicBezTo>
                  <a:cubicBezTo>
                    <a:pt x="220182" y="133650"/>
                    <a:pt x="208750" y="143515"/>
                    <a:pt x="190656" y="143632"/>
                  </a:cubicBezTo>
                  <a:cubicBezTo>
                    <a:pt x="154234" y="143866"/>
                    <a:pt x="117812" y="143702"/>
                    <a:pt x="81389" y="143726"/>
                  </a:cubicBezTo>
                  <a:cubicBezTo>
                    <a:pt x="64020" y="143726"/>
                    <a:pt x="46650" y="143936"/>
                    <a:pt x="29304" y="143632"/>
                  </a:cubicBezTo>
                  <a:cubicBezTo>
                    <a:pt x="9620" y="143305"/>
                    <a:pt x="82" y="133323"/>
                    <a:pt x="35" y="113639"/>
                  </a:cubicBezTo>
                  <a:cubicBezTo>
                    <a:pt x="-12" y="92505"/>
                    <a:pt x="-12" y="71349"/>
                    <a:pt x="35" y="50215"/>
                  </a:cubicBezTo>
                  <a:cubicBezTo>
                    <a:pt x="105" y="26978"/>
                    <a:pt x="13898" y="8042"/>
                    <a:pt x="36925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4363547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EDCF15B-FF67-B249-B14E-166AF4C43CFD}"/>
              </a:ext>
            </a:extLst>
          </p:cNvPr>
          <p:cNvSpPr/>
          <p:nvPr/>
        </p:nvSpPr>
        <p:spPr>
          <a:xfrm>
            <a:off x="77821" y="728314"/>
            <a:ext cx="4906787" cy="4415187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Pie chart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5E3420-906C-D275-A226-97A1580BA1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37" name="TextBox 3">
            <a:extLst>
              <a:ext uri="{FF2B5EF4-FFF2-40B4-BE49-F238E27FC236}">
                <a16:creationId xmlns:a16="http://schemas.microsoft.com/office/drawing/2014/main" id="{13BDF7BB-AD7D-2343-B96B-F71F1F60EC47}"/>
              </a:ext>
            </a:extLst>
          </p:cNvPr>
          <p:cNvSpPr txBox="1"/>
          <p:nvPr/>
        </p:nvSpPr>
        <p:spPr>
          <a:xfrm>
            <a:off x="0" y="1228533"/>
            <a:ext cx="498460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1800" b="1" cap="all" spc="150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  <a:p>
            <a:pPr algn="ctr"/>
            <a:r>
              <a:rPr lang="en-US" sz="2000" b="1" cap="all" spc="300" noProof="0" dirty="0">
                <a:solidFill>
                  <a:schemeClr val="accent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Set </a:t>
            </a:r>
            <a:r>
              <a:rPr lang="en-US" sz="2000" b="1" cap="all" spc="300" noProof="0" dirty="0" err="1">
                <a:solidFill>
                  <a:schemeClr val="accent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r>
              <a:rPr lang="en-US" sz="2000" b="1" cap="all" spc="300" noProof="0" dirty="0">
                <a:solidFill>
                  <a:schemeClr val="accent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set </a:t>
            </a:r>
          </a:p>
        </p:txBody>
      </p:sp>
      <p:sp>
        <p:nvSpPr>
          <p:cNvPr id="369" name="Titre 1">
            <a:extLst>
              <a:ext uri="{FF2B5EF4-FFF2-40B4-BE49-F238E27FC236}">
                <a16:creationId xmlns:a16="http://schemas.microsoft.com/office/drawing/2014/main" id="{1043873E-25DF-A04B-93AD-B3B5F5F8C128}"/>
              </a:ext>
            </a:extLst>
          </p:cNvPr>
          <p:cNvSpPr txBox="1">
            <a:spLocks/>
          </p:cNvSpPr>
          <p:nvPr/>
        </p:nvSpPr>
        <p:spPr>
          <a:xfrm>
            <a:off x="540797" y="2321516"/>
            <a:ext cx="1829326" cy="1918270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00000"/>
              </a:lnSpc>
              <a:defRPr/>
            </a:pPr>
            <a:endParaRPr lang="en-US" sz="800" kern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Quis </a:t>
            </a:r>
            <a:r>
              <a:rPr lang="en-US" sz="800" kern="0" noProof="0" dirty="0" err="1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nostrud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exercitation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ullamco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laboris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nisi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aliquip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commodo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consequat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00000"/>
              </a:lnSpc>
              <a:defRPr/>
            </a:pPr>
            <a:endParaRPr lang="en-US" sz="800" kern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00000"/>
              </a:lnSpc>
              <a:defRPr/>
            </a:pPr>
            <a:endParaRPr lang="en-US" sz="800" kern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Quis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nostrud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exercitation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ullamco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laboris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nisi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aliquip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commodo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consequat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00000"/>
              </a:lnSpc>
              <a:defRPr/>
            </a:pPr>
            <a:endParaRPr lang="en-US" sz="800" kern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1" name="Прямая соединительная линия 9">
            <a:extLst>
              <a:ext uri="{FF2B5EF4-FFF2-40B4-BE49-F238E27FC236}">
                <a16:creationId xmlns:a16="http://schemas.microsoft.com/office/drawing/2014/main" id="{D55547A3-41C8-7D45-B5A9-394DFEA48FD9}"/>
              </a:ext>
            </a:extLst>
          </p:cNvPr>
          <p:cNvCxnSpPr>
            <a:cxnSpLocks/>
          </p:cNvCxnSpPr>
          <p:nvPr/>
        </p:nvCxnSpPr>
        <p:spPr>
          <a:xfrm flipV="1">
            <a:off x="457200" y="2366895"/>
            <a:ext cx="0" cy="577491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Titre 1">
            <a:extLst>
              <a:ext uri="{FF2B5EF4-FFF2-40B4-BE49-F238E27FC236}">
                <a16:creationId xmlns:a16="http://schemas.microsoft.com/office/drawing/2014/main" id="{78440F69-5470-B644-B9AE-AD9006E9143E}"/>
              </a:ext>
            </a:extLst>
          </p:cNvPr>
          <p:cNvSpPr txBox="1">
            <a:spLocks/>
          </p:cNvSpPr>
          <p:nvPr/>
        </p:nvSpPr>
        <p:spPr>
          <a:xfrm>
            <a:off x="2616459" y="2944386"/>
            <a:ext cx="1849165" cy="149426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</p:txBody>
      </p:sp>
      <p:sp>
        <p:nvSpPr>
          <p:cNvPr id="373" name="Titre 1">
            <a:extLst>
              <a:ext uri="{FF2B5EF4-FFF2-40B4-BE49-F238E27FC236}">
                <a16:creationId xmlns:a16="http://schemas.microsoft.com/office/drawing/2014/main" id="{6EC8F841-CD32-CA48-A35C-008AB0D1F6E7}"/>
              </a:ext>
            </a:extLst>
          </p:cNvPr>
          <p:cNvSpPr txBox="1">
            <a:spLocks/>
          </p:cNvSpPr>
          <p:nvPr/>
        </p:nvSpPr>
        <p:spPr>
          <a:xfrm>
            <a:off x="2616459" y="2321516"/>
            <a:ext cx="1849165" cy="546670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00000"/>
              </a:lnSpc>
              <a:defRPr/>
            </a:pPr>
            <a:endParaRPr lang="en-US" sz="800" b="1" kern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1B88EC29-86DA-56DA-7FC8-8E11462621A6}"/>
              </a:ext>
            </a:extLst>
          </p:cNvPr>
          <p:cNvGrpSpPr/>
          <p:nvPr/>
        </p:nvGrpSpPr>
        <p:grpSpPr>
          <a:xfrm>
            <a:off x="5159304" y="1309311"/>
            <a:ext cx="3810000" cy="3304840"/>
            <a:chOff x="10318608" y="2618622"/>
            <a:chExt cx="7620000" cy="6609679"/>
          </a:xfrm>
        </p:grpSpPr>
        <p:sp>
          <p:nvSpPr>
            <p:cNvPr id="376" name="Titre 1">
              <a:extLst>
                <a:ext uri="{FF2B5EF4-FFF2-40B4-BE49-F238E27FC236}">
                  <a16:creationId xmlns:a16="http://schemas.microsoft.com/office/drawing/2014/main" id="{86D74F65-2789-6C4C-8E94-96C4C273F75D}"/>
                </a:ext>
              </a:extLst>
            </p:cNvPr>
            <p:cNvSpPr txBox="1">
              <a:spLocks/>
            </p:cNvSpPr>
            <p:nvPr/>
          </p:nvSpPr>
          <p:spPr>
            <a:xfrm>
              <a:off x="11326426" y="2618622"/>
              <a:ext cx="5833014" cy="848477"/>
            </a:xfrm>
            <a:prstGeom prst="rect">
              <a:avLst/>
            </a:prstGeom>
          </p:spPr>
          <p:txBody>
            <a:bodyPr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defRPr/>
              </a:pPr>
              <a:r>
                <a:rPr lang="en-US" sz="1200" b="1" kern="0" cap="all" spc="150" noProof="0" dirty="0">
                  <a:solidFill>
                    <a:schemeClr val="accent4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Lorem ipsum </a:t>
              </a:r>
              <a:br>
                <a:rPr lang="en-US" sz="1200" b="1" kern="0" cap="all" spc="150" noProof="0" dirty="0">
                  <a:solidFill>
                    <a:schemeClr val="accent4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</a:br>
              <a:r>
                <a:rPr lang="en-US" sz="1200" b="1" kern="0" cap="all" spc="150" noProof="0" dirty="0">
                  <a:solidFill>
                    <a:schemeClr val="accent5">
                      <a:lumMod val="50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dolor set </a:t>
              </a:r>
              <a:r>
                <a:rPr lang="en-US" sz="1200" b="1" kern="0" cap="all" spc="150" noProof="0" dirty="0" err="1">
                  <a:solidFill>
                    <a:schemeClr val="accent5">
                      <a:lumMod val="50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amet</a:t>
              </a:r>
              <a:endParaRPr lang="en-US" sz="900" b="1" kern="0" cap="all" noProof="0" dirty="0">
                <a:solidFill>
                  <a:schemeClr val="accent5">
                    <a:lumMod val="50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91B8221F-5B50-5C4B-8B4E-B0EDD69E7BFE}"/>
                </a:ext>
              </a:extLst>
            </p:cNvPr>
            <p:cNvGrpSpPr/>
            <p:nvPr/>
          </p:nvGrpSpPr>
          <p:grpSpPr>
            <a:xfrm>
              <a:off x="10318608" y="3894301"/>
              <a:ext cx="7620000" cy="5334000"/>
              <a:chOff x="9609122" y="4018892"/>
              <a:chExt cx="7620000" cy="5334000"/>
            </a:xfrm>
          </p:grpSpPr>
          <p:graphicFrame>
            <p:nvGraphicFramePr>
              <p:cNvPr id="13" name="Graphique 12">
                <a:extLst>
                  <a:ext uri="{FF2B5EF4-FFF2-40B4-BE49-F238E27FC236}">
                    <a16:creationId xmlns:a16="http://schemas.microsoft.com/office/drawing/2014/main" id="{C01A368D-264F-6840-893B-F9F87A370CA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05831984"/>
                  </p:ext>
                </p:extLst>
              </p:nvPr>
            </p:nvGraphicFramePr>
            <p:xfrm>
              <a:off x="9609122" y="4018892"/>
              <a:ext cx="7620000" cy="53340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14" name="TextBox 1">
                <a:extLst>
                  <a:ext uri="{FF2B5EF4-FFF2-40B4-BE49-F238E27FC236}">
                    <a16:creationId xmlns:a16="http://schemas.microsoft.com/office/drawing/2014/main" id="{437BAB58-ED25-D347-8D90-A004DA4D70C8}"/>
                  </a:ext>
                </a:extLst>
              </p:cNvPr>
              <p:cNvSpPr txBox="1"/>
              <p:nvPr/>
            </p:nvSpPr>
            <p:spPr>
              <a:xfrm>
                <a:off x="12352322" y="6609692"/>
                <a:ext cx="2364502" cy="1106074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457200">
                  <a:lnSpc>
                    <a:spcPct val="70000"/>
                  </a:lnSpc>
                  <a:defRPr/>
                </a:pPr>
                <a:r>
                  <a:rPr lang="en-US" sz="3000" b="1" spc="150" noProof="0" dirty="0">
                    <a:solidFill>
                      <a:srgbClr val="063D67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</a:t>
                </a:r>
                <a:endParaRPr lang="en-US" sz="2000" b="1" spc="150" noProof="0" dirty="0">
                  <a:solidFill>
                    <a:srgbClr val="063D6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 defTabSz="457200">
                  <a:lnSpc>
                    <a:spcPct val="70000"/>
                  </a:lnSpc>
                  <a:defRPr/>
                </a:pPr>
                <a:r>
                  <a:rPr lang="en-US" sz="1200" noProof="0" dirty="0">
                    <a:solidFill>
                      <a:srgbClr val="063D67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consultants</a:t>
                </a:r>
              </a:p>
            </p:txBody>
          </p:sp>
          <p:sp>
            <p:nvSpPr>
              <p:cNvPr id="3" name="Graphique 9">
                <a:extLst>
                  <a:ext uri="{FF2B5EF4-FFF2-40B4-BE49-F238E27FC236}">
                    <a16:creationId xmlns:a16="http://schemas.microsoft.com/office/drawing/2014/main" id="{F8FBF4C0-4482-A34C-8C41-081986EFB30C}"/>
                  </a:ext>
                </a:extLst>
              </p:cNvPr>
              <p:cNvSpPr/>
              <p:nvPr/>
            </p:nvSpPr>
            <p:spPr>
              <a:xfrm>
                <a:off x="13191849" y="5558528"/>
                <a:ext cx="683197" cy="785463"/>
              </a:xfrm>
              <a:custGeom>
                <a:avLst/>
                <a:gdLst>
                  <a:gd name="connsiteX0" fmla="*/ 658771 w 683197"/>
                  <a:gd name="connsiteY0" fmla="*/ 587962 h 785463"/>
                  <a:gd name="connsiteX1" fmla="*/ 649278 w 683197"/>
                  <a:gd name="connsiteY1" fmla="*/ 576818 h 785463"/>
                  <a:gd name="connsiteX2" fmla="*/ 456730 w 683197"/>
                  <a:gd name="connsiteY2" fmla="*/ 497983 h 785463"/>
                  <a:gd name="connsiteX3" fmla="*/ 456730 w 683197"/>
                  <a:gd name="connsiteY3" fmla="*/ 464757 h 785463"/>
                  <a:gd name="connsiteX4" fmla="*/ 512658 w 683197"/>
                  <a:gd name="connsiteY4" fmla="*/ 371475 h 785463"/>
                  <a:gd name="connsiteX5" fmla="*/ 564458 w 683197"/>
                  <a:gd name="connsiteY5" fmla="*/ 277162 h 785463"/>
                  <a:gd name="connsiteX6" fmla="*/ 532883 w 683197"/>
                  <a:gd name="connsiteY6" fmla="*/ 221440 h 785463"/>
                  <a:gd name="connsiteX7" fmla="*/ 493052 w 683197"/>
                  <a:gd name="connsiteY7" fmla="*/ 56753 h 785463"/>
                  <a:gd name="connsiteX8" fmla="*/ 355194 w 683197"/>
                  <a:gd name="connsiteY8" fmla="*/ 0 h 785463"/>
                  <a:gd name="connsiteX9" fmla="*/ 329810 w 683197"/>
                  <a:gd name="connsiteY9" fmla="*/ 0 h 785463"/>
                  <a:gd name="connsiteX10" fmla="*/ 192157 w 683197"/>
                  <a:gd name="connsiteY10" fmla="*/ 56753 h 785463"/>
                  <a:gd name="connsiteX11" fmla="*/ 152740 w 683197"/>
                  <a:gd name="connsiteY11" fmla="*/ 221028 h 785463"/>
                  <a:gd name="connsiteX12" fmla="*/ 121990 w 683197"/>
                  <a:gd name="connsiteY12" fmla="*/ 275923 h 785463"/>
                  <a:gd name="connsiteX13" fmla="*/ 173996 w 683197"/>
                  <a:gd name="connsiteY13" fmla="*/ 370237 h 785463"/>
                  <a:gd name="connsiteX14" fmla="*/ 238385 w 683197"/>
                  <a:gd name="connsiteY14" fmla="*/ 465582 h 785463"/>
                  <a:gd name="connsiteX15" fmla="*/ 237766 w 683197"/>
                  <a:gd name="connsiteY15" fmla="*/ 498396 h 785463"/>
                  <a:gd name="connsiteX16" fmla="*/ 36551 w 683197"/>
                  <a:gd name="connsiteY16" fmla="*/ 576612 h 785463"/>
                  <a:gd name="connsiteX17" fmla="*/ 27264 w 683197"/>
                  <a:gd name="connsiteY17" fmla="*/ 587343 h 785463"/>
                  <a:gd name="connsiteX18" fmla="*/ 4150 w 683197"/>
                  <a:gd name="connsiteY18" fmla="*/ 769160 h 785463"/>
                  <a:gd name="connsiteX19" fmla="*/ 24374 w 683197"/>
                  <a:gd name="connsiteY19" fmla="*/ 785463 h 785463"/>
                  <a:gd name="connsiteX20" fmla="*/ 47282 w 683197"/>
                  <a:gd name="connsiteY20" fmla="*/ 785463 h 785463"/>
                  <a:gd name="connsiteX21" fmla="*/ 41916 w 683197"/>
                  <a:gd name="connsiteY21" fmla="*/ 744395 h 785463"/>
                  <a:gd name="connsiteX22" fmla="*/ 63173 w 683197"/>
                  <a:gd name="connsiteY22" fmla="*/ 609425 h 785463"/>
                  <a:gd name="connsiteX23" fmla="*/ 166773 w 683197"/>
                  <a:gd name="connsiteY23" fmla="*/ 566912 h 785463"/>
                  <a:gd name="connsiteX24" fmla="*/ 324031 w 683197"/>
                  <a:gd name="connsiteY24" fmla="*/ 642445 h 785463"/>
                  <a:gd name="connsiteX25" fmla="*/ 331873 w 683197"/>
                  <a:gd name="connsiteY25" fmla="*/ 642652 h 785463"/>
                  <a:gd name="connsiteX26" fmla="*/ 500482 w 683197"/>
                  <a:gd name="connsiteY26" fmla="*/ 562372 h 785463"/>
                  <a:gd name="connsiteX27" fmla="*/ 503164 w 683197"/>
                  <a:gd name="connsiteY27" fmla="*/ 559483 h 785463"/>
                  <a:gd name="connsiteX28" fmla="*/ 622037 w 683197"/>
                  <a:gd name="connsiteY28" fmla="*/ 609425 h 785463"/>
                  <a:gd name="connsiteX29" fmla="*/ 640817 w 683197"/>
                  <a:gd name="connsiteY29" fmla="*/ 744395 h 785463"/>
                  <a:gd name="connsiteX30" fmla="*/ 641436 w 683197"/>
                  <a:gd name="connsiteY30" fmla="*/ 785463 h 785463"/>
                  <a:gd name="connsiteX31" fmla="*/ 658565 w 683197"/>
                  <a:gd name="connsiteY31" fmla="*/ 785463 h 785463"/>
                  <a:gd name="connsiteX32" fmla="*/ 678790 w 683197"/>
                  <a:gd name="connsiteY32" fmla="*/ 769160 h 785463"/>
                  <a:gd name="connsiteX33" fmla="*/ 658771 w 683197"/>
                  <a:gd name="connsiteY33" fmla="*/ 587962 h 785463"/>
                  <a:gd name="connsiteX34" fmla="*/ 326095 w 683197"/>
                  <a:gd name="connsiteY34" fmla="*/ 601377 h 785463"/>
                  <a:gd name="connsiteX35" fmla="*/ 210525 w 683197"/>
                  <a:gd name="connsiteY35" fmla="*/ 551434 h 785463"/>
                  <a:gd name="connsiteX36" fmla="*/ 264389 w 683197"/>
                  <a:gd name="connsiteY36" fmla="*/ 533273 h 785463"/>
                  <a:gd name="connsiteX37" fmla="*/ 278629 w 683197"/>
                  <a:gd name="connsiteY37" fmla="*/ 514080 h 785463"/>
                  <a:gd name="connsiteX38" fmla="*/ 279660 w 683197"/>
                  <a:gd name="connsiteY38" fmla="*/ 454851 h 785463"/>
                  <a:gd name="connsiteX39" fmla="*/ 269135 w 683197"/>
                  <a:gd name="connsiteY39" fmla="*/ 436483 h 785463"/>
                  <a:gd name="connsiteX40" fmla="*/ 212176 w 683197"/>
                  <a:gd name="connsiteY40" fmla="*/ 354140 h 785463"/>
                  <a:gd name="connsiteX41" fmla="*/ 203714 w 683197"/>
                  <a:gd name="connsiteY41" fmla="*/ 341344 h 785463"/>
                  <a:gd name="connsiteX42" fmla="*/ 162646 w 683197"/>
                  <a:gd name="connsiteY42" fmla="*/ 275923 h 785463"/>
                  <a:gd name="connsiteX43" fmla="*/ 165741 w 683197"/>
                  <a:gd name="connsiteY43" fmla="*/ 260239 h 785463"/>
                  <a:gd name="connsiteX44" fmla="*/ 166567 w 683197"/>
                  <a:gd name="connsiteY44" fmla="*/ 260239 h 785463"/>
                  <a:gd name="connsiteX45" fmla="*/ 168837 w 683197"/>
                  <a:gd name="connsiteY45" fmla="*/ 260445 h 785463"/>
                  <a:gd name="connsiteX46" fmla="*/ 189268 w 683197"/>
                  <a:gd name="connsiteY46" fmla="*/ 257350 h 785463"/>
                  <a:gd name="connsiteX47" fmla="*/ 196078 w 683197"/>
                  <a:gd name="connsiteY47" fmla="*/ 236919 h 785463"/>
                  <a:gd name="connsiteX48" fmla="*/ 223526 w 683197"/>
                  <a:gd name="connsiteY48" fmla="*/ 82963 h 785463"/>
                  <a:gd name="connsiteX49" fmla="*/ 329397 w 683197"/>
                  <a:gd name="connsiteY49" fmla="*/ 41275 h 785463"/>
                  <a:gd name="connsiteX50" fmla="*/ 354781 w 683197"/>
                  <a:gd name="connsiteY50" fmla="*/ 41275 h 785463"/>
                  <a:gd name="connsiteX51" fmla="*/ 460651 w 683197"/>
                  <a:gd name="connsiteY51" fmla="*/ 82756 h 785463"/>
                  <a:gd name="connsiteX52" fmla="*/ 488718 w 683197"/>
                  <a:gd name="connsiteY52" fmla="*/ 236712 h 785463"/>
                  <a:gd name="connsiteX53" fmla="*/ 495116 w 683197"/>
                  <a:gd name="connsiteY53" fmla="*/ 256730 h 785463"/>
                  <a:gd name="connsiteX54" fmla="*/ 515134 w 683197"/>
                  <a:gd name="connsiteY54" fmla="*/ 260445 h 785463"/>
                  <a:gd name="connsiteX55" fmla="*/ 517198 w 683197"/>
                  <a:gd name="connsiteY55" fmla="*/ 260239 h 785463"/>
                  <a:gd name="connsiteX56" fmla="*/ 519262 w 683197"/>
                  <a:gd name="connsiteY56" fmla="*/ 260652 h 785463"/>
                  <a:gd name="connsiteX57" fmla="*/ 522564 w 683197"/>
                  <a:gd name="connsiteY57" fmla="*/ 277162 h 785463"/>
                  <a:gd name="connsiteX58" fmla="*/ 482940 w 683197"/>
                  <a:gd name="connsiteY58" fmla="*/ 341963 h 785463"/>
                  <a:gd name="connsiteX59" fmla="*/ 475304 w 683197"/>
                  <a:gd name="connsiteY59" fmla="*/ 351869 h 785463"/>
                  <a:gd name="connsiteX60" fmla="*/ 422266 w 683197"/>
                  <a:gd name="connsiteY60" fmla="*/ 439992 h 785463"/>
                  <a:gd name="connsiteX61" fmla="*/ 415042 w 683197"/>
                  <a:gd name="connsiteY61" fmla="*/ 455676 h 785463"/>
                  <a:gd name="connsiteX62" fmla="*/ 415042 w 683197"/>
                  <a:gd name="connsiteY62" fmla="*/ 512842 h 785463"/>
                  <a:gd name="connsiteX63" fmla="*/ 428869 w 683197"/>
                  <a:gd name="connsiteY63" fmla="*/ 532241 h 785463"/>
                  <a:gd name="connsiteX64" fmla="*/ 460651 w 683197"/>
                  <a:gd name="connsiteY64" fmla="*/ 543592 h 785463"/>
                  <a:gd name="connsiteX65" fmla="*/ 326095 w 683197"/>
                  <a:gd name="connsiteY65" fmla="*/ 601377 h 785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683197" h="785463">
                    <a:moveTo>
                      <a:pt x="658771" y="587962"/>
                    </a:moveTo>
                    <a:cubicBezTo>
                      <a:pt x="657120" y="583216"/>
                      <a:pt x="653612" y="579088"/>
                      <a:pt x="649278" y="576818"/>
                    </a:cubicBezTo>
                    <a:cubicBezTo>
                      <a:pt x="601605" y="550609"/>
                      <a:pt x="495116" y="511810"/>
                      <a:pt x="456730" y="497983"/>
                    </a:cubicBezTo>
                    <a:lnTo>
                      <a:pt x="456730" y="464757"/>
                    </a:lnTo>
                    <a:cubicBezTo>
                      <a:pt x="486035" y="435658"/>
                      <a:pt x="506054" y="387985"/>
                      <a:pt x="512658" y="371475"/>
                    </a:cubicBezTo>
                    <a:cubicBezTo>
                      <a:pt x="526898" y="359918"/>
                      <a:pt x="564458" y="324834"/>
                      <a:pt x="564458" y="277162"/>
                    </a:cubicBezTo>
                    <a:cubicBezTo>
                      <a:pt x="564458" y="243935"/>
                      <a:pt x="550012" y="227219"/>
                      <a:pt x="532883" y="221440"/>
                    </a:cubicBezTo>
                    <a:cubicBezTo>
                      <a:pt x="536391" y="183880"/>
                      <a:pt x="536391" y="109379"/>
                      <a:pt x="493052" y="56753"/>
                    </a:cubicBezTo>
                    <a:cubicBezTo>
                      <a:pt x="462096" y="19193"/>
                      <a:pt x="415661" y="0"/>
                      <a:pt x="355194" y="0"/>
                    </a:cubicBezTo>
                    <a:lnTo>
                      <a:pt x="329810" y="0"/>
                    </a:lnTo>
                    <a:cubicBezTo>
                      <a:pt x="269342" y="0"/>
                      <a:pt x="222907" y="18987"/>
                      <a:pt x="192157" y="56753"/>
                    </a:cubicBezTo>
                    <a:cubicBezTo>
                      <a:pt x="149231" y="109172"/>
                      <a:pt x="149231" y="183261"/>
                      <a:pt x="152740" y="221028"/>
                    </a:cubicBezTo>
                    <a:cubicBezTo>
                      <a:pt x="136230" y="226600"/>
                      <a:pt x="121990" y="242903"/>
                      <a:pt x="121990" y="275923"/>
                    </a:cubicBezTo>
                    <a:cubicBezTo>
                      <a:pt x="121783" y="322771"/>
                      <a:pt x="158725" y="357854"/>
                      <a:pt x="173996" y="370237"/>
                    </a:cubicBezTo>
                    <a:cubicBezTo>
                      <a:pt x="179362" y="389017"/>
                      <a:pt x="196491" y="436483"/>
                      <a:pt x="238385" y="465582"/>
                    </a:cubicBezTo>
                    <a:lnTo>
                      <a:pt x="237766" y="498396"/>
                    </a:lnTo>
                    <a:cubicBezTo>
                      <a:pt x="197936" y="511604"/>
                      <a:pt x="84636" y="550402"/>
                      <a:pt x="36551" y="576612"/>
                    </a:cubicBezTo>
                    <a:cubicBezTo>
                      <a:pt x="32217" y="578882"/>
                      <a:pt x="28915" y="582803"/>
                      <a:pt x="27264" y="587343"/>
                    </a:cubicBezTo>
                    <a:cubicBezTo>
                      <a:pt x="25613" y="591677"/>
                      <a:pt x="-12360" y="693214"/>
                      <a:pt x="4150" y="769160"/>
                    </a:cubicBezTo>
                    <a:cubicBezTo>
                      <a:pt x="6213" y="778653"/>
                      <a:pt x="14675" y="785463"/>
                      <a:pt x="24374" y="785463"/>
                    </a:cubicBezTo>
                    <a:lnTo>
                      <a:pt x="47282" y="785463"/>
                    </a:lnTo>
                    <a:lnTo>
                      <a:pt x="41916" y="744395"/>
                    </a:lnTo>
                    <a:cubicBezTo>
                      <a:pt x="36963" y="693007"/>
                      <a:pt x="56156" y="630269"/>
                      <a:pt x="63173" y="609425"/>
                    </a:cubicBezTo>
                    <a:cubicBezTo>
                      <a:pt x="88557" y="596630"/>
                      <a:pt x="128800" y="580739"/>
                      <a:pt x="166773" y="566912"/>
                    </a:cubicBezTo>
                    <a:cubicBezTo>
                      <a:pt x="184109" y="584867"/>
                      <a:pt x="242513" y="639143"/>
                      <a:pt x="324031" y="642445"/>
                    </a:cubicBezTo>
                    <a:cubicBezTo>
                      <a:pt x="326714" y="642652"/>
                      <a:pt x="329190" y="642652"/>
                      <a:pt x="331873" y="642652"/>
                    </a:cubicBezTo>
                    <a:cubicBezTo>
                      <a:pt x="390484" y="642652"/>
                      <a:pt x="447237" y="615617"/>
                      <a:pt x="500482" y="562372"/>
                    </a:cubicBezTo>
                    <a:cubicBezTo>
                      <a:pt x="501514" y="561546"/>
                      <a:pt x="502545" y="560515"/>
                      <a:pt x="503164" y="559483"/>
                    </a:cubicBezTo>
                    <a:cubicBezTo>
                      <a:pt x="544027" y="574961"/>
                      <a:pt x="592319" y="594360"/>
                      <a:pt x="622037" y="609425"/>
                    </a:cubicBezTo>
                    <a:cubicBezTo>
                      <a:pt x="628641" y="630682"/>
                      <a:pt x="646182" y="693007"/>
                      <a:pt x="640817" y="744395"/>
                    </a:cubicBezTo>
                    <a:lnTo>
                      <a:pt x="641436" y="785463"/>
                    </a:lnTo>
                    <a:lnTo>
                      <a:pt x="658565" y="785463"/>
                    </a:lnTo>
                    <a:cubicBezTo>
                      <a:pt x="668264" y="785463"/>
                      <a:pt x="676726" y="778653"/>
                      <a:pt x="678790" y="769160"/>
                    </a:cubicBezTo>
                    <a:cubicBezTo>
                      <a:pt x="695300" y="693420"/>
                      <a:pt x="660216" y="592090"/>
                      <a:pt x="658771" y="587962"/>
                    </a:cubicBezTo>
                    <a:close/>
                    <a:moveTo>
                      <a:pt x="326095" y="601377"/>
                    </a:moveTo>
                    <a:cubicBezTo>
                      <a:pt x="274295" y="599313"/>
                      <a:pt x="232607" y="570627"/>
                      <a:pt x="210525" y="551434"/>
                    </a:cubicBezTo>
                    <a:cubicBezTo>
                      <a:pt x="241275" y="540703"/>
                      <a:pt x="263770" y="533479"/>
                      <a:pt x="264389" y="533273"/>
                    </a:cubicBezTo>
                    <a:cubicBezTo>
                      <a:pt x="272850" y="530590"/>
                      <a:pt x="278422" y="522748"/>
                      <a:pt x="278629" y="514080"/>
                    </a:cubicBezTo>
                    <a:lnTo>
                      <a:pt x="279660" y="454851"/>
                    </a:lnTo>
                    <a:cubicBezTo>
                      <a:pt x="279867" y="447215"/>
                      <a:pt x="275739" y="440198"/>
                      <a:pt x="269135" y="436483"/>
                    </a:cubicBezTo>
                    <a:cubicBezTo>
                      <a:pt x="224971" y="411718"/>
                      <a:pt x="212382" y="354552"/>
                      <a:pt x="212176" y="354140"/>
                    </a:cubicBezTo>
                    <a:cubicBezTo>
                      <a:pt x="211144" y="348980"/>
                      <a:pt x="208048" y="344440"/>
                      <a:pt x="203714" y="341344"/>
                    </a:cubicBezTo>
                    <a:cubicBezTo>
                      <a:pt x="203302" y="341138"/>
                      <a:pt x="162646" y="312039"/>
                      <a:pt x="162646" y="275923"/>
                    </a:cubicBezTo>
                    <a:cubicBezTo>
                      <a:pt x="163058" y="264779"/>
                      <a:pt x="165329" y="260858"/>
                      <a:pt x="165741" y="260239"/>
                    </a:cubicBezTo>
                    <a:cubicBezTo>
                      <a:pt x="165948" y="260239"/>
                      <a:pt x="166154" y="260239"/>
                      <a:pt x="166567" y="260239"/>
                    </a:cubicBezTo>
                    <a:cubicBezTo>
                      <a:pt x="167392" y="260239"/>
                      <a:pt x="168424" y="260445"/>
                      <a:pt x="168837" y="260445"/>
                    </a:cubicBezTo>
                    <a:cubicBezTo>
                      <a:pt x="175854" y="263335"/>
                      <a:pt x="183490" y="262096"/>
                      <a:pt x="189268" y="257350"/>
                    </a:cubicBezTo>
                    <a:cubicBezTo>
                      <a:pt x="195253" y="252603"/>
                      <a:pt x="197523" y="244554"/>
                      <a:pt x="196078" y="236919"/>
                    </a:cubicBezTo>
                    <a:cubicBezTo>
                      <a:pt x="195872" y="235887"/>
                      <a:pt x="177092" y="139716"/>
                      <a:pt x="223526" y="82963"/>
                    </a:cubicBezTo>
                    <a:cubicBezTo>
                      <a:pt x="246228" y="55309"/>
                      <a:pt x="281724" y="41275"/>
                      <a:pt x="329397" y="41275"/>
                    </a:cubicBezTo>
                    <a:lnTo>
                      <a:pt x="354781" y="41275"/>
                    </a:lnTo>
                    <a:cubicBezTo>
                      <a:pt x="402247" y="41275"/>
                      <a:pt x="437950" y="55309"/>
                      <a:pt x="460651" y="82756"/>
                    </a:cubicBezTo>
                    <a:cubicBezTo>
                      <a:pt x="507086" y="139097"/>
                      <a:pt x="488925" y="235887"/>
                      <a:pt x="488718" y="236712"/>
                    </a:cubicBezTo>
                    <a:cubicBezTo>
                      <a:pt x="487274" y="244142"/>
                      <a:pt x="489337" y="251984"/>
                      <a:pt x="495116" y="256730"/>
                    </a:cubicBezTo>
                    <a:cubicBezTo>
                      <a:pt x="500894" y="261477"/>
                      <a:pt x="508118" y="263128"/>
                      <a:pt x="515134" y="260445"/>
                    </a:cubicBezTo>
                    <a:cubicBezTo>
                      <a:pt x="515547" y="260445"/>
                      <a:pt x="516373" y="260239"/>
                      <a:pt x="517198" y="260239"/>
                    </a:cubicBezTo>
                    <a:cubicBezTo>
                      <a:pt x="517611" y="260239"/>
                      <a:pt x="518849" y="260239"/>
                      <a:pt x="519262" y="260652"/>
                    </a:cubicBezTo>
                    <a:cubicBezTo>
                      <a:pt x="520500" y="261890"/>
                      <a:pt x="522564" y="266843"/>
                      <a:pt x="522564" y="277162"/>
                    </a:cubicBezTo>
                    <a:cubicBezTo>
                      <a:pt x="522564" y="313277"/>
                      <a:pt x="483146" y="341551"/>
                      <a:pt x="482940" y="341963"/>
                    </a:cubicBezTo>
                    <a:cubicBezTo>
                      <a:pt x="479431" y="344440"/>
                      <a:pt x="476749" y="347948"/>
                      <a:pt x="475304" y="351869"/>
                    </a:cubicBezTo>
                    <a:cubicBezTo>
                      <a:pt x="469113" y="369205"/>
                      <a:pt x="447650" y="418529"/>
                      <a:pt x="422266" y="439992"/>
                    </a:cubicBezTo>
                    <a:cubicBezTo>
                      <a:pt x="417519" y="443913"/>
                      <a:pt x="415042" y="449691"/>
                      <a:pt x="415042" y="455676"/>
                    </a:cubicBezTo>
                    <a:lnTo>
                      <a:pt x="415042" y="512842"/>
                    </a:lnTo>
                    <a:cubicBezTo>
                      <a:pt x="415042" y="521716"/>
                      <a:pt x="420614" y="529352"/>
                      <a:pt x="428869" y="532241"/>
                    </a:cubicBezTo>
                    <a:cubicBezTo>
                      <a:pt x="429282" y="532448"/>
                      <a:pt x="441665" y="536781"/>
                      <a:pt x="460651" y="543592"/>
                    </a:cubicBezTo>
                    <a:cubicBezTo>
                      <a:pt x="416900" y="583629"/>
                      <a:pt x="371704" y="603028"/>
                      <a:pt x="326095" y="601377"/>
                    </a:cubicBezTo>
                    <a:close/>
                  </a:path>
                </a:pathLst>
              </a:custGeom>
              <a:solidFill>
                <a:srgbClr val="063D67"/>
              </a:solidFill>
              <a:ln w="20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290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9BFE08-633F-5FA6-5C4B-EE94D4E9CE5B}"/>
              </a:ext>
            </a:extLst>
          </p:cNvPr>
          <p:cNvSpPr/>
          <p:nvPr/>
        </p:nvSpPr>
        <p:spPr>
          <a:xfrm>
            <a:off x="3505200" y="2178051"/>
            <a:ext cx="914400" cy="91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25DFEB-D823-6B22-937D-8E380F09FC77}"/>
              </a:ext>
            </a:extLst>
          </p:cNvPr>
          <p:cNvSpPr/>
          <p:nvPr/>
        </p:nvSpPr>
        <p:spPr>
          <a:xfrm>
            <a:off x="4495800" y="3168651"/>
            <a:ext cx="914400" cy="9144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01BED4-D375-4F23-58AC-0B4F9A389D9C}"/>
              </a:ext>
            </a:extLst>
          </p:cNvPr>
          <p:cNvSpPr/>
          <p:nvPr/>
        </p:nvSpPr>
        <p:spPr>
          <a:xfrm>
            <a:off x="4495800" y="2038350"/>
            <a:ext cx="1066801" cy="10668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F5A3D1-30F3-9B96-C19B-2E98B7C04521}"/>
              </a:ext>
            </a:extLst>
          </p:cNvPr>
          <p:cNvSpPr/>
          <p:nvPr/>
        </p:nvSpPr>
        <p:spPr>
          <a:xfrm>
            <a:off x="3352799" y="3168651"/>
            <a:ext cx="1066801" cy="10668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86FAD491-1D25-AED9-B418-89EB787E40DA}"/>
              </a:ext>
            </a:extLst>
          </p:cNvPr>
          <p:cNvCxnSpPr/>
          <p:nvPr/>
        </p:nvCxnSpPr>
        <p:spPr>
          <a:xfrm>
            <a:off x="5753100" y="3143250"/>
            <a:ext cx="2400300" cy="0"/>
          </a:xfrm>
          <a:prstGeom prst="lin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097153C-A836-114E-2C09-67C4CF6B6166}"/>
              </a:ext>
            </a:extLst>
          </p:cNvPr>
          <p:cNvCxnSpPr/>
          <p:nvPr/>
        </p:nvCxnSpPr>
        <p:spPr>
          <a:xfrm>
            <a:off x="742950" y="3143250"/>
            <a:ext cx="2400300" cy="0"/>
          </a:xfrm>
          <a:prstGeom prst="lin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F39805A3-1164-D523-9D9C-2FD100BA1A99}"/>
              </a:ext>
            </a:extLst>
          </p:cNvPr>
          <p:cNvSpPr txBox="1"/>
          <p:nvPr/>
        </p:nvSpPr>
        <p:spPr>
          <a:xfrm>
            <a:off x="2546797" y="2343150"/>
            <a:ext cx="795422" cy="600164"/>
          </a:xfrm>
          <a:prstGeom prst="rect">
            <a:avLst/>
          </a:prstGeom>
          <a:noFill/>
          <a:effectLst>
            <a:glow rad="127000">
              <a:schemeClr val="accent2">
                <a:lumMod val="40000"/>
                <a:lumOff val="6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300" b="1" noProof="0" dirty="0">
                <a:solidFill>
                  <a:schemeClr val="tx1">
                    <a:alpha val="11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916F984-AAD1-852F-BABF-6B51C93B3BB0}"/>
              </a:ext>
            </a:extLst>
          </p:cNvPr>
          <p:cNvSpPr txBox="1"/>
          <p:nvPr/>
        </p:nvSpPr>
        <p:spPr>
          <a:xfrm>
            <a:off x="5763752" y="2343150"/>
            <a:ext cx="883802" cy="600164"/>
          </a:xfrm>
          <a:prstGeom prst="rect">
            <a:avLst/>
          </a:prstGeom>
          <a:noFill/>
          <a:effectLst>
            <a:glow rad="127000">
              <a:schemeClr val="accent2">
                <a:lumMod val="40000"/>
                <a:lumOff val="6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300" b="1" noProof="0" dirty="0">
                <a:solidFill>
                  <a:schemeClr val="tx1">
                    <a:alpha val="11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051407A5-D99C-6B90-E89F-682FC38FBE66}"/>
              </a:ext>
            </a:extLst>
          </p:cNvPr>
          <p:cNvGrpSpPr/>
          <p:nvPr/>
        </p:nvGrpSpPr>
        <p:grpSpPr>
          <a:xfrm>
            <a:off x="3655089" y="2325697"/>
            <a:ext cx="614622" cy="614622"/>
            <a:chOff x="16682068" y="2229499"/>
            <a:chExt cx="756000" cy="756000"/>
          </a:xfrm>
          <a:solidFill>
            <a:schemeClr val="bg1"/>
          </a:solidFill>
        </p:grpSpPr>
        <p:sp>
          <p:nvSpPr>
            <p:cNvPr id="20" name="Graphique 139">
              <a:extLst>
                <a:ext uri="{FF2B5EF4-FFF2-40B4-BE49-F238E27FC236}">
                  <a16:creationId xmlns:a16="http://schemas.microsoft.com/office/drawing/2014/main" id="{24B53E6E-203A-1A06-889D-E16D16D24720}"/>
                </a:ext>
              </a:extLst>
            </p:cNvPr>
            <p:cNvSpPr/>
            <p:nvPr/>
          </p:nvSpPr>
          <p:spPr>
            <a:xfrm>
              <a:off x="16682068" y="2229499"/>
              <a:ext cx="756000" cy="756000"/>
            </a:xfrm>
            <a:custGeom>
              <a:avLst/>
              <a:gdLst>
                <a:gd name="connsiteX0" fmla="*/ 703486 w 756000"/>
                <a:gd name="connsiteY0" fmla="*/ 325486 h 756000"/>
                <a:gd name="connsiteX1" fmla="*/ 653098 w 756000"/>
                <a:gd name="connsiteY1" fmla="*/ 363234 h 756000"/>
                <a:gd name="connsiteX2" fmla="*/ 581305 w 756000"/>
                <a:gd name="connsiteY2" fmla="*/ 363234 h 756000"/>
                <a:gd name="connsiteX3" fmla="*/ 532137 w 756000"/>
                <a:gd name="connsiteY3" fmla="*/ 244746 h 756000"/>
                <a:gd name="connsiteX4" fmla="*/ 582948 w 756000"/>
                <a:gd name="connsiteY4" fmla="*/ 193935 h 756000"/>
                <a:gd name="connsiteX5" fmla="*/ 608153 w 756000"/>
                <a:gd name="connsiteY5" fmla="*/ 200362 h 756000"/>
                <a:gd name="connsiteX6" fmla="*/ 645287 w 756000"/>
                <a:gd name="connsiteY6" fmla="*/ 184981 h 756000"/>
                <a:gd name="connsiteX7" fmla="*/ 660669 w 756000"/>
                <a:gd name="connsiteY7" fmla="*/ 147847 h 756000"/>
                <a:gd name="connsiteX8" fmla="*/ 645287 w 756000"/>
                <a:gd name="connsiteY8" fmla="*/ 110713 h 756000"/>
                <a:gd name="connsiteX9" fmla="*/ 608153 w 756000"/>
                <a:gd name="connsiteY9" fmla="*/ 95331 h 756000"/>
                <a:gd name="connsiteX10" fmla="*/ 571019 w 756000"/>
                <a:gd name="connsiteY10" fmla="*/ 110713 h 756000"/>
                <a:gd name="connsiteX11" fmla="*/ 555638 w 756000"/>
                <a:gd name="connsiteY11" fmla="*/ 147847 h 756000"/>
                <a:gd name="connsiteX12" fmla="*/ 562067 w 756000"/>
                <a:gd name="connsiteY12" fmla="*/ 173052 h 756000"/>
                <a:gd name="connsiteX13" fmla="*/ 511255 w 756000"/>
                <a:gd name="connsiteY13" fmla="*/ 223863 h 756000"/>
                <a:gd name="connsiteX14" fmla="*/ 392767 w 756000"/>
                <a:gd name="connsiteY14" fmla="*/ 174695 h 756000"/>
                <a:gd name="connsiteX15" fmla="*/ 392767 w 756000"/>
                <a:gd name="connsiteY15" fmla="*/ 102902 h 756000"/>
                <a:gd name="connsiteX16" fmla="*/ 430517 w 756000"/>
                <a:gd name="connsiteY16" fmla="*/ 52514 h 756000"/>
                <a:gd name="connsiteX17" fmla="*/ 378000 w 756000"/>
                <a:gd name="connsiteY17" fmla="*/ 0 h 756000"/>
                <a:gd name="connsiteX18" fmla="*/ 325486 w 756000"/>
                <a:gd name="connsiteY18" fmla="*/ 52514 h 756000"/>
                <a:gd name="connsiteX19" fmla="*/ 363234 w 756000"/>
                <a:gd name="connsiteY19" fmla="*/ 102902 h 756000"/>
                <a:gd name="connsiteX20" fmla="*/ 363234 w 756000"/>
                <a:gd name="connsiteY20" fmla="*/ 174695 h 756000"/>
                <a:gd name="connsiteX21" fmla="*/ 244746 w 756000"/>
                <a:gd name="connsiteY21" fmla="*/ 223863 h 756000"/>
                <a:gd name="connsiteX22" fmla="*/ 193935 w 756000"/>
                <a:gd name="connsiteY22" fmla="*/ 173052 h 756000"/>
                <a:gd name="connsiteX23" fmla="*/ 200362 w 756000"/>
                <a:gd name="connsiteY23" fmla="*/ 147847 h 756000"/>
                <a:gd name="connsiteX24" fmla="*/ 184981 w 756000"/>
                <a:gd name="connsiteY24" fmla="*/ 110713 h 756000"/>
                <a:gd name="connsiteX25" fmla="*/ 147847 w 756000"/>
                <a:gd name="connsiteY25" fmla="*/ 95331 h 756000"/>
                <a:gd name="connsiteX26" fmla="*/ 110713 w 756000"/>
                <a:gd name="connsiteY26" fmla="*/ 110713 h 756000"/>
                <a:gd name="connsiteX27" fmla="*/ 95331 w 756000"/>
                <a:gd name="connsiteY27" fmla="*/ 147847 h 756000"/>
                <a:gd name="connsiteX28" fmla="*/ 110713 w 756000"/>
                <a:gd name="connsiteY28" fmla="*/ 184981 h 756000"/>
                <a:gd name="connsiteX29" fmla="*/ 147847 w 756000"/>
                <a:gd name="connsiteY29" fmla="*/ 200362 h 756000"/>
                <a:gd name="connsiteX30" fmla="*/ 173052 w 756000"/>
                <a:gd name="connsiteY30" fmla="*/ 193935 h 756000"/>
                <a:gd name="connsiteX31" fmla="*/ 223863 w 756000"/>
                <a:gd name="connsiteY31" fmla="*/ 244746 h 756000"/>
                <a:gd name="connsiteX32" fmla="*/ 174695 w 756000"/>
                <a:gd name="connsiteY32" fmla="*/ 363234 h 756000"/>
                <a:gd name="connsiteX33" fmla="*/ 102902 w 756000"/>
                <a:gd name="connsiteY33" fmla="*/ 363234 h 756000"/>
                <a:gd name="connsiteX34" fmla="*/ 52514 w 756000"/>
                <a:gd name="connsiteY34" fmla="*/ 325486 h 756000"/>
                <a:gd name="connsiteX35" fmla="*/ 0 w 756000"/>
                <a:gd name="connsiteY35" fmla="*/ 378000 h 756000"/>
                <a:gd name="connsiteX36" fmla="*/ 52514 w 756000"/>
                <a:gd name="connsiteY36" fmla="*/ 430514 h 756000"/>
                <a:gd name="connsiteX37" fmla="*/ 102902 w 756000"/>
                <a:gd name="connsiteY37" fmla="*/ 392766 h 756000"/>
                <a:gd name="connsiteX38" fmla="*/ 174695 w 756000"/>
                <a:gd name="connsiteY38" fmla="*/ 392766 h 756000"/>
                <a:gd name="connsiteX39" fmla="*/ 223863 w 756000"/>
                <a:gd name="connsiteY39" fmla="*/ 511254 h 756000"/>
                <a:gd name="connsiteX40" fmla="*/ 173035 w 756000"/>
                <a:gd name="connsiteY40" fmla="*/ 562082 h 756000"/>
                <a:gd name="connsiteX41" fmla="*/ 110714 w 756000"/>
                <a:gd name="connsiteY41" fmla="*/ 571018 h 756000"/>
                <a:gd name="connsiteX42" fmla="*/ 110714 w 756000"/>
                <a:gd name="connsiteY42" fmla="*/ 645286 h 756000"/>
                <a:gd name="connsiteX43" fmla="*/ 147848 w 756000"/>
                <a:gd name="connsiteY43" fmla="*/ 660667 h 756000"/>
                <a:gd name="connsiteX44" fmla="*/ 184982 w 756000"/>
                <a:gd name="connsiteY44" fmla="*/ 645286 h 756000"/>
                <a:gd name="connsiteX45" fmla="*/ 193918 w 756000"/>
                <a:gd name="connsiteY45" fmla="*/ 582965 h 756000"/>
                <a:gd name="connsiteX46" fmla="*/ 244748 w 756000"/>
                <a:gd name="connsiteY46" fmla="*/ 532135 h 756000"/>
                <a:gd name="connsiteX47" fmla="*/ 363236 w 756000"/>
                <a:gd name="connsiteY47" fmla="*/ 581304 h 756000"/>
                <a:gd name="connsiteX48" fmla="*/ 363236 w 756000"/>
                <a:gd name="connsiteY48" fmla="*/ 653097 h 756000"/>
                <a:gd name="connsiteX49" fmla="*/ 325488 w 756000"/>
                <a:gd name="connsiteY49" fmla="*/ 703485 h 756000"/>
                <a:gd name="connsiteX50" fmla="*/ 378000 w 756000"/>
                <a:gd name="connsiteY50" fmla="*/ 756000 h 756000"/>
                <a:gd name="connsiteX51" fmla="*/ 430515 w 756000"/>
                <a:gd name="connsiteY51" fmla="*/ 703486 h 756000"/>
                <a:gd name="connsiteX52" fmla="*/ 392766 w 756000"/>
                <a:gd name="connsiteY52" fmla="*/ 653098 h 756000"/>
                <a:gd name="connsiteX53" fmla="*/ 392766 w 756000"/>
                <a:gd name="connsiteY53" fmla="*/ 581305 h 756000"/>
                <a:gd name="connsiteX54" fmla="*/ 503639 w 756000"/>
                <a:gd name="connsiteY54" fmla="*/ 538414 h 756000"/>
                <a:gd name="connsiteX55" fmla="*/ 506030 w 756000"/>
                <a:gd name="connsiteY55" fmla="*/ 536493 h 756000"/>
                <a:gd name="connsiteX56" fmla="*/ 511254 w 756000"/>
                <a:gd name="connsiteY56" fmla="*/ 532137 h 756000"/>
                <a:gd name="connsiteX57" fmla="*/ 562082 w 756000"/>
                <a:gd name="connsiteY57" fmla="*/ 582965 h 756000"/>
                <a:gd name="connsiteX58" fmla="*/ 571018 w 756000"/>
                <a:gd name="connsiteY58" fmla="*/ 645286 h 756000"/>
                <a:gd name="connsiteX59" fmla="*/ 608152 w 756000"/>
                <a:gd name="connsiteY59" fmla="*/ 660667 h 756000"/>
                <a:gd name="connsiteX60" fmla="*/ 645286 w 756000"/>
                <a:gd name="connsiteY60" fmla="*/ 645286 h 756000"/>
                <a:gd name="connsiteX61" fmla="*/ 645286 w 756000"/>
                <a:gd name="connsiteY61" fmla="*/ 571018 h 756000"/>
                <a:gd name="connsiteX62" fmla="*/ 582965 w 756000"/>
                <a:gd name="connsiteY62" fmla="*/ 562082 h 756000"/>
                <a:gd name="connsiteX63" fmla="*/ 532137 w 756000"/>
                <a:gd name="connsiteY63" fmla="*/ 511254 h 756000"/>
                <a:gd name="connsiteX64" fmla="*/ 581305 w 756000"/>
                <a:gd name="connsiteY64" fmla="*/ 392766 h 756000"/>
                <a:gd name="connsiteX65" fmla="*/ 653098 w 756000"/>
                <a:gd name="connsiteY65" fmla="*/ 392766 h 756000"/>
                <a:gd name="connsiteX66" fmla="*/ 703486 w 756000"/>
                <a:gd name="connsiteY66" fmla="*/ 430514 h 756000"/>
                <a:gd name="connsiteX67" fmla="*/ 756000 w 756000"/>
                <a:gd name="connsiteY67" fmla="*/ 378000 h 756000"/>
                <a:gd name="connsiteX68" fmla="*/ 703486 w 756000"/>
                <a:gd name="connsiteY68" fmla="*/ 325486 h 756000"/>
                <a:gd name="connsiteX69" fmla="*/ 591901 w 756000"/>
                <a:gd name="connsiteY69" fmla="*/ 131596 h 756000"/>
                <a:gd name="connsiteX70" fmla="*/ 608152 w 756000"/>
                <a:gd name="connsiteY70" fmla="*/ 124874 h 756000"/>
                <a:gd name="connsiteX71" fmla="*/ 624403 w 756000"/>
                <a:gd name="connsiteY71" fmla="*/ 131596 h 756000"/>
                <a:gd name="connsiteX72" fmla="*/ 624403 w 756000"/>
                <a:gd name="connsiteY72" fmla="*/ 164099 h 756000"/>
                <a:gd name="connsiteX73" fmla="*/ 608152 w 756000"/>
                <a:gd name="connsiteY73" fmla="*/ 170831 h 756000"/>
                <a:gd name="connsiteX74" fmla="*/ 591904 w 756000"/>
                <a:gd name="connsiteY74" fmla="*/ 164102 h 756000"/>
                <a:gd name="connsiteX75" fmla="*/ 591901 w 756000"/>
                <a:gd name="connsiteY75" fmla="*/ 164099 h 756000"/>
                <a:gd name="connsiteX76" fmla="*/ 591896 w 756000"/>
                <a:gd name="connsiteY76" fmla="*/ 164096 h 756000"/>
                <a:gd name="connsiteX77" fmla="*/ 585168 w 756000"/>
                <a:gd name="connsiteY77" fmla="*/ 147848 h 756000"/>
                <a:gd name="connsiteX78" fmla="*/ 591901 w 756000"/>
                <a:gd name="connsiteY78" fmla="*/ 131596 h 756000"/>
                <a:gd name="connsiteX79" fmla="*/ 164098 w 756000"/>
                <a:gd name="connsiteY79" fmla="*/ 164099 h 756000"/>
                <a:gd name="connsiteX80" fmla="*/ 131596 w 756000"/>
                <a:gd name="connsiteY80" fmla="*/ 164099 h 756000"/>
                <a:gd name="connsiteX81" fmla="*/ 131596 w 756000"/>
                <a:gd name="connsiteY81" fmla="*/ 131596 h 756000"/>
                <a:gd name="connsiteX82" fmla="*/ 147847 w 756000"/>
                <a:gd name="connsiteY82" fmla="*/ 124874 h 756000"/>
                <a:gd name="connsiteX83" fmla="*/ 164098 w 756000"/>
                <a:gd name="connsiteY83" fmla="*/ 131596 h 756000"/>
                <a:gd name="connsiteX84" fmla="*/ 164098 w 756000"/>
                <a:gd name="connsiteY84" fmla="*/ 164099 h 756000"/>
                <a:gd name="connsiteX85" fmla="*/ 52514 w 756000"/>
                <a:gd name="connsiteY85" fmla="*/ 400983 h 756000"/>
                <a:gd name="connsiteX86" fmla="*/ 29531 w 756000"/>
                <a:gd name="connsiteY86" fmla="*/ 378000 h 756000"/>
                <a:gd name="connsiteX87" fmla="*/ 52514 w 756000"/>
                <a:gd name="connsiteY87" fmla="*/ 355017 h 756000"/>
                <a:gd name="connsiteX88" fmla="*/ 75498 w 756000"/>
                <a:gd name="connsiteY88" fmla="*/ 378000 h 756000"/>
                <a:gd name="connsiteX89" fmla="*/ 52514 w 756000"/>
                <a:gd name="connsiteY89" fmla="*/ 400983 h 756000"/>
                <a:gd name="connsiteX90" fmla="*/ 164099 w 756000"/>
                <a:gd name="connsiteY90" fmla="*/ 624404 h 756000"/>
                <a:gd name="connsiteX91" fmla="*/ 147848 w 756000"/>
                <a:gd name="connsiteY91" fmla="*/ 631137 h 756000"/>
                <a:gd name="connsiteX92" fmla="*/ 131597 w 756000"/>
                <a:gd name="connsiteY92" fmla="*/ 624404 h 756000"/>
                <a:gd name="connsiteX93" fmla="*/ 131597 w 756000"/>
                <a:gd name="connsiteY93" fmla="*/ 591901 h 756000"/>
                <a:gd name="connsiteX94" fmla="*/ 147848 w 756000"/>
                <a:gd name="connsiteY94" fmla="*/ 585179 h 756000"/>
                <a:gd name="connsiteX95" fmla="*/ 164099 w 756000"/>
                <a:gd name="connsiteY95" fmla="*/ 591901 h 756000"/>
                <a:gd name="connsiteX96" fmla="*/ 164099 w 756000"/>
                <a:gd name="connsiteY96" fmla="*/ 624404 h 756000"/>
                <a:gd name="connsiteX97" fmla="*/ 591898 w 756000"/>
                <a:gd name="connsiteY97" fmla="*/ 591905 h 756000"/>
                <a:gd name="connsiteX98" fmla="*/ 591902 w 756000"/>
                <a:gd name="connsiteY98" fmla="*/ 591902 h 756000"/>
                <a:gd name="connsiteX99" fmla="*/ 591905 w 756000"/>
                <a:gd name="connsiteY99" fmla="*/ 591899 h 756000"/>
                <a:gd name="connsiteX100" fmla="*/ 608155 w 756000"/>
                <a:gd name="connsiteY100" fmla="*/ 585182 h 756000"/>
                <a:gd name="connsiteX101" fmla="*/ 624404 w 756000"/>
                <a:gd name="connsiteY101" fmla="*/ 591901 h 756000"/>
                <a:gd name="connsiteX102" fmla="*/ 624404 w 756000"/>
                <a:gd name="connsiteY102" fmla="*/ 624404 h 756000"/>
                <a:gd name="connsiteX103" fmla="*/ 608153 w 756000"/>
                <a:gd name="connsiteY103" fmla="*/ 631137 h 756000"/>
                <a:gd name="connsiteX104" fmla="*/ 591902 w 756000"/>
                <a:gd name="connsiteY104" fmla="*/ 624404 h 756000"/>
                <a:gd name="connsiteX105" fmla="*/ 591898 w 756000"/>
                <a:gd name="connsiteY105" fmla="*/ 591905 h 756000"/>
                <a:gd name="connsiteX106" fmla="*/ 355017 w 756000"/>
                <a:gd name="connsiteY106" fmla="*/ 52514 h 756000"/>
                <a:gd name="connsiteX107" fmla="*/ 378000 w 756000"/>
                <a:gd name="connsiteY107" fmla="*/ 29531 h 756000"/>
                <a:gd name="connsiteX108" fmla="*/ 400984 w 756000"/>
                <a:gd name="connsiteY108" fmla="*/ 52514 h 756000"/>
                <a:gd name="connsiteX109" fmla="*/ 378000 w 756000"/>
                <a:gd name="connsiteY109" fmla="*/ 75498 h 756000"/>
                <a:gd name="connsiteX110" fmla="*/ 355017 w 756000"/>
                <a:gd name="connsiteY110" fmla="*/ 52514 h 756000"/>
                <a:gd name="connsiteX111" fmla="*/ 400984 w 756000"/>
                <a:gd name="connsiteY111" fmla="*/ 703486 h 756000"/>
                <a:gd name="connsiteX112" fmla="*/ 378000 w 756000"/>
                <a:gd name="connsiteY112" fmla="*/ 726469 h 756000"/>
                <a:gd name="connsiteX113" fmla="*/ 355017 w 756000"/>
                <a:gd name="connsiteY113" fmla="*/ 703486 h 756000"/>
                <a:gd name="connsiteX114" fmla="*/ 378000 w 756000"/>
                <a:gd name="connsiteY114" fmla="*/ 680503 h 756000"/>
                <a:gd name="connsiteX115" fmla="*/ 400984 w 756000"/>
                <a:gd name="connsiteY115" fmla="*/ 703486 h 756000"/>
                <a:gd name="connsiteX116" fmla="*/ 502545 w 756000"/>
                <a:gd name="connsiteY116" fmla="*/ 499822 h 756000"/>
                <a:gd name="connsiteX117" fmla="*/ 478740 w 756000"/>
                <a:gd name="connsiteY117" fmla="*/ 520180 h 756000"/>
                <a:gd name="connsiteX118" fmla="*/ 378000 w 756000"/>
                <a:gd name="connsiteY118" fmla="*/ 552313 h 756000"/>
                <a:gd name="connsiteX119" fmla="*/ 203687 w 756000"/>
                <a:gd name="connsiteY119" fmla="*/ 378000 h 756000"/>
                <a:gd name="connsiteX120" fmla="*/ 378000 w 756000"/>
                <a:gd name="connsiteY120" fmla="*/ 203687 h 756000"/>
                <a:gd name="connsiteX121" fmla="*/ 552313 w 756000"/>
                <a:gd name="connsiteY121" fmla="*/ 378000 h 756000"/>
                <a:gd name="connsiteX122" fmla="*/ 502545 w 756000"/>
                <a:gd name="connsiteY122" fmla="*/ 499822 h 756000"/>
                <a:gd name="connsiteX123" fmla="*/ 703486 w 756000"/>
                <a:gd name="connsiteY123" fmla="*/ 400983 h 756000"/>
                <a:gd name="connsiteX124" fmla="*/ 680502 w 756000"/>
                <a:gd name="connsiteY124" fmla="*/ 378000 h 756000"/>
                <a:gd name="connsiteX125" fmla="*/ 703486 w 756000"/>
                <a:gd name="connsiteY125" fmla="*/ 355017 h 756000"/>
                <a:gd name="connsiteX126" fmla="*/ 726469 w 756000"/>
                <a:gd name="connsiteY126" fmla="*/ 378000 h 756000"/>
                <a:gd name="connsiteX127" fmla="*/ 703486 w 756000"/>
                <a:gd name="connsiteY127" fmla="*/ 400983 h 75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756000" h="756000">
                  <a:moveTo>
                    <a:pt x="703486" y="325486"/>
                  </a:moveTo>
                  <a:cubicBezTo>
                    <a:pt x="679656" y="325486"/>
                    <a:pt x="659495" y="341446"/>
                    <a:pt x="653098" y="363234"/>
                  </a:cubicBezTo>
                  <a:lnTo>
                    <a:pt x="581305" y="363234"/>
                  </a:lnTo>
                  <a:cubicBezTo>
                    <a:pt x="578059" y="318117"/>
                    <a:pt x="560072" y="277015"/>
                    <a:pt x="532137" y="244746"/>
                  </a:cubicBezTo>
                  <a:lnTo>
                    <a:pt x="582948" y="193935"/>
                  </a:lnTo>
                  <a:cubicBezTo>
                    <a:pt x="590588" y="198127"/>
                    <a:pt x="599196" y="200362"/>
                    <a:pt x="608153" y="200362"/>
                  </a:cubicBezTo>
                  <a:cubicBezTo>
                    <a:pt x="622181" y="200362"/>
                    <a:pt x="635368" y="194900"/>
                    <a:pt x="645287" y="184981"/>
                  </a:cubicBezTo>
                  <a:cubicBezTo>
                    <a:pt x="655205" y="175061"/>
                    <a:pt x="660669" y="161874"/>
                    <a:pt x="660669" y="147847"/>
                  </a:cubicBezTo>
                  <a:cubicBezTo>
                    <a:pt x="660669" y="133819"/>
                    <a:pt x="655207" y="120632"/>
                    <a:pt x="645287" y="110713"/>
                  </a:cubicBezTo>
                  <a:cubicBezTo>
                    <a:pt x="635368" y="100795"/>
                    <a:pt x="622181" y="95331"/>
                    <a:pt x="608153" y="95331"/>
                  </a:cubicBezTo>
                  <a:cubicBezTo>
                    <a:pt x="594126" y="95331"/>
                    <a:pt x="580939" y="100793"/>
                    <a:pt x="571019" y="110713"/>
                  </a:cubicBezTo>
                  <a:cubicBezTo>
                    <a:pt x="561101" y="120632"/>
                    <a:pt x="555638" y="133819"/>
                    <a:pt x="555638" y="147847"/>
                  </a:cubicBezTo>
                  <a:cubicBezTo>
                    <a:pt x="555638" y="156804"/>
                    <a:pt x="557875" y="165412"/>
                    <a:pt x="562067" y="173052"/>
                  </a:cubicBezTo>
                  <a:lnTo>
                    <a:pt x="511255" y="223863"/>
                  </a:lnTo>
                  <a:cubicBezTo>
                    <a:pt x="478985" y="195928"/>
                    <a:pt x="437885" y="177941"/>
                    <a:pt x="392767" y="174695"/>
                  </a:cubicBezTo>
                  <a:lnTo>
                    <a:pt x="392767" y="102902"/>
                  </a:lnTo>
                  <a:cubicBezTo>
                    <a:pt x="414557" y="96505"/>
                    <a:pt x="430517" y="76344"/>
                    <a:pt x="430517" y="52514"/>
                  </a:cubicBezTo>
                  <a:cubicBezTo>
                    <a:pt x="430515" y="23559"/>
                    <a:pt x="406957" y="0"/>
                    <a:pt x="378000" y="0"/>
                  </a:cubicBezTo>
                  <a:cubicBezTo>
                    <a:pt x="349043" y="0"/>
                    <a:pt x="325486" y="23559"/>
                    <a:pt x="325486" y="52514"/>
                  </a:cubicBezTo>
                  <a:cubicBezTo>
                    <a:pt x="325486" y="76344"/>
                    <a:pt x="341446" y="96505"/>
                    <a:pt x="363234" y="102902"/>
                  </a:cubicBezTo>
                  <a:lnTo>
                    <a:pt x="363234" y="174695"/>
                  </a:lnTo>
                  <a:cubicBezTo>
                    <a:pt x="318117" y="177941"/>
                    <a:pt x="277015" y="195928"/>
                    <a:pt x="244746" y="223863"/>
                  </a:cubicBezTo>
                  <a:lnTo>
                    <a:pt x="193935" y="173052"/>
                  </a:lnTo>
                  <a:cubicBezTo>
                    <a:pt x="198127" y="165412"/>
                    <a:pt x="200362" y="156804"/>
                    <a:pt x="200362" y="147847"/>
                  </a:cubicBezTo>
                  <a:cubicBezTo>
                    <a:pt x="200362" y="133819"/>
                    <a:pt x="194900" y="120632"/>
                    <a:pt x="184981" y="110713"/>
                  </a:cubicBezTo>
                  <a:cubicBezTo>
                    <a:pt x="175061" y="100795"/>
                    <a:pt x="161874" y="95331"/>
                    <a:pt x="147847" y="95331"/>
                  </a:cubicBezTo>
                  <a:cubicBezTo>
                    <a:pt x="133819" y="95331"/>
                    <a:pt x="120632" y="100795"/>
                    <a:pt x="110713" y="110713"/>
                  </a:cubicBezTo>
                  <a:cubicBezTo>
                    <a:pt x="100795" y="120632"/>
                    <a:pt x="95331" y="133819"/>
                    <a:pt x="95331" y="147847"/>
                  </a:cubicBezTo>
                  <a:cubicBezTo>
                    <a:pt x="95331" y="161874"/>
                    <a:pt x="100793" y="175061"/>
                    <a:pt x="110713" y="184981"/>
                  </a:cubicBezTo>
                  <a:cubicBezTo>
                    <a:pt x="120632" y="194899"/>
                    <a:pt x="133819" y="200362"/>
                    <a:pt x="147847" y="200362"/>
                  </a:cubicBezTo>
                  <a:cubicBezTo>
                    <a:pt x="156804" y="200362"/>
                    <a:pt x="165412" y="198127"/>
                    <a:pt x="173052" y="193935"/>
                  </a:cubicBezTo>
                  <a:lnTo>
                    <a:pt x="223863" y="244746"/>
                  </a:lnTo>
                  <a:cubicBezTo>
                    <a:pt x="195928" y="277015"/>
                    <a:pt x="177941" y="318117"/>
                    <a:pt x="174695" y="363234"/>
                  </a:cubicBezTo>
                  <a:lnTo>
                    <a:pt x="102902" y="363234"/>
                  </a:lnTo>
                  <a:cubicBezTo>
                    <a:pt x="96505" y="341446"/>
                    <a:pt x="76344" y="325486"/>
                    <a:pt x="52514" y="325486"/>
                  </a:cubicBezTo>
                  <a:cubicBezTo>
                    <a:pt x="23559" y="325486"/>
                    <a:pt x="0" y="349043"/>
                    <a:pt x="0" y="378000"/>
                  </a:cubicBezTo>
                  <a:cubicBezTo>
                    <a:pt x="0" y="406957"/>
                    <a:pt x="23559" y="430514"/>
                    <a:pt x="52514" y="430514"/>
                  </a:cubicBezTo>
                  <a:cubicBezTo>
                    <a:pt x="76344" y="430514"/>
                    <a:pt x="96505" y="414554"/>
                    <a:pt x="102902" y="392766"/>
                  </a:cubicBezTo>
                  <a:lnTo>
                    <a:pt x="174695" y="392766"/>
                  </a:lnTo>
                  <a:cubicBezTo>
                    <a:pt x="177941" y="437883"/>
                    <a:pt x="195928" y="478985"/>
                    <a:pt x="223863" y="511254"/>
                  </a:cubicBezTo>
                  <a:lnTo>
                    <a:pt x="173035" y="562082"/>
                  </a:lnTo>
                  <a:cubicBezTo>
                    <a:pt x="153106" y="551198"/>
                    <a:pt x="127563" y="554166"/>
                    <a:pt x="110714" y="571018"/>
                  </a:cubicBezTo>
                  <a:cubicBezTo>
                    <a:pt x="90240" y="591493"/>
                    <a:pt x="90240" y="624810"/>
                    <a:pt x="110714" y="645286"/>
                  </a:cubicBezTo>
                  <a:cubicBezTo>
                    <a:pt x="120632" y="655205"/>
                    <a:pt x="133821" y="660667"/>
                    <a:pt x="147848" y="660667"/>
                  </a:cubicBezTo>
                  <a:cubicBezTo>
                    <a:pt x="161876" y="660667"/>
                    <a:pt x="175064" y="655205"/>
                    <a:pt x="184982" y="645286"/>
                  </a:cubicBezTo>
                  <a:cubicBezTo>
                    <a:pt x="201831" y="628435"/>
                    <a:pt x="204801" y="602894"/>
                    <a:pt x="193918" y="582965"/>
                  </a:cubicBezTo>
                  <a:lnTo>
                    <a:pt x="244748" y="532135"/>
                  </a:lnTo>
                  <a:cubicBezTo>
                    <a:pt x="277018" y="560071"/>
                    <a:pt x="318118" y="578058"/>
                    <a:pt x="363236" y="581304"/>
                  </a:cubicBezTo>
                  <a:lnTo>
                    <a:pt x="363236" y="653097"/>
                  </a:lnTo>
                  <a:cubicBezTo>
                    <a:pt x="341448" y="659493"/>
                    <a:pt x="325488" y="679653"/>
                    <a:pt x="325488" y="703485"/>
                  </a:cubicBezTo>
                  <a:cubicBezTo>
                    <a:pt x="325486" y="732443"/>
                    <a:pt x="349043" y="756000"/>
                    <a:pt x="378000" y="756000"/>
                  </a:cubicBezTo>
                  <a:cubicBezTo>
                    <a:pt x="406957" y="756000"/>
                    <a:pt x="430515" y="732443"/>
                    <a:pt x="430515" y="703486"/>
                  </a:cubicBezTo>
                  <a:cubicBezTo>
                    <a:pt x="430515" y="679656"/>
                    <a:pt x="414555" y="659495"/>
                    <a:pt x="392766" y="653098"/>
                  </a:cubicBezTo>
                  <a:lnTo>
                    <a:pt x="392766" y="581305"/>
                  </a:lnTo>
                  <a:cubicBezTo>
                    <a:pt x="434408" y="578309"/>
                    <a:pt x="472627" y="562756"/>
                    <a:pt x="503639" y="538414"/>
                  </a:cubicBezTo>
                  <a:cubicBezTo>
                    <a:pt x="504507" y="537853"/>
                    <a:pt x="505308" y="537210"/>
                    <a:pt x="506030" y="536493"/>
                  </a:cubicBezTo>
                  <a:cubicBezTo>
                    <a:pt x="507793" y="535066"/>
                    <a:pt x="509540" y="533621"/>
                    <a:pt x="511254" y="532137"/>
                  </a:cubicBezTo>
                  <a:lnTo>
                    <a:pt x="562082" y="582965"/>
                  </a:lnTo>
                  <a:cubicBezTo>
                    <a:pt x="551198" y="602895"/>
                    <a:pt x="554169" y="628435"/>
                    <a:pt x="571018" y="645286"/>
                  </a:cubicBezTo>
                  <a:cubicBezTo>
                    <a:pt x="580936" y="655205"/>
                    <a:pt x="594124" y="660667"/>
                    <a:pt x="608152" y="660667"/>
                  </a:cubicBezTo>
                  <a:cubicBezTo>
                    <a:pt x="622179" y="660667"/>
                    <a:pt x="635368" y="655205"/>
                    <a:pt x="645286" y="645286"/>
                  </a:cubicBezTo>
                  <a:cubicBezTo>
                    <a:pt x="665760" y="624810"/>
                    <a:pt x="665760" y="591493"/>
                    <a:pt x="645286" y="571018"/>
                  </a:cubicBezTo>
                  <a:cubicBezTo>
                    <a:pt x="628437" y="554169"/>
                    <a:pt x="602895" y="551198"/>
                    <a:pt x="582965" y="562082"/>
                  </a:cubicBezTo>
                  <a:lnTo>
                    <a:pt x="532137" y="511254"/>
                  </a:lnTo>
                  <a:cubicBezTo>
                    <a:pt x="560072" y="478984"/>
                    <a:pt x="578059" y="437883"/>
                    <a:pt x="581305" y="392766"/>
                  </a:cubicBezTo>
                  <a:lnTo>
                    <a:pt x="653098" y="392766"/>
                  </a:lnTo>
                  <a:cubicBezTo>
                    <a:pt x="659495" y="414554"/>
                    <a:pt x="679656" y="430514"/>
                    <a:pt x="703486" y="430514"/>
                  </a:cubicBezTo>
                  <a:cubicBezTo>
                    <a:pt x="732441" y="430514"/>
                    <a:pt x="756000" y="406957"/>
                    <a:pt x="756000" y="378000"/>
                  </a:cubicBezTo>
                  <a:cubicBezTo>
                    <a:pt x="756000" y="349043"/>
                    <a:pt x="732441" y="325486"/>
                    <a:pt x="703486" y="325486"/>
                  </a:cubicBezTo>
                  <a:close/>
                  <a:moveTo>
                    <a:pt x="591901" y="131596"/>
                  </a:moveTo>
                  <a:cubicBezTo>
                    <a:pt x="596381" y="127114"/>
                    <a:pt x="602268" y="124874"/>
                    <a:pt x="608152" y="124874"/>
                  </a:cubicBezTo>
                  <a:cubicBezTo>
                    <a:pt x="614036" y="124874"/>
                    <a:pt x="619923" y="127116"/>
                    <a:pt x="624403" y="131596"/>
                  </a:cubicBezTo>
                  <a:cubicBezTo>
                    <a:pt x="633364" y="140557"/>
                    <a:pt x="633364" y="155138"/>
                    <a:pt x="624403" y="164099"/>
                  </a:cubicBezTo>
                  <a:cubicBezTo>
                    <a:pt x="620063" y="168440"/>
                    <a:pt x="614290" y="170831"/>
                    <a:pt x="608152" y="170831"/>
                  </a:cubicBezTo>
                  <a:cubicBezTo>
                    <a:pt x="602015" y="170831"/>
                    <a:pt x="596245" y="168442"/>
                    <a:pt x="591904" y="164102"/>
                  </a:cubicBezTo>
                  <a:cubicBezTo>
                    <a:pt x="591902" y="164101"/>
                    <a:pt x="591902" y="164099"/>
                    <a:pt x="591901" y="164099"/>
                  </a:cubicBezTo>
                  <a:cubicBezTo>
                    <a:pt x="591899" y="164098"/>
                    <a:pt x="591898" y="164096"/>
                    <a:pt x="591896" y="164096"/>
                  </a:cubicBezTo>
                  <a:cubicBezTo>
                    <a:pt x="587558" y="159755"/>
                    <a:pt x="585168" y="153986"/>
                    <a:pt x="585168" y="147848"/>
                  </a:cubicBezTo>
                  <a:cubicBezTo>
                    <a:pt x="585169" y="141709"/>
                    <a:pt x="587560" y="135937"/>
                    <a:pt x="591901" y="131596"/>
                  </a:cubicBezTo>
                  <a:close/>
                  <a:moveTo>
                    <a:pt x="164098" y="164099"/>
                  </a:moveTo>
                  <a:cubicBezTo>
                    <a:pt x="155138" y="173061"/>
                    <a:pt x="140555" y="173061"/>
                    <a:pt x="131596" y="164099"/>
                  </a:cubicBezTo>
                  <a:cubicBezTo>
                    <a:pt x="122634" y="155138"/>
                    <a:pt x="122634" y="140557"/>
                    <a:pt x="131596" y="131596"/>
                  </a:cubicBezTo>
                  <a:cubicBezTo>
                    <a:pt x="136076" y="127114"/>
                    <a:pt x="141963" y="124874"/>
                    <a:pt x="147847" y="124874"/>
                  </a:cubicBezTo>
                  <a:cubicBezTo>
                    <a:pt x="153731" y="124874"/>
                    <a:pt x="159618" y="127116"/>
                    <a:pt x="164098" y="131596"/>
                  </a:cubicBezTo>
                  <a:cubicBezTo>
                    <a:pt x="173059" y="140557"/>
                    <a:pt x="173059" y="155138"/>
                    <a:pt x="164098" y="164099"/>
                  </a:cubicBezTo>
                  <a:close/>
                  <a:moveTo>
                    <a:pt x="52514" y="400983"/>
                  </a:moveTo>
                  <a:cubicBezTo>
                    <a:pt x="39841" y="400983"/>
                    <a:pt x="29531" y="390673"/>
                    <a:pt x="29531" y="378000"/>
                  </a:cubicBezTo>
                  <a:cubicBezTo>
                    <a:pt x="29531" y="365327"/>
                    <a:pt x="39841" y="355017"/>
                    <a:pt x="52514" y="355017"/>
                  </a:cubicBezTo>
                  <a:cubicBezTo>
                    <a:pt x="65187" y="355017"/>
                    <a:pt x="75498" y="365327"/>
                    <a:pt x="75498" y="378000"/>
                  </a:cubicBezTo>
                  <a:cubicBezTo>
                    <a:pt x="75498" y="390673"/>
                    <a:pt x="65187" y="400983"/>
                    <a:pt x="52514" y="400983"/>
                  </a:cubicBezTo>
                  <a:close/>
                  <a:moveTo>
                    <a:pt x="164099" y="624404"/>
                  </a:moveTo>
                  <a:cubicBezTo>
                    <a:pt x="159758" y="628745"/>
                    <a:pt x="153986" y="631137"/>
                    <a:pt x="147848" y="631137"/>
                  </a:cubicBezTo>
                  <a:cubicBezTo>
                    <a:pt x="141710" y="631137"/>
                    <a:pt x="135938" y="628747"/>
                    <a:pt x="131597" y="624404"/>
                  </a:cubicBezTo>
                  <a:cubicBezTo>
                    <a:pt x="122636" y="615445"/>
                    <a:pt x="122636" y="600862"/>
                    <a:pt x="131597" y="591901"/>
                  </a:cubicBezTo>
                  <a:cubicBezTo>
                    <a:pt x="136077" y="587419"/>
                    <a:pt x="141963" y="585179"/>
                    <a:pt x="147848" y="585179"/>
                  </a:cubicBezTo>
                  <a:cubicBezTo>
                    <a:pt x="153734" y="585179"/>
                    <a:pt x="159619" y="587419"/>
                    <a:pt x="164099" y="591901"/>
                  </a:cubicBezTo>
                  <a:cubicBezTo>
                    <a:pt x="173061" y="600862"/>
                    <a:pt x="173061" y="615445"/>
                    <a:pt x="164099" y="624404"/>
                  </a:cubicBezTo>
                  <a:close/>
                  <a:moveTo>
                    <a:pt x="591898" y="591905"/>
                  </a:moveTo>
                  <a:cubicBezTo>
                    <a:pt x="591899" y="591904"/>
                    <a:pt x="591901" y="591902"/>
                    <a:pt x="591902" y="591902"/>
                  </a:cubicBezTo>
                  <a:cubicBezTo>
                    <a:pt x="591904" y="591901"/>
                    <a:pt x="591904" y="591899"/>
                    <a:pt x="591905" y="591899"/>
                  </a:cubicBezTo>
                  <a:cubicBezTo>
                    <a:pt x="596387" y="587421"/>
                    <a:pt x="602269" y="585182"/>
                    <a:pt x="608155" y="585182"/>
                  </a:cubicBezTo>
                  <a:cubicBezTo>
                    <a:pt x="614037" y="585181"/>
                    <a:pt x="619924" y="587421"/>
                    <a:pt x="624404" y="591901"/>
                  </a:cubicBezTo>
                  <a:cubicBezTo>
                    <a:pt x="633366" y="600861"/>
                    <a:pt x="633366" y="615443"/>
                    <a:pt x="624404" y="624404"/>
                  </a:cubicBezTo>
                  <a:cubicBezTo>
                    <a:pt x="620063" y="628745"/>
                    <a:pt x="614291" y="631137"/>
                    <a:pt x="608153" y="631137"/>
                  </a:cubicBezTo>
                  <a:cubicBezTo>
                    <a:pt x="602015" y="631137"/>
                    <a:pt x="596243" y="628747"/>
                    <a:pt x="591902" y="624404"/>
                  </a:cubicBezTo>
                  <a:cubicBezTo>
                    <a:pt x="582942" y="615445"/>
                    <a:pt x="582941" y="600865"/>
                    <a:pt x="591898" y="591905"/>
                  </a:cubicBezTo>
                  <a:close/>
                  <a:moveTo>
                    <a:pt x="355017" y="52514"/>
                  </a:moveTo>
                  <a:cubicBezTo>
                    <a:pt x="355017" y="39841"/>
                    <a:pt x="365327" y="29531"/>
                    <a:pt x="378000" y="29531"/>
                  </a:cubicBezTo>
                  <a:cubicBezTo>
                    <a:pt x="390673" y="29531"/>
                    <a:pt x="400984" y="39841"/>
                    <a:pt x="400984" y="52514"/>
                  </a:cubicBezTo>
                  <a:cubicBezTo>
                    <a:pt x="400984" y="65187"/>
                    <a:pt x="390673" y="75498"/>
                    <a:pt x="378000" y="75498"/>
                  </a:cubicBezTo>
                  <a:cubicBezTo>
                    <a:pt x="365327" y="75498"/>
                    <a:pt x="355017" y="65187"/>
                    <a:pt x="355017" y="52514"/>
                  </a:cubicBezTo>
                  <a:close/>
                  <a:moveTo>
                    <a:pt x="400984" y="703486"/>
                  </a:moveTo>
                  <a:cubicBezTo>
                    <a:pt x="400984" y="716159"/>
                    <a:pt x="390673" y="726469"/>
                    <a:pt x="378000" y="726469"/>
                  </a:cubicBezTo>
                  <a:cubicBezTo>
                    <a:pt x="365327" y="726469"/>
                    <a:pt x="355017" y="716159"/>
                    <a:pt x="355017" y="703486"/>
                  </a:cubicBezTo>
                  <a:cubicBezTo>
                    <a:pt x="355017" y="690813"/>
                    <a:pt x="365327" y="680503"/>
                    <a:pt x="378000" y="680503"/>
                  </a:cubicBezTo>
                  <a:cubicBezTo>
                    <a:pt x="390673" y="680503"/>
                    <a:pt x="400984" y="690813"/>
                    <a:pt x="400984" y="703486"/>
                  </a:cubicBezTo>
                  <a:close/>
                  <a:moveTo>
                    <a:pt x="502545" y="499822"/>
                  </a:moveTo>
                  <a:cubicBezTo>
                    <a:pt x="492494" y="510050"/>
                    <a:pt x="485582" y="514310"/>
                    <a:pt x="478740" y="520180"/>
                  </a:cubicBezTo>
                  <a:cubicBezTo>
                    <a:pt x="450275" y="540407"/>
                    <a:pt x="415502" y="552313"/>
                    <a:pt x="378000" y="552313"/>
                  </a:cubicBezTo>
                  <a:cubicBezTo>
                    <a:pt x="281883" y="552313"/>
                    <a:pt x="203687" y="474117"/>
                    <a:pt x="203687" y="378000"/>
                  </a:cubicBezTo>
                  <a:cubicBezTo>
                    <a:pt x="203687" y="281883"/>
                    <a:pt x="281883" y="203687"/>
                    <a:pt x="378000" y="203687"/>
                  </a:cubicBezTo>
                  <a:cubicBezTo>
                    <a:pt x="474117" y="203687"/>
                    <a:pt x="552313" y="281883"/>
                    <a:pt x="552313" y="378000"/>
                  </a:cubicBezTo>
                  <a:cubicBezTo>
                    <a:pt x="552313" y="425367"/>
                    <a:pt x="533312" y="468374"/>
                    <a:pt x="502545" y="499822"/>
                  </a:cubicBezTo>
                  <a:close/>
                  <a:moveTo>
                    <a:pt x="703486" y="400983"/>
                  </a:moveTo>
                  <a:cubicBezTo>
                    <a:pt x="690813" y="400983"/>
                    <a:pt x="680502" y="390673"/>
                    <a:pt x="680502" y="378000"/>
                  </a:cubicBezTo>
                  <a:cubicBezTo>
                    <a:pt x="680502" y="365327"/>
                    <a:pt x="690813" y="355017"/>
                    <a:pt x="703486" y="355017"/>
                  </a:cubicBezTo>
                  <a:cubicBezTo>
                    <a:pt x="716159" y="355017"/>
                    <a:pt x="726469" y="365327"/>
                    <a:pt x="726469" y="378000"/>
                  </a:cubicBezTo>
                  <a:cubicBezTo>
                    <a:pt x="726469" y="390673"/>
                    <a:pt x="716159" y="400983"/>
                    <a:pt x="703486" y="400983"/>
                  </a:cubicBezTo>
                  <a:close/>
                </a:path>
              </a:pathLst>
            </a:custGeom>
            <a:grpFill/>
            <a:ln w="1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raphique 139">
              <a:extLst>
                <a:ext uri="{FF2B5EF4-FFF2-40B4-BE49-F238E27FC236}">
                  <a16:creationId xmlns:a16="http://schemas.microsoft.com/office/drawing/2014/main" id="{AECA506C-DBC3-09F1-D321-4C65A14BA428}"/>
                </a:ext>
              </a:extLst>
            </p:cNvPr>
            <p:cNvSpPr/>
            <p:nvPr/>
          </p:nvSpPr>
          <p:spPr>
            <a:xfrm>
              <a:off x="17154874" y="2766283"/>
              <a:ext cx="16186" cy="16057"/>
            </a:xfrm>
            <a:custGeom>
              <a:avLst/>
              <a:gdLst>
                <a:gd name="connsiteX0" fmla="*/ 15113 w 16186"/>
                <a:gd name="connsiteY0" fmla="*/ 3955 h 16057"/>
                <a:gd name="connsiteX1" fmla="*/ 4262 w 16186"/>
                <a:gd name="connsiteY1" fmla="*/ 1073 h 16057"/>
                <a:gd name="connsiteX2" fmla="*/ 3956 w 16186"/>
                <a:gd name="connsiteY2" fmla="*/ 1249 h 16057"/>
                <a:gd name="connsiteX3" fmla="*/ 1072 w 16186"/>
                <a:gd name="connsiteY3" fmla="*/ 12100 h 16057"/>
                <a:gd name="connsiteX4" fmla="*/ 7947 w 16186"/>
                <a:gd name="connsiteY4" fmla="*/ 16057 h 16057"/>
                <a:gd name="connsiteX5" fmla="*/ 11925 w 16186"/>
                <a:gd name="connsiteY5" fmla="*/ 14982 h 16057"/>
                <a:gd name="connsiteX6" fmla="*/ 12231 w 16186"/>
                <a:gd name="connsiteY6" fmla="*/ 14806 h 16057"/>
                <a:gd name="connsiteX7" fmla="*/ 15113 w 16186"/>
                <a:gd name="connsiteY7" fmla="*/ 3955 h 16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86" h="16057">
                  <a:moveTo>
                    <a:pt x="15113" y="3955"/>
                  </a:moveTo>
                  <a:cubicBezTo>
                    <a:pt x="12913" y="165"/>
                    <a:pt x="8056" y="-1127"/>
                    <a:pt x="4262" y="1073"/>
                  </a:cubicBezTo>
                  <a:lnTo>
                    <a:pt x="3956" y="1249"/>
                  </a:lnTo>
                  <a:cubicBezTo>
                    <a:pt x="164" y="3449"/>
                    <a:pt x="-1126" y="8308"/>
                    <a:pt x="1072" y="12100"/>
                  </a:cubicBezTo>
                  <a:cubicBezTo>
                    <a:pt x="2544" y="14638"/>
                    <a:pt x="5210" y="16057"/>
                    <a:pt x="7947" y="16057"/>
                  </a:cubicBezTo>
                  <a:cubicBezTo>
                    <a:pt x="9298" y="16057"/>
                    <a:pt x="10670" y="15710"/>
                    <a:pt x="11925" y="14982"/>
                  </a:cubicBezTo>
                  <a:lnTo>
                    <a:pt x="12231" y="14806"/>
                  </a:lnTo>
                  <a:cubicBezTo>
                    <a:pt x="16022" y="12606"/>
                    <a:pt x="17313" y="7748"/>
                    <a:pt x="15113" y="3955"/>
                  </a:cubicBezTo>
                  <a:close/>
                </a:path>
              </a:pathLst>
            </a:custGeom>
            <a:grpFill/>
            <a:ln w="1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2" name="Graphique 139">
              <a:extLst>
                <a:ext uri="{FF2B5EF4-FFF2-40B4-BE49-F238E27FC236}">
                  <a16:creationId xmlns:a16="http://schemas.microsoft.com/office/drawing/2014/main" id="{63B2FEB5-D72E-FDB7-A090-6DBE04723426}"/>
                </a:ext>
              </a:extLst>
            </p:cNvPr>
            <p:cNvGrpSpPr/>
            <p:nvPr/>
          </p:nvGrpSpPr>
          <p:grpSpPr>
            <a:xfrm>
              <a:off x="16948362" y="2415463"/>
              <a:ext cx="289808" cy="338085"/>
              <a:chOff x="16948362" y="2415463"/>
              <a:chExt cx="289808" cy="338085"/>
            </a:xfrm>
            <a:grpFill/>
          </p:grpSpPr>
          <p:sp>
            <p:nvSpPr>
              <p:cNvPr id="23" name="Graphique 139">
                <a:extLst>
                  <a:ext uri="{FF2B5EF4-FFF2-40B4-BE49-F238E27FC236}">
                    <a16:creationId xmlns:a16="http://schemas.microsoft.com/office/drawing/2014/main" id="{C1A38819-5C88-B500-8B87-2D51DBC6F6F4}"/>
                  </a:ext>
                </a:extLst>
              </p:cNvPr>
              <p:cNvSpPr/>
              <p:nvPr/>
            </p:nvSpPr>
            <p:spPr>
              <a:xfrm>
                <a:off x="17077308" y="2503043"/>
                <a:ext cx="160862" cy="101860"/>
              </a:xfrm>
              <a:custGeom>
                <a:avLst/>
                <a:gdLst>
                  <a:gd name="connsiteX0" fmla="*/ 160746 w 160862"/>
                  <a:gd name="connsiteY0" fmla="*/ 84236 h 101860"/>
                  <a:gd name="connsiteX1" fmla="*/ 155533 w 160862"/>
                  <a:gd name="connsiteY1" fmla="*/ 55768 h 101860"/>
                  <a:gd name="connsiteX2" fmla="*/ 154004 w 160862"/>
                  <a:gd name="connsiteY2" fmla="*/ 49938 h 101860"/>
                  <a:gd name="connsiteX3" fmla="*/ 148678 w 160862"/>
                  <a:gd name="connsiteY3" fmla="*/ 54688 h 101860"/>
                  <a:gd name="connsiteX4" fmla="*/ 143634 w 160862"/>
                  <a:gd name="connsiteY4" fmla="*/ 60945 h 101860"/>
                  <a:gd name="connsiteX5" fmla="*/ 142097 w 160862"/>
                  <a:gd name="connsiteY5" fmla="*/ 56720 h 101860"/>
                  <a:gd name="connsiteX6" fmla="*/ 137874 w 160862"/>
                  <a:gd name="connsiteY6" fmla="*/ 49472 h 101860"/>
                  <a:gd name="connsiteX7" fmla="*/ 128127 w 160862"/>
                  <a:gd name="connsiteY7" fmla="*/ 38061 h 101860"/>
                  <a:gd name="connsiteX8" fmla="*/ 110225 w 160862"/>
                  <a:gd name="connsiteY8" fmla="*/ 29808 h 101860"/>
                  <a:gd name="connsiteX9" fmla="*/ 98296 w 160862"/>
                  <a:gd name="connsiteY9" fmla="*/ 29808 h 101860"/>
                  <a:gd name="connsiteX10" fmla="*/ 84939 w 160862"/>
                  <a:gd name="connsiteY10" fmla="*/ 37808 h 101860"/>
                  <a:gd name="connsiteX11" fmla="*/ 85086 w 160862"/>
                  <a:gd name="connsiteY11" fmla="*/ 52373 h 101860"/>
                  <a:gd name="connsiteX12" fmla="*/ 65581 w 160862"/>
                  <a:gd name="connsiteY12" fmla="*/ 63969 h 101860"/>
                  <a:gd name="connsiteX13" fmla="*/ 51192 w 160862"/>
                  <a:gd name="connsiteY13" fmla="*/ 36407 h 101860"/>
                  <a:gd name="connsiteX14" fmla="*/ 51192 w 160862"/>
                  <a:gd name="connsiteY14" fmla="*/ 30324 h 101860"/>
                  <a:gd name="connsiteX15" fmla="*/ 47601 w 160862"/>
                  <a:gd name="connsiteY15" fmla="*/ 21932 h 101860"/>
                  <a:gd name="connsiteX16" fmla="*/ 32875 w 160862"/>
                  <a:gd name="connsiteY16" fmla="*/ 7876 h 101860"/>
                  <a:gd name="connsiteX17" fmla="*/ 28711 w 160862"/>
                  <a:gd name="connsiteY17" fmla="*/ 5323 h 101860"/>
                  <a:gd name="connsiteX18" fmla="*/ 15458 w 160862"/>
                  <a:gd name="connsiteY18" fmla="*/ 664 h 101860"/>
                  <a:gd name="connsiteX19" fmla="*/ 6587 w 160862"/>
                  <a:gd name="connsiteY19" fmla="*/ 1150 h 101860"/>
                  <a:gd name="connsiteX20" fmla="*/ 663 w 160862"/>
                  <a:gd name="connsiteY20" fmla="*/ 7763 h 101860"/>
                  <a:gd name="connsiteX21" fmla="*/ 1147 w 160862"/>
                  <a:gd name="connsiteY21" fmla="*/ 16630 h 101860"/>
                  <a:gd name="connsiteX22" fmla="*/ 7760 w 160862"/>
                  <a:gd name="connsiteY22" fmla="*/ 22555 h 101860"/>
                  <a:gd name="connsiteX23" fmla="*/ 18660 w 160862"/>
                  <a:gd name="connsiteY23" fmla="*/ 26387 h 101860"/>
                  <a:gd name="connsiteX24" fmla="*/ 27988 w 160862"/>
                  <a:gd name="connsiteY24" fmla="*/ 35291 h 101860"/>
                  <a:gd name="connsiteX25" fmla="*/ 27988 w 160862"/>
                  <a:gd name="connsiteY25" fmla="*/ 39255 h 101860"/>
                  <a:gd name="connsiteX26" fmla="*/ 29308 w 160862"/>
                  <a:gd name="connsiteY26" fmla="*/ 44626 h 101860"/>
                  <a:gd name="connsiteX27" fmla="*/ 49779 w 160862"/>
                  <a:gd name="connsiteY27" fmla="*/ 83837 h 101860"/>
                  <a:gd name="connsiteX28" fmla="*/ 64076 w 160862"/>
                  <a:gd name="connsiteY28" fmla="*/ 89355 h 101860"/>
                  <a:gd name="connsiteX29" fmla="*/ 70039 w 160862"/>
                  <a:gd name="connsiteY29" fmla="*/ 87158 h 101860"/>
                  <a:gd name="connsiteX30" fmla="*/ 108491 w 160862"/>
                  <a:gd name="connsiteY30" fmla="*/ 62547 h 101860"/>
                  <a:gd name="connsiteX31" fmla="*/ 111874 w 160862"/>
                  <a:gd name="connsiteY31" fmla="*/ 54762 h 101860"/>
                  <a:gd name="connsiteX32" fmla="*/ 120292 w 160862"/>
                  <a:gd name="connsiteY32" fmla="*/ 64649 h 101860"/>
                  <a:gd name="connsiteX33" fmla="*/ 131047 w 160862"/>
                  <a:gd name="connsiteY33" fmla="*/ 94223 h 101860"/>
                  <a:gd name="connsiteX34" fmla="*/ 139443 w 160862"/>
                  <a:gd name="connsiteY34" fmla="*/ 101586 h 101860"/>
                  <a:gd name="connsiteX35" fmla="*/ 141950 w 160862"/>
                  <a:gd name="connsiteY35" fmla="*/ 101860 h 101860"/>
                  <a:gd name="connsiteX36" fmla="*/ 150154 w 160862"/>
                  <a:gd name="connsiteY36" fmla="*/ 98463 h 101860"/>
                  <a:gd name="connsiteX37" fmla="*/ 155276 w 160862"/>
                  <a:gd name="connsiteY37" fmla="*/ 93343 h 101860"/>
                  <a:gd name="connsiteX38" fmla="*/ 160363 w 160862"/>
                  <a:gd name="connsiteY38" fmla="*/ 86306 h 101860"/>
                  <a:gd name="connsiteX39" fmla="*/ 160862 w 160862"/>
                  <a:gd name="connsiteY39" fmla="*/ 85329 h 101860"/>
                  <a:gd name="connsiteX40" fmla="*/ 160746 w 160862"/>
                  <a:gd name="connsiteY40" fmla="*/ 84236 h 101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60862" h="101860">
                    <a:moveTo>
                      <a:pt x="160746" y="84236"/>
                    </a:moveTo>
                    <a:cubicBezTo>
                      <a:pt x="159728" y="74646"/>
                      <a:pt x="157974" y="65067"/>
                      <a:pt x="155533" y="55768"/>
                    </a:cubicBezTo>
                    <a:lnTo>
                      <a:pt x="154004" y="49938"/>
                    </a:lnTo>
                    <a:lnTo>
                      <a:pt x="148678" y="54688"/>
                    </a:lnTo>
                    <a:cubicBezTo>
                      <a:pt x="146650" y="56499"/>
                      <a:pt x="144954" y="58619"/>
                      <a:pt x="143634" y="60945"/>
                    </a:cubicBezTo>
                    <a:lnTo>
                      <a:pt x="142097" y="56720"/>
                    </a:lnTo>
                    <a:cubicBezTo>
                      <a:pt x="141134" y="54061"/>
                      <a:pt x="139712" y="51622"/>
                      <a:pt x="137874" y="49472"/>
                    </a:cubicBezTo>
                    <a:lnTo>
                      <a:pt x="128127" y="38061"/>
                    </a:lnTo>
                    <a:cubicBezTo>
                      <a:pt x="123647" y="32816"/>
                      <a:pt x="117122" y="29808"/>
                      <a:pt x="110225" y="29808"/>
                    </a:cubicBezTo>
                    <a:lnTo>
                      <a:pt x="98296" y="29808"/>
                    </a:lnTo>
                    <a:cubicBezTo>
                      <a:pt x="92698" y="29808"/>
                      <a:pt x="87580" y="32874"/>
                      <a:pt x="84939" y="37808"/>
                    </a:cubicBezTo>
                    <a:cubicBezTo>
                      <a:pt x="82480" y="42402"/>
                      <a:pt x="82560" y="47881"/>
                      <a:pt x="85086" y="52373"/>
                    </a:cubicBezTo>
                    <a:cubicBezTo>
                      <a:pt x="79157" y="57079"/>
                      <a:pt x="72509" y="61030"/>
                      <a:pt x="65581" y="63969"/>
                    </a:cubicBezTo>
                    <a:lnTo>
                      <a:pt x="51192" y="36407"/>
                    </a:lnTo>
                    <a:lnTo>
                      <a:pt x="51192" y="30324"/>
                    </a:lnTo>
                    <a:cubicBezTo>
                      <a:pt x="51192" y="27165"/>
                      <a:pt x="49882" y="24106"/>
                      <a:pt x="47601" y="21932"/>
                    </a:cubicBezTo>
                    <a:lnTo>
                      <a:pt x="32875" y="7876"/>
                    </a:lnTo>
                    <a:cubicBezTo>
                      <a:pt x="31693" y="6746"/>
                      <a:pt x="30253" y="5864"/>
                      <a:pt x="28711" y="5323"/>
                    </a:cubicBezTo>
                    <a:lnTo>
                      <a:pt x="15458" y="664"/>
                    </a:lnTo>
                    <a:cubicBezTo>
                      <a:pt x="12531" y="-365"/>
                      <a:pt x="9382" y="-194"/>
                      <a:pt x="6587" y="1150"/>
                    </a:cubicBezTo>
                    <a:cubicBezTo>
                      <a:pt x="3793" y="2490"/>
                      <a:pt x="1690" y="4840"/>
                      <a:pt x="663" y="7763"/>
                    </a:cubicBezTo>
                    <a:cubicBezTo>
                      <a:pt x="-365" y="10687"/>
                      <a:pt x="-192" y="13836"/>
                      <a:pt x="1147" y="16630"/>
                    </a:cubicBezTo>
                    <a:cubicBezTo>
                      <a:pt x="2488" y="19424"/>
                      <a:pt x="4837" y="21528"/>
                      <a:pt x="7760" y="22555"/>
                    </a:cubicBezTo>
                    <a:lnTo>
                      <a:pt x="18660" y="26387"/>
                    </a:lnTo>
                    <a:lnTo>
                      <a:pt x="27988" y="35291"/>
                    </a:lnTo>
                    <a:lnTo>
                      <a:pt x="27988" y="39255"/>
                    </a:lnTo>
                    <a:cubicBezTo>
                      <a:pt x="27988" y="41119"/>
                      <a:pt x="28446" y="42976"/>
                      <a:pt x="29308" y="44626"/>
                    </a:cubicBezTo>
                    <a:lnTo>
                      <a:pt x="49779" y="83837"/>
                    </a:lnTo>
                    <a:cubicBezTo>
                      <a:pt x="52474" y="89005"/>
                      <a:pt x="58622" y="91375"/>
                      <a:pt x="64076" y="89355"/>
                    </a:cubicBezTo>
                    <a:lnTo>
                      <a:pt x="70039" y="87158"/>
                    </a:lnTo>
                    <a:cubicBezTo>
                      <a:pt x="84385" y="81868"/>
                      <a:pt x="97682" y="73357"/>
                      <a:pt x="108491" y="62547"/>
                    </a:cubicBezTo>
                    <a:cubicBezTo>
                      <a:pt x="110621" y="60419"/>
                      <a:pt x="111769" y="57615"/>
                      <a:pt x="111874" y="54762"/>
                    </a:cubicBezTo>
                    <a:lnTo>
                      <a:pt x="120292" y="64649"/>
                    </a:lnTo>
                    <a:lnTo>
                      <a:pt x="131047" y="94223"/>
                    </a:lnTo>
                    <a:cubicBezTo>
                      <a:pt x="132410" y="97971"/>
                      <a:pt x="135548" y="100722"/>
                      <a:pt x="139443" y="101586"/>
                    </a:cubicBezTo>
                    <a:cubicBezTo>
                      <a:pt x="140270" y="101767"/>
                      <a:pt x="141112" y="101860"/>
                      <a:pt x="141950" y="101860"/>
                    </a:cubicBezTo>
                    <a:cubicBezTo>
                      <a:pt x="145007" y="101860"/>
                      <a:pt x="147998" y="100621"/>
                      <a:pt x="150154" y="98463"/>
                    </a:cubicBezTo>
                    <a:lnTo>
                      <a:pt x="155276" y="93343"/>
                    </a:lnTo>
                    <a:cubicBezTo>
                      <a:pt x="157304" y="91313"/>
                      <a:pt x="159016" y="88946"/>
                      <a:pt x="160363" y="86306"/>
                    </a:cubicBezTo>
                    <a:lnTo>
                      <a:pt x="160862" y="85329"/>
                    </a:lnTo>
                    <a:lnTo>
                      <a:pt x="160746" y="84236"/>
                    </a:lnTo>
                    <a:close/>
                  </a:path>
                </a:pathLst>
              </a:custGeom>
              <a:grpFill/>
              <a:ln w="1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Graphique 139">
                <a:extLst>
                  <a:ext uri="{FF2B5EF4-FFF2-40B4-BE49-F238E27FC236}">
                    <a16:creationId xmlns:a16="http://schemas.microsoft.com/office/drawing/2014/main" id="{84D24726-C48F-BEA6-EF67-3947455E4F9A}"/>
                  </a:ext>
                </a:extLst>
              </p:cNvPr>
              <p:cNvSpPr/>
              <p:nvPr/>
            </p:nvSpPr>
            <p:spPr>
              <a:xfrm>
                <a:off x="16948362" y="2415463"/>
                <a:ext cx="204332" cy="338085"/>
              </a:xfrm>
              <a:custGeom>
                <a:avLst/>
                <a:gdLst>
                  <a:gd name="connsiteX0" fmla="*/ 184292 w 204332"/>
                  <a:gd name="connsiteY0" fmla="*/ 184170 h 338085"/>
                  <a:gd name="connsiteX1" fmla="*/ 183731 w 204332"/>
                  <a:gd name="connsiteY1" fmla="*/ 187819 h 338085"/>
                  <a:gd name="connsiteX2" fmla="*/ 183731 w 204332"/>
                  <a:gd name="connsiteY2" fmla="*/ 187819 h 338085"/>
                  <a:gd name="connsiteX3" fmla="*/ 184270 w 204332"/>
                  <a:gd name="connsiteY3" fmla="*/ 184167 h 338085"/>
                  <a:gd name="connsiteX4" fmla="*/ 178764 w 204332"/>
                  <a:gd name="connsiteY4" fmla="*/ 183060 h 338085"/>
                  <a:gd name="connsiteX5" fmla="*/ 169370 w 204332"/>
                  <a:gd name="connsiteY5" fmla="*/ 168269 h 338085"/>
                  <a:gd name="connsiteX6" fmla="*/ 167661 w 204332"/>
                  <a:gd name="connsiteY6" fmla="*/ 164513 h 338085"/>
                  <a:gd name="connsiteX7" fmla="*/ 164618 w 204332"/>
                  <a:gd name="connsiteY7" fmla="*/ 157078 h 338085"/>
                  <a:gd name="connsiteX8" fmla="*/ 152166 w 204332"/>
                  <a:gd name="connsiteY8" fmla="*/ 134095 h 338085"/>
                  <a:gd name="connsiteX9" fmla="*/ 127713 w 204332"/>
                  <a:gd name="connsiteY9" fmla="*/ 122973 h 338085"/>
                  <a:gd name="connsiteX10" fmla="*/ 120893 w 204332"/>
                  <a:gd name="connsiteY10" fmla="*/ 120969 h 338085"/>
                  <a:gd name="connsiteX11" fmla="*/ 114228 w 204332"/>
                  <a:gd name="connsiteY11" fmla="*/ 120558 h 338085"/>
                  <a:gd name="connsiteX12" fmla="*/ 104330 w 204332"/>
                  <a:gd name="connsiteY12" fmla="*/ 124761 h 338085"/>
                  <a:gd name="connsiteX13" fmla="*/ 102539 w 204332"/>
                  <a:gd name="connsiteY13" fmla="*/ 126528 h 338085"/>
                  <a:gd name="connsiteX14" fmla="*/ 98352 w 204332"/>
                  <a:gd name="connsiteY14" fmla="*/ 123884 h 338085"/>
                  <a:gd name="connsiteX15" fmla="*/ 96972 w 204332"/>
                  <a:gd name="connsiteY15" fmla="*/ 116459 h 338085"/>
                  <a:gd name="connsiteX16" fmla="*/ 71344 w 204332"/>
                  <a:gd name="connsiteY16" fmla="*/ 105988 h 338085"/>
                  <a:gd name="connsiteX17" fmla="*/ 65598 w 204332"/>
                  <a:gd name="connsiteY17" fmla="*/ 106267 h 338085"/>
                  <a:gd name="connsiteX18" fmla="*/ 61129 w 204332"/>
                  <a:gd name="connsiteY18" fmla="*/ 106445 h 338085"/>
                  <a:gd name="connsiteX19" fmla="*/ 73861 w 204332"/>
                  <a:gd name="connsiteY19" fmla="*/ 100425 h 338085"/>
                  <a:gd name="connsiteX20" fmla="*/ 78359 w 204332"/>
                  <a:gd name="connsiteY20" fmla="*/ 100425 h 338085"/>
                  <a:gd name="connsiteX21" fmla="*/ 89960 w 204332"/>
                  <a:gd name="connsiteY21" fmla="*/ 88824 h 338085"/>
                  <a:gd name="connsiteX22" fmla="*/ 78359 w 204332"/>
                  <a:gd name="connsiteY22" fmla="*/ 77223 h 338085"/>
                  <a:gd name="connsiteX23" fmla="*/ 73861 w 204332"/>
                  <a:gd name="connsiteY23" fmla="*/ 77223 h 338085"/>
                  <a:gd name="connsiteX24" fmla="*/ 43257 w 204332"/>
                  <a:gd name="connsiteY24" fmla="*/ 91665 h 338085"/>
                  <a:gd name="connsiteX25" fmla="*/ 35632 w 204332"/>
                  <a:gd name="connsiteY25" fmla="*/ 80984 h 338085"/>
                  <a:gd name="connsiteX26" fmla="*/ 45830 w 204332"/>
                  <a:gd name="connsiteY26" fmla="*/ 56263 h 338085"/>
                  <a:gd name="connsiteX27" fmla="*/ 95456 w 204332"/>
                  <a:gd name="connsiteY27" fmla="*/ 38863 h 338085"/>
                  <a:gd name="connsiteX28" fmla="*/ 100690 w 204332"/>
                  <a:gd name="connsiteY28" fmla="*/ 35147 h 338085"/>
                  <a:gd name="connsiteX29" fmla="*/ 127108 w 204332"/>
                  <a:gd name="connsiteY29" fmla="*/ 2010 h 338085"/>
                  <a:gd name="connsiteX30" fmla="*/ 120484 w 204332"/>
                  <a:gd name="connsiteY30" fmla="*/ 1255 h 338085"/>
                  <a:gd name="connsiteX31" fmla="*/ 100841 w 204332"/>
                  <a:gd name="connsiteY31" fmla="*/ 22 h 338085"/>
                  <a:gd name="connsiteX32" fmla="*/ 99035 w 204332"/>
                  <a:gd name="connsiteY32" fmla="*/ 0 h 338085"/>
                  <a:gd name="connsiteX33" fmla="*/ 84862 w 204332"/>
                  <a:gd name="connsiteY33" fmla="*/ 17778 h 338085"/>
                  <a:gd name="connsiteX34" fmla="*/ 36216 w 204332"/>
                  <a:gd name="connsiteY34" fmla="*/ 25401 h 338085"/>
                  <a:gd name="connsiteX35" fmla="*/ 35567 w 204332"/>
                  <a:gd name="connsiteY35" fmla="*/ 25565 h 338085"/>
                  <a:gd name="connsiteX36" fmla="*/ 27078 w 204332"/>
                  <a:gd name="connsiteY36" fmla="*/ 40691 h 338085"/>
                  <a:gd name="connsiteX37" fmla="*/ 26362 w 204332"/>
                  <a:gd name="connsiteY37" fmla="*/ 42608 h 338085"/>
                  <a:gd name="connsiteX38" fmla="*/ 11731 w 204332"/>
                  <a:gd name="connsiteY38" fmla="*/ 78073 h 338085"/>
                  <a:gd name="connsiteX39" fmla="*/ 13014 w 204332"/>
                  <a:gd name="connsiteY39" fmla="*/ 89238 h 338085"/>
                  <a:gd name="connsiteX40" fmla="*/ 32574 w 204332"/>
                  <a:gd name="connsiteY40" fmla="*/ 116637 h 338085"/>
                  <a:gd name="connsiteX41" fmla="*/ 24724 w 204332"/>
                  <a:gd name="connsiteY41" fmla="*/ 126871 h 338085"/>
                  <a:gd name="connsiteX42" fmla="*/ 20949 w 204332"/>
                  <a:gd name="connsiteY42" fmla="*/ 131990 h 338085"/>
                  <a:gd name="connsiteX43" fmla="*/ 18437 w 204332"/>
                  <a:gd name="connsiteY43" fmla="*/ 134840 h 338085"/>
                  <a:gd name="connsiteX44" fmla="*/ 18329 w 204332"/>
                  <a:gd name="connsiteY44" fmla="*/ 134962 h 338085"/>
                  <a:gd name="connsiteX45" fmla="*/ 5028 w 204332"/>
                  <a:gd name="connsiteY45" fmla="*/ 153498 h 338085"/>
                  <a:gd name="connsiteX46" fmla="*/ 9279 w 204332"/>
                  <a:gd name="connsiteY46" fmla="*/ 204885 h 338085"/>
                  <a:gd name="connsiteX47" fmla="*/ 54628 w 204332"/>
                  <a:gd name="connsiteY47" fmla="*/ 224386 h 338085"/>
                  <a:gd name="connsiteX48" fmla="*/ 62812 w 204332"/>
                  <a:gd name="connsiteY48" fmla="*/ 222745 h 338085"/>
                  <a:gd name="connsiteX49" fmla="*/ 70458 w 204332"/>
                  <a:gd name="connsiteY49" fmla="*/ 221998 h 338085"/>
                  <a:gd name="connsiteX50" fmla="*/ 70476 w 204332"/>
                  <a:gd name="connsiteY50" fmla="*/ 223868 h 338085"/>
                  <a:gd name="connsiteX51" fmla="*/ 71286 w 204332"/>
                  <a:gd name="connsiteY51" fmla="*/ 232603 h 338085"/>
                  <a:gd name="connsiteX52" fmla="*/ 78828 w 204332"/>
                  <a:gd name="connsiteY52" fmla="*/ 245139 h 338085"/>
                  <a:gd name="connsiteX53" fmla="*/ 81020 w 204332"/>
                  <a:gd name="connsiteY53" fmla="*/ 247735 h 338085"/>
                  <a:gd name="connsiteX54" fmla="*/ 79958 w 204332"/>
                  <a:gd name="connsiteY54" fmla="*/ 261524 h 338085"/>
                  <a:gd name="connsiteX55" fmla="*/ 79338 w 204332"/>
                  <a:gd name="connsiteY55" fmla="*/ 263425 h 338085"/>
                  <a:gd name="connsiteX56" fmla="*/ 85297 w 204332"/>
                  <a:gd name="connsiteY56" fmla="*/ 297829 h 338085"/>
                  <a:gd name="connsiteX57" fmla="*/ 88822 w 204332"/>
                  <a:gd name="connsiteY57" fmla="*/ 306223 h 338085"/>
                  <a:gd name="connsiteX58" fmla="*/ 107517 w 204332"/>
                  <a:gd name="connsiteY58" fmla="*/ 336289 h 338085"/>
                  <a:gd name="connsiteX59" fmla="*/ 115936 w 204332"/>
                  <a:gd name="connsiteY59" fmla="*/ 338086 h 338085"/>
                  <a:gd name="connsiteX60" fmla="*/ 115949 w 204332"/>
                  <a:gd name="connsiteY60" fmla="*/ 338086 h 338085"/>
                  <a:gd name="connsiteX61" fmla="*/ 147583 w 204332"/>
                  <a:gd name="connsiteY61" fmla="*/ 319422 h 338085"/>
                  <a:gd name="connsiteX62" fmla="*/ 153235 w 204332"/>
                  <a:gd name="connsiteY62" fmla="*/ 306294 h 338085"/>
                  <a:gd name="connsiteX63" fmla="*/ 153817 w 204332"/>
                  <a:gd name="connsiteY63" fmla="*/ 303897 h 338085"/>
                  <a:gd name="connsiteX64" fmla="*/ 155992 w 204332"/>
                  <a:gd name="connsiteY64" fmla="*/ 301142 h 338085"/>
                  <a:gd name="connsiteX65" fmla="*/ 163213 w 204332"/>
                  <a:gd name="connsiteY65" fmla="*/ 289071 h 338085"/>
                  <a:gd name="connsiteX66" fmla="*/ 167749 w 204332"/>
                  <a:gd name="connsiteY66" fmla="*/ 282062 h 338085"/>
                  <a:gd name="connsiteX67" fmla="*/ 169528 w 204332"/>
                  <a:gd name="connsiteY67" fmla="*/ 280154 h 338085"/>
                  <a:gd name="connsiteX68" fmla="*/ 175283 w 204332"/>
                  <a:gd name="connsiteY68" fmla="*/ 247066 h 338085"/>
                  <a:gd name="connsiteX69" fmla="*/ 186313 w 204332"/>
                  <a:gd name="connsiteY69" fmla="*/ 228542 h 338085"/>
                  <a:gd name="connsiteX70" fmla="*/ 199399 w 204332"/>
                  <a:gd name="connsiteY70" fmla="*/ 214409 h 338085"/>
                  <a:gd name="connsiteX71" fmla="*/ 203097 w 204332"/>
                  <a:gd name="connsiteY71" fmla="*/ 195007 h 338085"/>
                  <a:gd name="connsiteX72" fmla="*/ 184292 w 204332"/>
                  <a:gd name="connsiteY72" fmla="*/ 184170 h 338085"/>
                  <a:gd name="connsiteX73" fmla="*/ 153126 w 204332"/>
                  <a:gd name="connsiteY73" fmla="*/ 253936 h 338085"/>
                  <a:gd name="connsiteX74" fmla="*/ 152444 w 204332"/>
                  <a:gd name="connsiteY74" fmla="*/ 264457 h 338085"/>
                  <a:gd name="connsiteX75" fmla="*/ 151137 w 204332"/>
                  <a:gd name="connsiteY75" fmla="*/ 265861 h 338085"/>
                  <a:gd name="connsiteX76" fmla="*/ 150839 w 204332"/>
                  <a:gd name="connsiteY76" fmla="*/ 266178 h 338085"/>
                  <a:gd name="connsiteX77" fmla="*/ 141100 w 204332"/>
                  <a:gd name="connsiteY77" fmla="*/ 282052 h 338085"/>
                  <a:gd name="connsiteX78" fmla="*/ 138638 w 204332"/>
                  <a:gd name="connsiteY78" fmla="*/ 285744 h 338085"/>
                  <a:gd name="connsiteX79" fmla="*/ 133783 w 204332"/>
                  <a:gd name="connsiteY79" fmla="*/ 292196 h 338085"/>
                  <a:gd name="connsiteX80" fmla="*/ 130489 w 204332"/>
                  <a:gd name="connsiteY80" fmla="*/ 301734 h 338085"/>
                  <a:gd name="connsiteX81" fmla="*/ 129594 w 204332"/>
                  <a:gd name="connsiteY81" fmla="*/ 304768 h 338085"/>
                  <a:gd name="connsiteX82" fmla="*/ 120491 w 204332"/>
                  <a:gd name="connsiteY82" fmla="*/ 312816 h 338085"/>
                  <a:gd name="connsiteX83" fmla="*/ 117414 w 204332"/>
                  <a:gd name="connsiteY83" fmla="*/ 314453 h 338085"/>
                  <a:gd name="connsiteX84" fmla="*/ 110818 w 204332"/>
                  <a:gd name="connsiteY84" fmla="*/ 298809 h 338085"/>
                  <a:gd name="connsiteX85" fmla="*/ 106433 w 204332"/>
                  <a:gd name="connsiteY85" fmla="*/ 288234 h 338085"/>
                  <a:gd name="connsiteX86" fmla="*/ 101426 w 204332"/>
                  <a:gd name="connsiteY86" fmla="*/ 270558 h 338085"/>
                  <a:gd name="connsiteX87" fmla="*/ 102013 w 204332"/>
                  <a:gd name="connsiteY87" fmla="*/ 268755 h 338085"/>
                  <a:gd name="connsiteX88" fmla="*/ 102442 w 204332"/>
                  <a:gd name="connsiteY88" fmla="*/ 238796 h 338085"/>
                  <a:gd name="connsiteX89" fmla="*/ 96008 w 204332"/>
                  <a:gd name="connsiteY89" fmla="*/ 229530 h 338085"/>
                  <a:gd name="connsiteX90" fmla="*/ 93796 w 204332"/>
                  <a:gd name="connsiteY90" fmla="*/ 226911 h 338085"/>
                  <a:gd name="connsiteX91" fmla="*/ 93686 w 204332"/>
                  <a:gd name="connsiteY91" fmla="*/ 224017 h 338085"/>
                  <a:gd name="connsiteX92" fmla="*/ 86377 w 204332"/>
                  <a:gd name="connsiteY92" fmla="*/ 205105 h 338085"/>
                  <a:gd name="connsiteX93" fmla="*/ 57195 w 204332"/>
                  <a:gd name="connsiteY93" fmla="*/ 200231 h 338085"/>
                  <a:gd name="connsiteX94" fmla="*/ 51931 w 204332"/>
                  <a:gd name="connsiteY94" fmla="*/ 201337 h 338085"/>
                  <a:gd name="connsiteX95" fmla="*/ 28128 w 204332"/>
                  <a:gd name="connsiteY95" fmla="*/ 191336 h 338085"/>
                  <a:gd name="connsiteX96" fmla="*/ 26015 w 204332"/>
                  <a:gd name="connsiteY96" fmla="*/ 163405 h 338085"/>
                  <a:gd name="connsiteX97" fmla="*/ 35677 w 204332"/>
                  <a:gd name="connsiteY97" fmla="*/ 150375 h 338085"/>
                  <a:gd name="connsiteX98" fmla="*/ 35785 w 204332"/>
                  <a:gd name="connsiteY98" fmla="*/ 150252 h 338085"/>
                  <a:gd name="connsiteX99" fmla="*/ 38478 w 204332"/>
                  <a:gd name="connsiteY99" fmla="*/ 147197 h 338085"/>
                  <a:gd name="connsiteX100" fmla="*/ 43744 w 204332"/>
                  <a:gd name="connsiteY100" fmla="*/ 140166 h 338085"/>
                  <a:gd name="connsiteX101" fmla="*/ 50509 w 204332"/>
                  <a:gd name="connsiteY101" fmla="*/ 131416 h 338085"/>
                  <a:gd name="connsiteX102" fmla="*/ 66418 w 204332"/>
                  <a:gd name="connsiteY102" fmla="*/ 129458 h 338085"/>
                  <a:gd name="connsiteX103" fmla="*/ 72144 w 204332"/>
                  <a:gd name="connsiteY103" fmla="*/ 129198 h 338085"/>
                  <a:gd name="connsiteX104" fmla="*/ 72247 w 204332"/>
                  <a:gd name="connsiteY104" fmla="*/ 130098 h 338085"/>
                  <a:gd name="connsiteX105" fmla="*/ 78238 w 204332"/>
                  <a:gd name="connsiteY105" fmla="*/ 138546 h 338085"/>
                  <a:gd name="connsiteX106" fmla="*/ 83669 w 204332"/>
                  <a:gd name="connsiteY106" fmla="*/ 141992 h 338085"/>
                  <a:gd name="connsiteX107" fmla="*/ 105253 w 204332"/>
                  <a:gd name="connsiteY107" fmla="*/ 151816 h 338085"/>
                  <a:gd name="connsiteX108" fmla="*/ 118867 w 204332"/>
                  <a:gd name="connsiteY108" fmla="*/ 146249 h 338085"/>
                  <a:gd name="connsiteX109" fmla="*/ 119050 w 204332"/>
                  <a:gd name="connsiteY109" fmla="*/ 146062 h 338085"/>
                  <a:gd name="connsiteX110" fmla="*/ 120181 w 204332"/>
                  <a:gd name="connsiteY110" fmla="*/ 144972 h 338085"/>
                  <a:gd name="connsiteX111" fmla="*/ 121686 w 204332"/>
                  <a:gd name="connsiteY111" fmla="*/ 145379 h 338085"/>
                  <a:gd name="connsiteX112" fmla="*/ 135295 w 204332"/>
                  <a:gd name="connsiteY112" fmla="*/ 150019 h 338085"/>
                  <a:gd name="connsiteX113" fmla="*/ 142978 w 204332"/>
                  <a:gd name="connsiteY113" fmla="*/ 165438 h 338085"/>
                  <a:gd name="connsiteX114" fmla="*/ 146650 w 204332"/>
                  <a:gd name="connsiteY114" fmla="*/ 174351 h 338085"/>
                  <a:gd name="connsiteX115" fmla="*/ 148141 w 204332"/>
                  <a:gd name="connsiteY115" fmla="*/ 177625 h 338085"/>
                  <a:gd name="connsiteX116" fmla="*/ 148242 w 204332"/>
                  <a:gd name="connsiteY116" fmla="*/ 177849 h 338085"/>
                  <a:gd name="connsiteX117" fmla="*/ 166155 w 204332"/>
                  <a:gd name="connsiteY117" fmla="*/ 202536 h 338085"/>
                  <a:gd name="connsiteX118" fmla="*/ 176004 w 204332"/>
                  <a:gd name="connsiteY118" fmla="*/ 206283 h 338085"/>
                  <a:gd name="connsiteX119" fmla="*/ 170516 w 204332"/>
                  <a:gd name="connsiteY119" fmla="*/ 211547 h 338085"/>
                  <a:gd name="connsiteX120" fmla="*/ 170505 w 204332"/>
                  <a:gd name="connsiteY120" fmla="*/ 211557 h 338085"/>
                  <a:gd name="connsiteX121" fmla="*/ 153126 w 204332"/>
                  <a:gd name="connsiteY121" fmla="*/ 253936 h 338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204332" h="338085">
                    <a:moveTo>
                      <a:pt x="184292" y="184170"/>
                    </a:moveTo>
                    <a:lnTo>
                      <a:pt x="183731" y="187819"/>
                    </a:lnTo>
                    <a:lnTo>
                      <a:pt x="183731" y="187819"/>
                    </a:lnTo>
                    <a:lnTo>
                      <a:pt x="184270" y="184167"/>
                    </a:lnTo>
                    <a:cubicBezTo>
                      <a:pt x="183009" y="183974"/>
                      <a:pt x="179691" y="183463"/>
                      <a:pt x="178764" y="183060"/>
                    </a:cubicBezTo>
                    <a:cubicBezTo>
                      <a:pt x="174817" y="180420"/>
                      <a:pt x="172067" y="174288"/>
                      <a:pt x="169370" y="168269"/>
                    </a:cubicBezTo>
                    <a:cubicBezTo>
                      <a:pt x="168798" y="166993"/>
                      <a:pt x="168233" y="165735"/>
                      <a:pt x="167661" y="164513"/>
                    </a:cubicBezTo>
                    <a:cubicBezTo>
                      <a:pt x="166693" y="162444"/>
                      <a:pt x="165693" y="159859"/>
                      <a:pt x="164618" y="157078"/>
                    </a:cubicBezTo>
                    <a:cubicBezTo>
                      <a:pt x="161618" y="149311"/>
                      <a:pt x="158217" y="140510"/>
                      <a:pt x="152166" y="134095"/>
                    </a:cubicBezTo>
                    <a:cubicBezTo>
                      <a:pt x="146464" y="128052"/>
                      <a:pt x="136524" y="125359"/>
                      <a:pt x="127713" y="122973"/>
                    </a:cubicBezTo>
                    <a:cubicBezTo>
                      <a:pt x="125018" y="122242"/>
                      <a:pt x="122471" y="121552"/>
                      <a:pt x="120893" y="120969"/>
                    </a:cubicBezTo>
                    <a:cubicBezTo>
                      <a:pt x="118750" y="120179"/>
                      <a:pt x="116447" y="120037"/>
                      <a:pt x="114228" y="120558"/>
                    </a:cubicBezTo>
                    <a:cubicBezTo>
                      <a:pt x="109619" y="121638"/>
                      <a:pt x="106660" y="122896"/>
                      <a:pt x="104330" y="124761"/>
                    </a:cubicBezTo>
                    <a:cubicBezTo>
                      <a:pt x="103940" y="125072"/>
                      <a:pt x="103264" y="125664"/>
                      <a:pt x="102539" y="126528"/>
                    </a:cubicBezTo>
                    <a:cubicBezTo>
                      <a:pt x="101138" y="125694"/>
                      <a:pt x="99666" y="124747"/>
                      <a:pt x="98352" y="123884"/>
                    </a:cubicBezTo>
                    <a:cubicBezTo>
                      <a:pt x="98583" y="120741"/>
                      <a:pt x="97788" y="118186"/>
                      <a:pt x="96972" y="116459"/>
                    </a:cubicBezTo>
                    <a:cubicBezTo>
                      <a:pt x="91503" y="104891"/>
                      <a:pt x="74666" y="105709"/>
                      <a:pt x="71344" y="105988"/>
                    </a:cubicBezTo>
                    <a:cubicBezTo>
                      <a:pt x="69805" y="106116"/>
                      <a:pt x="67793" y="106188"/>
                      <a:pt x="65598" y="106267"/>
                    </a:cubicBezTo>
                    <a:cubicBezTo>
                      <a:pt x="64177" y="106317"/>
                      <a:pt x="62676" y="106370"/>
                      <a:pt x="61129" y="106445"/>
                    </a:cubicBezTo>
                    <a:cubicBezTo>
                      <a:pt x="64206" y="102714"/>
                      <a:pt x="68851" y="100425"/>
                      <a:pt x="73861" y="100425"/>
                    </a:cubicBezTo>
                    <a:lnTo>
                      <a:pt x="78359" y="100425"/>
                    </a:lnTo>
                    <a:cubicBezTo>
                      <a:pt x="84757" y="100425"/>
                      <a:pt x="89960" y="95222"/>
                      <a:pt x="89960" y="88824"/>
                    </a:cubicBezTo>
                    <a:cubicBezTo>
                      <a:pt x="89960" y="82426"/>
                      <a:pt x="84757" y="77223"/>
                      <a:pt x="78359" y="77223"/>
                    </a:cubicBezTo>
                    <a:lnTo>
                      <a:pt x="73861" y="77223"/>
                    </a:lnTo>
                    <a:cubicBezTo>
                      <a:pt x="62040" y="77223"/>
                      <a:pt x="50741" y="82649"/>
                      <a:pt x="43257" y="91665"/>
                    </a:cubicBezTo>
                    <a:lnTo>
                      <a:pt x="35632" y="80984"/>
                    </a:lnTo>
                    <a:lnTo>
                      <a:pt x="45830" y="56263"/>
                    </a:lnTo>
                    <a:lnTo>
                      <a:pt x="95456" y="38863"/>
                    </a:lnTo>
                    <a:cubicBezTo>
                      <a:pt x="97517" y="38143"/>
                      <a:pt x="99326" y="36858"/>
                      <a:pt x="100690" y="35147"/>
                    </a:cubicBezTo>
                    <a:lnTo>
                      <a:pt x="127108" y="2010"/>
                    </a:lnTo>
                    <a:lnTo>
                      <a:pt x="120484" y="1255"/>
                    </a:lnTo>
                    <a:cubicBezTo>
                      <a:pt x="114008" y="517"/>
                      <a:pt x="107400" y="102"/>
                      <a:pt x="100841" y="22"/>
                    </a:cubicBezTo>
                    <a:lnTo>
                      <a:pt x="99035" y="0"/>
                    </a:lnTo>
                    <a:lnTo>
                      <a:pt x="84862" y="17778"/>
                    </a:lnTo>
                    <a:lnTo>
                      <a:pt x="36216" y="25401"/>
                    </a:lnTo>
                    <a:lnTo>
                      <a:pt x="35567" y="25565"/>
                    </a:lnTo>
                    <a:cubicBezTo>
                      <a:pt x="32884" y="26506"/>
                      <a:pt x="31137" y="29617"/>
                      <a:pt x="27078" y="40691"/>
                    </a:cubicBezTo>
                    <a:cubicBezTo>
                      <a:pt x="26757" y="41567"/>
                      <a:pt x="26509" y="42249"/>
                      <a:pt x="26362" y="42608"/>
                    </a:cubicBezTo>
                    <a:lnTo>
                      <a:pt x="11731" y="78073"/>
                    </a:lnTo>
                    <a:cubicBezTo>
                      <a:pt x="10198" y="81793"/>
                      <a:pt x="10678" y="85965"/>
                      <a:pt x="13014" y="89238"/>
                    </a:cubicBezTo>
                    <a:lnTo>
                      <a:pt x="32574" y="116637"/>
                    </a:lnTo>
                    <a:cubicBezTo>
                      <a:pt x="30004" y="119460"/>
                      <a:pt x="27477" y="122964"/>
                      <a:pt x="24724" y="126871"/>
                    </a:cubicBezTo>
                    <a:cubicBezTo>
                      <a:pt x="23305" y="128885"/>
                      <a:pt x="21838" y="130967"/>
                      <a:pt x="20949" y="131990"/>
                    </a:cubicBezTo>
                    <a:cubicBezTo>
                      <a:pt x="20110" y="132957"/>
                      <a:pt x="19270" y="133902"/>
                      <a:pt x="18437" y="134840"/>
                    </a:cubicBezTo>
                    <a:lnTo>
                      <a:pt x="18329" y="134962"/>
                    </a:lnTo>
                    <a:cubicBezTo>
                      <a:pt x="13563" y="140324"/>
                      <a:pt x="8634" y="145870"/>
                      <a:pt x="5028" y="153498"/>
                    </a:cubicBezTo>
                    <a:cubicBezTo>
                      <a:pt x="-2967" y="170419"/>
                      <a:pt x="-1339" y="190110"/>
                      <a:pt x="9279" y="204885"/>
                    </a:cubicBezTo>
                    <a:cubicBezTo>
                      <a:pt x="19586" y="219224"/>
                      <a:pt x="36541" y="226514"/>
                      <a:pt x="54628" y="224386"/>
                    </a:cubicBezTo>
                    <a:cubicBezTo>
                      <a:pt x="57598" y="224039"/>
                      <a:pt x="60370" y="223351"/>
                      <a:pt x="62812" y="222745"/>
                    </a:cubicBezTo>
                    <a:cubicBezTo>
                      <a:pt x="69300" y="221142"/>
                      <a:pt x="69869" y="221453"/>
                      <a:pt x="70458" y="221998"/>
                    </a:cubicBezTo>
                    <a:cubicBezTo>
                      <a:pt x="70484" y="222540"/>
                      <a:pt x="70478" y="223430"/>
                      <a:pt x="70476" y="223868"/>
                    </a:cubicBezTo>
                    <a:cubicBezTo>
                      <a:pt x="70459" y="226079"/>
                      <a:pt x="70439" y="229111"/>
                      <a:pt x="71286" y="232603"/>
                    </a:cubicBezTo>
                    <a:cubicBezTo>
                      <a:pt x="72689" y="238376"/>
                      <a:pt x="76234" y="242282"/>
                      <a:pt x="78828" y="245139"/>
                    </a:cubicBezTo>
                    <a:cubicBezTo>
                      <a:pt x="79511" y="245888"/>
                      <a:pt x="80782" y="247283"/>
                      <a:pt x="81020" y="247735"/>
                    </a:cubicBezTo>
                    <a:cubicBezTo>
                      <a:pt x="82957" y="252380"/>
                      <a:pt x="82263" y="254497"/>
                      <a:pt x="79958" y="261524"/>
                    </a:cubicBezTo>
                    <a:lnTo>
                      <a:pt x="79338" y="263425"/>
                    </a:lnTo>
                    <a:cubicBezTo>
                      <a:pt x="75322" y="275857"/>
                      <a:pt x="80853" y="288039"/>
                      <a:pt x="85297" y="297829"/>
                    </a:cubicBezTo>
                    <a:cubicBezTo>
                      <a:pt x="86685" y="300884"/>
                      <a:pt x="87996" y="303770"/>
                      <a:pt x="88822" y="306223"/>
                    </a:cubicBezTo>
                    <a:cubicBezTo>
                      <a:pt x="96364" y="328605"/>
                      <a:pt x="102264" y="333901"/>
                      <a:pt x="107517" y="336289"/>
                    </a:cubicBezTo>
                    <a:cubicBezTo>
                      <a:pt x="110137" y="337482"/>
                      <a:pt x="112971" y="338086"/>
                      <a:pt x="115936" y="338086"/>
                    </a:cubicBezTo>
                    <a:cubicBezTo>
                      <a:pt x="115940" y="338086"/>
                      <a:pt x="115945" y="338086"/>
                      <a:pt x="115949" y="338086"/>
                    </a:cubicBezTo>
                    <a:cubicBezTo>
                      <a:pt x="131923" y="338086"/>
                      <a:pt x="146027" y="321333"/>
                      <a:pt x="147583" y="319422"/>
                    </a:cubicBezTo>
                    <a:cubicBezTo>
                      <a:pt x="151595" y="314496"/>
                      <a:pt x="152583" y="309561"/>
                      <a:pt x="153235" y="306294"/>
                    </a:cubicBezTo>
                    <a:cubicBezTo>
                      <a:pt x="153421" y="305369"/>
                      <a:pt x="153652" y="304219"/>
                      <a:pt x="153817" y="303897"/>
                    </a:cubicBezTo>
                    <a:cubicBezTo>
                      <a:pt x="154337" y="303008"/>
                      <a:pt x="155021" y="302236"/>
                      <a:pt x="155992" y="301142"/>
                    </a:cubicBezTo>
                    <a:cubicBezTo>
                      <a:pt x="158219" y="298633"/>
                      <a:pt x="161266" y="295197"/>
                      <a:pt x="163213" y="289071"/>
                    </a:cubicBezTo>
                    <a:cubicBezTo>
                      <a:pt x="164256" y="285780"/>
                      <a:pt x="164722" y="285287"/>
                      <a:pt x="167749" y="282062"/>
                    </a:cubicBezTo>
                    <a:cubicBezTo>
                      <a:pt x="168302" y="281474"/>
                      <a:pt x="168891" y="280845"/>
                      <a:pt x="169528" y="280154"/>
                    </a:cubicBezTo>
                    <a:cubicBezTo>
                      <a:pt x="181500" y="267125"/>
                      <a:pt x="178198" y="256469"/>
                      <a:pt x="175283" y="247066"/>
                    </a:cubicBezTo>
                    <a:cubicBezTo>
                      <a:pt x="173652" y="241800"/>
                      <a:pt x="175611" y="238511"/>
                      <a:pt x="186313" y="228542"/>
                    </a:cubicBezTo>
                    <a:cubicBezTo>
                      <a:pt x="190891" y="224281"/>
                      <a:pt x="195622" y="219876"/>
                      <a:pt x="199399" y="214409"/>
                    </a:cubicBezTo>
                    <a:cubicBezTo>
                      <a:pt x="204326" y="207271"/>
                      <a:pt x="205571" y="200743"/>
                      <a:pt x="203097" y="195007"/>
                    </a:cubicBezTo>
                    <a:cubicBezTo>
                      <a:pt x="199427" y="186491"/>
                      <a:pt x="190319" y="185094"/>
                      <a:pt x="184292" y="184170"/>
                    </a:cubicBezTo>
                    <a:close/>
                    <a:moveTo>
                      <a:pt x="153126" y="253936"/>
                    </a:moveTo>
                    <a:cubicBezTo>
                      <a:pt x="155391" y="261251"/>
                      <a:pt x="155391" y="261251"/>
                      <a:pt x="152444" y="264457"/>
                    </a:cubicBezTo>
                    <a:cubicBezTo>
                      <a:pt x="151983" y="264957"/>
                      <a:pt x="151551" y="265421"/>
                      <a:pt x="151137" y="265861"/>
                    </a:cubicBezTo>
                    <a:lnTo>
                      <a:pt x="150839" y="266178"/>
                    </a:lnTo>
                    <a:cubicBezTo>
                      <a:pt x="147029" y="270236"/>
                      <a:pt x="143738" y="273740"/>
                      <a:pt x="141100" y="282052"/>
                    </a:cubicBezTo>
                    <a:cubicBezTo>
                      <a:pt x="140662" y="283429"/>
                      <a:pt x="140228" y="283953"/>
                      <a:pt x="138638" y="285744"/>
                    </a:cubicBezTo>
                    <a:cubicBezTo>
                      <a:pt x="137300" y="287249"/>
                      <a:pt x="135469" y="289309"/>
                      <a:pt x="133783" y="292196"/>
                    </a:cubicBezTo>
                    <a:cubicBezTo>
                      <a:pt x="131676" y="295804"/>
                      <a:pt x="130989" y="299234"/>
                      <a:pt x="130489" y="301734"/>
                    </a:cubicBezTo>
                    <a:cubicBezTo>
                      <a:pt x="130065" y="303847"/>
                      <a:pt x="129904" y="304386"/>
                      <a:pt x="129594" y="304768"/>
                    </a:cubicBezTo>
                    <a:cubicBezTo>
                      <a:pt x="127756" y="307026"/>
                      <a:pt x="124122" y="310508"/>
                      <a:pt x="120491" y="312816"/>
                    </a:cubicBezTo>
                    <a:cubicBezTo>
                      <a:pt x="119167" y="313656"/>
                      <a:pt x="118142" y="314156"/>
                      <a:pt x="117414" y="314453"/>
                    </a:cubicBezTo>
                    <a:cubicBezTo>
                      <a:pt x="116147" y="312371"/>
                      <a:pt x="113876" y="307887"/>
                      <a:pt x="110818" y="298809"/>
                    </a:cubicBezTo>
                    <a:cubicBezTo>
                      <a:pt x="109618" y="295248"/>
                      <a:pt x="107998" y="291682"/>
                      <a:pt x="106433" y="288234"/>
                    </a:cubicBezTo>
                    <a:cubicBezTo>
                      <a:pt x="103497" y="281768"/>
                      <a:pt x="100171" y="274441"/>
                      <a:pt x="101426" y="270558"/>
                    </a:cubicBezTo>
                    <a:lnTo>
                      <a:pt x="102013" y="268755"/>
                    </a:lnTo>
                    <a:cubicBezTo>
                      <a:pt x="104812" y="260226"/>
                      <a:pt x="107704" y="251407"/>
                      <a:pt x="102442" y="238796"/>
                    </a:cubicBezTo>
                    <a:cubicBezTo>
                      <a:pt x="100758" y="234762"/>
                      <a:pt x="98133" y="231871"/>
                      <a:pt x="96008" y="229530"/>
                    </a:cubicBezTo>
                    <a:cubicBezTo>
                      <a:pt x="95354" y="228810"/>
                      <a:pt x="94173" y="227510"/>
                      <a:pt x="93796" y="226911"/>
                    </a:cubicBezTo>
                    <a:cubicBezTo>
                      <a:pt x="93671" y="226206"/>
                      <a:pt x="93677" y="225185"/>
                      <a:pt x="93686" y="224017"/>
                    </a:cubicBezTo>
                    <a:cubicBezTo>
                      <a:pt x="93715" y="219532"/>
                      <a:pt x="93762" y="212027"/>
                      <a:pt x="86377" y="205105"/>
                    </a:cubicBezTo>
                    <a:cubicBezTo>
                      <a:pt x="76159" y="195541"/>
                      <a:pt x="64321" y="198468"/>
                      <a:pt x="57195" y="200231"/>
                    </a:cubicBezTo>
                    <a:cubicBezTo>
                      <a:pt x="55255" y="200709"/>
                      <a:pt x="53423" y="201162"/>
                      <a:pt x="51931" y="201337"/>
                    </a:cubicBezTo>
                    <a:cubicBezTo>
                      <a:pt x="42191" y="202483"/>
                      <a:pt x="33514" y="198835"/>
                      <a:pt x="28128" y="191336"/>
                    </a:cubicBezTo>
                    <a:cubicBezTo>
                      <a:pt x="22430" y="183408"/>
                      <a:pt x="21619" y="172706"/>
                      <a:pt x="26015" y="163405"/>
                    </a:cubicBezTo>
                    <a:cubicBezTo>
                      <a:pt x="28193" y="158792"/>
                      <a:pt x="31661" y="154891"/>
                      <a:pt x="35677" y="150375"/>
                    </a:cubicBezTo>
                    <a:lnTo>
                      <a:pt x="35785" y="150252"/>
                    </a:lnTo>
                    <a:cubicBezTo>
                      <a:pt x="36679" y="149247"/>
                      <a:pt x="37579" y="148234"/>
                      <a:pt x="38478" y="147197"/>
                    </a:cubicBezTo>
                    <a:cubicBezTo>
                      <a:pt x="40160" y="145260"/>
                      <a:pt x="41982" y="142670"/>
                      <a:pt x="43744" y="140166"/>
                    </a:cubicBezTo>
                    <a:cubicBezTo>
                      <a:pt x="47351" y="135042"/>
                      <a:pt x="49644" y="132089"/>
                      <a:pt x="50509" y="131416"/>
                    </a:cubicBezTo>
                    <a:cubicBezTo>
                      <a:pt x="53359" y="129923"/>
                      <a:pt x="61511" y="129632"/>
                      <a:pt x="66418" y="129458"/>
                    </a:cubicBezTo>
                    <a:cubicBezTo>
                      <a:pt x="68330" y="129391"/>
                      <a:pt x="70297" y="129322"/>
                      <a:pt x="72144" y="129198"/>
                    </a:cubicBezTo>
                    <a:cubicBezTo>
                      <a:pt x="72168" y="129499"/>
                      <a:pt x="72202" y="129799"/>
                      <a:pt x="72247" y="130098"/>
                    </a:cubicBezTo>
                    <a:cubicBezTo>
                      <a:pt x="72803" y="133679"/>
                      <a:pt x="75043" y="136837"/>
                      <a:pt x="78238" y="138546"/>
                    </a:cubicBezTo>
                    <a:cubicBezTo>
                      <a:pt x="79555" y="139250"/>
                      <a:pt x="81531" y="140567"/>
                      <a:pt x="83669" y="141992"/>
                    </a:cubicBezTo>
                    <a:cubicBezTo>
                      <a:pt x="90236" y="146372"/>
                      <a:pt x="97680" y="151334"/>
                      <a:pt x="105253" y="151816"/>
                    </a:cubicBezTo>
                    <a:cubicBezTo>
                      <a:pt x="112905" y="152312"/>
                      <a:pt x="117225" y="147916"/>
                      <a:pt x="118867" y="146249"/>
                    </a:cubicBezTo>
                    <a:lnTo>
                      <a:pt x="119050" y="146062"/>
                    </a:lnTo>
                    <a:cubicBezTo>
                      <a:pt x="119449" y="145725"/>
                      <a:pt x="119825" y="145360"/>
                      <a:pt x="120181" y="144972"/>
                    </a:cubicBezTo>
                    <a:cubicBezTo>
                      <a:pt x="120677" y="145106"/>
                      <a:pt x="121179" y="145244"/>
                      <a:pt x="121686" y="145379"/>
                    </a:cubicBezTo>
                    <a:cubicBezTo>
                      <a:pt x="129652" y="147535"/>
                      <a:pt x="134245" y="149112"/>
                      <a:pt x="135295" y="150019"/>
                    </a:cubicBezTo>
                    <a:cubicBezTo>
                      <a:pt x="138217" y="153118"/>
                      <a:pt x="140856" y="159944"/>
                      <a:pt x="142978" y="165438"/>
                    </a:cubicBezTo>
                    <a:cubicBezTo>
                      <a:pt x="144187" y="168570"/>
                      <a:pt x="145330" y="171526"/>
                      <a:pt x="146650" y="174351"/>
                    </a:cubicBezTo>
                    <a:cubicBezTo>
                      <a:pt x="147149" y="175417"/>
                      <a:pt x="147642" y="176514"/>
                      <a:pt x="148141" y="177625"/>
                    </a:cubicBezTo>
                    <a:lnTo>
                      <a:pt x="148242" y="177849"/>
                    </a:lnTo>
                    <a:cubicBezTo>
                      <a:pt x="151908" y="186029"/>
                      <a:pt x="156471" y="196209"/>
                      <a:pt x="166155" y="202536"/>
                    </a:cubicBezTo>
                    <a:cubicBezTo>
                      <a:pt x="169243" y="204553"/>
                      <a:pt x="172717" y="205605"/>
                      <a:pt x="176004" y="206283"/>
                    </a:cubicBezTo>
                    <a:cubicBezTo>
                      <a:pt x="174321" y="208005"/>
                      <a:pt x="172447" y="209752"/>
                      <a:pt x="170516" y="211547"/>
                    </a:cubicBezTo>
                    <a:lnTo>
                      <a:pt x="170505" y="211557"/>
                    </a:lnTo>
                    <a:cubicBezTo>
                      <a:pt x="160510" y="220867"/>
                      <a:pt x="146823" y="233610"/>
                      <a:pt x="153126" y="253936"/>
                    </a:cubicBezTo>
                    <a:close/>
                  </a:path>
                </a:pathLst>
              </a:custGeom>
              <a:grpFill/>
              <a:ln w="1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Graphique 139">
                <a:extLst>
                  <a:ext uri="{FF2B5EF4-FFF2-40B4-BE49-F238E27FC236}">
                    <a16:creationId xmlns:a16="http://schemas.microsoft.com/office/drawing/2014/main" id="{352DE2D6-C0E8-3BD7-6C77-D63A7B61ECB0}"/>
                  </a:ext>
                </a:extLst>
              </p:cNvPr>
              <p:cNvSpPr/>
              <p:nvPr/>
            </p:nvSpPr>
            <p:spPr>
              <a:xfrm>
                <a:off x="17048553" y="2493031"/>
                <a:ext cx="23802" cy="23449"/>
              </a:xfrm>
              <a:custGeom>
                <a:avLst/>
                <a:gdLst>
                  <a:gd name="connsiteX0" fmla="*/ 16014 w 23802"/>
                  <a:gd name="connsiteY0" fmla="*/ 842 h 23449"/>
                  <a:gd name="connsiteX1" fmla="*/ 15479 w 23802"/>
                  <a:gd name="connsiteY1" fmla="*/ 654 h 23449"/>
                  <a:gd name="connsiteX2" fmla="*/ 656 w 23802"/>
                  <a:gd name="connsiteY2" fmla="*/ 7780 h 23449"/>
                  <a:gd name="connsiteX3" fmla="*/ 7783 w 23802"/>
                  <a:gd name="connsiteY3" fmla="*/ 22606 h 23449"/>
                  <a:gd name="connsiteX4" fmla="*/ 8319 w 23802"/>
                  <a:gd name="connsiteY4" fmla="*/ 22794 h 23449"/>
                  <a:gd name="connsiteX5" fmla="*/ 12166 w 23802"/>
                  <a:gd name="connsiteY5" fmla="*/ 23449 h 23449"/>
                  <a:gd name="connsiteX6" fmla="*/ 23141 w 23802"/>
                  <a:gd name="connsiteY6" fmla="*/ 15666 h 23449"/>
                  <a:gd name="connsiteX7" fmla="*/ 22649 w 23802"/>
                  <a:gd name="connsiteY7" fmla="*/ 6777 h 23449"/>
                  <a:gd name="connsiteX8" fmla="*/ 16014 w 23802"/>
                  <a:gd name="connsiteY8" fmla="*/ 842 h 23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802" h="23449">
                    <a:moveTo>
                      <a:pt x="16014" y="842"/>
                    </a:moveTo>
                    <a:lnTo>
                      <a:pt x="15479" y="654"/>
                    </a:lnTo>
                    <a:cubicBezTo>
                      <a:pt x="9434" y="-1463"/>
                      <a:pt x="2778" y="1730"/>
                      <a:pt x="656" y="7780"/>
                    </a:cubicBezTo>
                    <a:cubicBezTo>
                      <a:pt x="-1466" y="13829"/>
                      <a:pt x="1731" y="20480"/>
                      <a:pt x="7783" y="22606"/>
                    </a:cubicBezTo>
                    <a:lnTo>
                      <a:pt x="8319" y="22794"/>
                    </a:lnTo>
                    <a:cubicBezTo>
                      <a:pt x="9564" y="23229"/>
                      <a:pt x="10859" y="23449"/>
                      <a:pt x="12166" y="23449"/>
                    </a:cubicBezTo>
                    <a:cubicBezTo>
                      <a:pt x="17099" y="23449"/>
                      <a:pt x="21509" y="20320"/>
                      <a:pt x="23141" y="15666"/>
                    </a:cubicBezTo>
                    <a:cubicBezTo>
                      <a:pt x="24169" y="12734"/>
                      <a:pt x="23994" y="9577"/>
                      <a:pt x="22649" y="6777"/>
                    </a:cubicBezTo>
                    <a:cubicBezTo>
                      <a:pt x="21303" y="3976"/>
                      <a:pt x="18946" y="1868"/>
                      <a:pt x="16014" y="842"/>
                    </a:cubicBezTo>
                    <a:close/>
                  </a:path>
                </a:pathLst>
              </a:custGeom>
              <a:grpFill/>
              <a:ln w="1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26" name="Graphique 142">
            <a:extLst>
              <a:ext uri="{FF2B5EF4-FFF2-40B4-BE49-F238E27FC236}">
                <a16:creationId xmlns:a16="http://schemas.microsoft.com/office/drawing/2014/main" id="{7E1A9722-5807-6020-627C-CDA175A9A09E}"/>
              </a:ext>
            </a:extLst>
          </p:cNvPr>
          <p:cNvGrpSpPr/>
          <p:nvPr/>
        </p:nvGrpSpPr>
        <p:grpSpPr>
          <a:xfrm>
            <a:off x="4761899" y="2318982"/>
            <a:ext cx="519613" cy="519613"/>
            <a:chOff x="8831427" y="3934473"/>
            <a:chExt cx="651970" cy="651970"/>
          </a:xfrm>
          <a:solidFill>
            <a:schemeClr val="bg1"/>
          </a:solidFill>
        </p:grpSpPr>
        <p:sp>
          <p:nvSpPr>
            <p:cNvPr id="27" name="Forme libre 26">
              <a:extLst>
                <a:ext uri="{FF2B5EF4-FFF2-40B4-BE49-F238E27FC236}">
                  <a16:creationId xmlns:a16="http://schemas.microsoft.com/office/drawing/2014/main" id="{7BA0D2BD-87DD-781C-EAB5-0EF68CA7AC48}"/>
                </a:ext>
              </a:extLst>
            </p:cNvPr>
            <p:cNvSpPr/>
            <p:nvPr/>
          </p:nvSpPr>
          <p:spPr>
            <a:xfrm>
              <a:off x="9152318" y="4061809"/>
              <a:ext cx="25467" cy="25467"/>
            </a:xfrm>
            <a:custGeom>
              <a:avLst/>
              <a:gdLst>
                <a:gd name="connsiteX0" fmla="*/ 12734 w 25467"/>
                <a:gd name="connsiteY0" fmla="*/ 0 h 25467"/>
                <a:gd name="connsiteX1" fmla="*/ 0 w 25467"/>
                <a:gd name="connsiteY1" fmla="*/ 12734 h 25467"/>
                <a:gd name="connsiteX2" fmla="*/ 12734 w 25467"/>
                <a:gd name="connsiteY2" fmla="*/ 25468 h 25467"/>
                <a:gd name="connsiteX3" fmla="*/ 25468 w 25467"/>
                <a:gd name="connsiteY3" fmla="*/ 12734 h 25467"/>
                <a:gd name="connsiteX4" fmla="*/ 12734 w 25467"/>
                <a:gd name="connsiteY4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7" h="25467">
                  <a:moveTo>
                    <a:pt x="12734" y="0"/>
                  </a:moveTo>
                  <a:cubicBezTo>
                    <a:pt x="5705" y="0"/>
                    <a:pt x="0" y="5705"/>
                    <a:pt x="0" y="12734"/>
                  </a:cubicBezTo>
                  <a:cubicBezTo>
                    <a:pt x="0" y="19763"/>
                    <a:pt x="5705" y="25468"/>
                    <a:pt x="12734" y="25468"/>
                  </a:cubicBezTo>
                  <a:cubicBezTo>
                    <a:pt x="19763" y="25468"/>
                    <a:pt x="25468" y="19763"/>
                    <a:pt x="25468" y="12734"/>
                  </a:cubicBezTo>
                  <a:cubicBezTo>
                    <a:pt x="25468" y="5705"/>
                    <a:pt x="19763" y="0"/>
                    <a:pt x="12734" y="0"/>
                  </a:cubicBezTo>
                  <a:close/>
                </a:path>
              </a:pathLst>
            </a:custGeom>
            <a:grpFill/>
            <a:ln w="1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Forme libre 27">
              <a:extLst>
                <a:ext uri="{FF2B5EF4-FFF2-40B4-BE49-F238E27FC236}">
                  <a16:creationId xmlns:a16="http://schemas.microsoft.com/office/drawing/2014/main" id="{11DE0726-13DD-9B92-A635-81AED59731F7}"/>
                </a:ext>
              </a:extLst>
            </p:cNvPr>
            <p:cNvSpPr/>
            <p:nvPr/>
          </p:nvSpPr>
          <p:spPr>
            <a:xfrm>
              <a:off x="8831428" y="3934473"/>
              <a:ext cx="651969" cy="651970"/>
            </a:xfrm>
            <a:custGeom>
              <a:avLst/>
              <a:gdLst>
                <a:gd name="connsiteX0" fmla="*/ 642322 w 651969"/>
                <a:gd name="connsiteY0" fmla="*/ 267789 h 651970"/>
                <a:gd name="connsiteX1" fmla="*/ 594812 w 651969"/>
                <a:gd name="connsiteY1" fmla="*/ 255914 h 651970"/>
                <a:gd name="connsiteX2" fmla="*/ 562533 w 651969"/>
                <a:gd name="connsiteY2" fmla="*/ 177680 h 651970"/>
                <a:gd name="connsiteX3" fmla="*/ 587655 w 651969"/>
                <a:gd name="connsiteY3" fmla="*/ 135812 h 651970"/>
                <a:gd name="connsiteX4" fmla="*/ 585742 w 651969"/>
                <a:gd name="connsiteY4" fmla="*/ 120255 h 651970"/>
                <a:gd name="connsiteX5" fmla="*/ 531712 w 651969"/>
                <a:gd name="connsiteY5" fmla="*/ 66226 h 651970"/>
                <a:gd name="connsiteX6" fmla="*/ 516155 w 651969"/>
                <a:gd name="connsiteY6" fmla="*/ 64311 h 651970"/>
                <a:gd name="connsiteX7" fmla="*/ 474288 w 651969"/>
                <a:gd name="connsiteY7" fmla="*/ 89433 h 651970"/>
                <a:gd name="connsiteX8" fmla="*/ 396053 w 651969"/>
                <a:gd name="connsiteY8" fmla="*/ 57154 h 651970"/>
                <a:gd name="connsiteX9" fmla="*/ 384178 w 651969"/>
                <a:gd name="connsiteY9" fmla="*/ 9643 h 651970"/>
                <a:gd name="connsiteX10" fmla="*/ 371825 w 651969"/>
                <a:gd name="connsiteY10" fmla="*/ 0 h 651970"/>
                <a:gd name="connsiteX11" fmla="*/ 295423 w 651969"/>
                <a:gd name="connsiteY11" fmla="*/ 0 h 651970"/>
                <a:gd name="connsiteX12" fmla="*/ 283070 w 651969"/>
                <a:gd name="connsiteY12" fmla="*/ 9645 h 651970"/>
                <a:gd name="connsiteX13" fmla="*/ 271051 w 651969"/>
                <a:gd name="connsiteY13" fmla="*/ 57703 h 651970"/>
                <a:gd name="connsiteX14" fmla="*/ 193835 w 651969"/>
                <a:gd name="connsiteY14" fmla="*/ 89964 h 651970"/>
                <a:gd name="connsiteX15" fmla="*/ 151093 w 651969"/>
                <a:gd name="connsiteY15" fmla="*/ 64312 h 651970"/>
                <a:gd name="connsiteX16" fmla="*/ 135536 w 651969"/>
                <a:gd name="connsiteY16" fmla="*/ 66226 h 651970"/>
                <a:gd name="connsiteX17" fmla="*/ 81506 w 651969"/>
                <a:gd name="connsiteY17" fmla="*/ 120255 h 651970"/>
                <a:gd name="connsiteX18" fmla="*/ 79593 w 651969"/>
                <a:gd name="connsiteY18" fmla="*/ 135814 h 651970"/>
                <a:gd name="connsiteX19" fmla="*/ 105660 w 651969"/>
                <a:gd name="connsiteY19" fmla="*/ 179245 h 651970"/>
                <a:gd name="connsiteX20" fmla="*/ 74386 w 651969"/>
                <a:gd name="connsiteY20" fmla="*/ 255426 h 651970"/>
                <a:gd name="connsiteX21" fmla="*/ 24925 w 651969"/>
                <a:gd name="connsiteY21" fmla="*/ 267789 h 651970"/>
                <a:gd name="connsiteX22" fmla="*/ 15279 w 651969"/>
                <a:gd name="connsiteY22" fmla="*/ 280142 h 651970"/>
                <a:gd name="connsiteX23" fmla="*/ 15279 w 651969"/>
                <a:gd name="connsiteY23" fmla="*/ 356545 h 651970"/>
                <a:gd name="connsiteX24" fmla="*/ 24924 w 651969"/>
                <a:gd name="connsiteY24" fmla="*/ 368898 h 651970"/>
                <a:gd name="connsiteX25" fmla="*/ 74936 w 651969"/>
                <a:gd name="connsiteY25" fmla="*/ 381402 h 651970"/>
                <a:gd name="connsiteX26" fmla="*/ 105831 w 651969"/>
                <a:gd name="connsiteY26" fmla="*/ 456092 h 651970"/>
                <a:gd name="connsiteX27" fmla="*/ 36659 w 651969"/>
                <a:gd name="connsiteY27" fmla="*/ 525265 h 651970"/>
                <a:gd name="connsiteX28" fmla="*/ 36653 w 651969"/>
                <a:gd name="connsiteY28" fmla="*/ 525271 h 651970"/>
                <a:gd name="connsiteX29" fmla="*/ 18659 w 651969"/>
                <a:gd name="connsiteY29" fmla="*/ 543277 h 651970"/>
                <a:gd name="connsiteX30" fmla="*/ 0 w 651969"/>
                <a:gd name="connsiteY30" fmla="*/ 588299 h 651970"/>
                <a:gd name="connsiteX31" fmla="*/ 18651 w 651969"/>
                <a:gd name="connsiteY31" fmla="*/ 633311 h 651970"/>
                <a:gd name="connsiteX32" fmla="*/ 63669 w 651969"/>
                <a:gd name="connsiteY32" fmla="*/ 651970 h 651970"/>
                <a:gd name="connsiteX33" fmla="*/ 108682 w 651969"/>
                <a:gd name="connsiteY33" fmla="*/ 633316 h 651970"/>
                <a:gd name="connsiteX34" fmla="*/ 126700 w 651969"/>
                <a:gd name="connsiteY34" fmla="*/ 615309 h 651970"/>
                <a:gd name="connsiteX35" fmla="*/ 126701 w 651969"/>
                <a:gd name="connsiteY35" fmla="*/ 615308 h 651970"/>
                <a:gd name="connsiteX36" fmla="*/ 126702 w 651969"/>
                <a:gd name="connsiteY36" fmla="*/ 615307 h 651970"/>
                <a:gd name="connsiteX37" fmla="*/ 195878 w 651969"/>
                <a:gd name="connsiteY37" fmla="*/ 546132 h 651970"/>
                <a:gd name="connsiteX38" fmla="*/ 270565 w 651969"/>
                <a:gd name="connsiteY38" fmla="*/ 577028 h 651970"/>
                <a:gd name="connsiteX39" fmla="*/ 283071 w 651969"/>
                <a:gd name="connsiteY39" fmla="*/ 627040 h 651970"/>
                <a:gd name="connsiteX40" fmla="*/ 295424 w 651969"/>
                <a:gd name="connsiteY40" fmla="*/ 636684 h 651970"/>
                <a:gd name="connsiteX41" fmla="*/ 371827 w 651969"/>
                <a:gd name="connsiteY41" fmla="*/ 636684 h 651970"/>
                <a:gd name="connsiteX42" fmla="*/ 384181 w 651969"/>
                <a:gd name="connsiteY42" fmla="*/ 627039 h 651970"/>
                <a:gd name="connsiteX43" fmla="*/ 396543 w 651969"/>
                <a:gd name="connsiteY43" fmla="*/ 577575 h 651970"/>
                <a:gd name="connsiteX44" fmla="*/ 472724 w 651969"/>
                <a:gd name="connsiteY44" fmla="*/ 546313 h 651970"/>
                <a:gd name="connsiteX45" fmla="*/ 516159 w 651969"/>
                <a:gd name="connsiteY45" fmla="*/ 572372 h 651970"/>
                <a:gd name="connsiteX46" fmla="*/ 531715 w 651969"/>
                <a:gd name="connsiteY46" fmla="*/ 570457 h 651970"/>
                <a:gd name="connsiteX47" fmla="*/ 585744 w 651969"/>
                <a:gd name="connsiteY47" fmla="*/ 516428 h 651970"/>
                <a:gd name="connsiteX48" fmla="*/ 587659 w 651969"/>
                <a:gd name="connsiteY48" fmla="*/ 500872 h 651970"/>
                <a:gd name="connsiteX49" fmla="*/ 562006 w 651969"/>
                <a:gd name="connsiteY49" fmla="*/ 458117 h 651970"/>
                <a:gd name="connsiteX50" fmla="*/ 594267 w 651969"/>
                <a:gd name="connsiteY50" fmla="*/ 380911 h 651970"/>
                <a:gd name="connsiteX51" fmla="*/ 642325 w 651969"/>
                <a:gd name="connsiteY51" fmla="*/ 368893 h 651970"/>
                <a:gd name="connsiteX52" fmla="*/ 651970 w 651969"/>
                <a:gd name="connsiteY52" fmla="*/ 356540 h 651970"/>
                <a:gd name="connsiteX53" fmla="*/ 651970 w 651969"/>
                <a:gd name="connsiteY53" fmla="*/ 280137 h 651970"/>
                <a:gd name="connsiteX54" fmla="*/ 642322 w 651969"/>
                <a:gd name="connsiteY54" fmla="*/ 267789 h 651970"/>
                <a:gd name="connsiteX55" fmla="*/ 90673 w 651969"/>
                <a:gd name="connsiteY55" fmla="*/ 615307 h 651970"/>
                <a:gd name="connsiteX56" fmla="*/ 63669 w 651969"/>
                <a:gd name="connsiteY56" fmla="*/ 626502 h 651970"/>
                <a:gd name="connsiteX57" fmla="*/ 36657 w 651969"/>
                <a:gd name="connsiteY57" fmla="*/ 615299 h 651970"/>
                <a:gd name="connsiteX58" fmla="*/ 25468 w 651969"/>
                <a:gd name="connsiteY58" fmla="*/ 588297 h 651970"/>
                <a:gd name="connsiteX59" fmla="*/ 36666 w 651969"/>
                <a:gd name="connsiteY59" fmla="*/ 561286 h 651970"/>
                <a:gd name="connsiteX60" fmla="*/ 45666 w 651969"/>
                <a:gd name="connsiteY60" fmla="*/ 552280 h 651970"/>
                <a:gd name="connsiteX61" fmla="*/ 99688 w 651969"/>
                <a:gd name="connsiteY61" fmla="*/ 606299 h 651970"/>
                <a:gd name="connsiteX62" fmla="*/ 90673 w 651969"/>
                <a:gd name="connsiteY62" fmla="*/ 615307 h 651970"/>
                <a:gd name="connsiteX63" fmla="*/ 185120 w 651969"/>
                <a:gd name="connsiteY63" fmla="*/ 520877 h 651970"/>
                <a:gd name="connsiteX64" fmla="*/ 185063 w 651969"/>
                <a:gd name="connsiteY64" fmla="*/ 520934 h 651970"/>
                <a:gd name="connsiteX65" fmla="*/ 117697 w 651969"/>
                <a:gd name="connsiteY65" fmla="*/ 588296 h 651970"/>
                <a:gd name="connsiteX66" fmla="*/ 63670 w 651969"/>
                <a:gd name="connsiteY66" fmla="*/ 534269 h 651970"/>
                <a:gd name="connsiteX67" fmla="*/ 131041 w 651969"/>
                <a:gd name="connsiteY67" fmla="*/ 466900 h 651970"/>
                <a:gd name="connsiteX68" fmla="*/ 131093 w 651969"/>
                <a:gd name="connsiteY68" fmla="*/ 466847 h 651970"/>
                <a:gd name="connsiteX69" fmla="*/ 185907 w 651969"/>
                <a:gd name="connsiteY69" fmla="*/ 412034 h 651970"/>
                <a:gd name="connsiteX70" fmla="*/ 185973 w 651969"/>
                <a:gd name="connsiteY70" fmla="*/ 411967 h 651970"/>
                <a:gd name="connsiteX71" fmla="*/ 230213 w 651969"/>
                <a:gd name="connsiteY71" fmla="*/ 367729 h 651970"/>
                <a:gd name="connsiteX72" fmla="*/ 284237 w 651969"/>
                <a:gd name="connsiteY72" fmla="*/ 421758 h 651970"/>
                <a:gd name="connsiteX73" fmla="*/ 240000 w 651969"/>
                <a:gd name="connsiteY73" fmla="*/ 465996 h 651970"/>
                <a:gd name="connsiteX74" fmla="*/ 239938 w 651969"/>
                <a:gd name="connsiteY74" fmla="*/ 466058 h 651970"/>
                <a:gd name="connsiteX75" fmla="*/ 185120 w 651969"/>
                <a:gd name="connsiteY75" fmla="*/ 520877 h 651970"/>
                <a:gd name="connsiteX76" fmla="*/ 364805 w 651969"/>
                <a:gd name="connsiteY76" fmla="*/ 303269 h 651970"/>
                <a:gd name="connsiteX77" fmla="*/ 361729 w 651969"/>
                <a:gd name="connsiteY77" fmla="*/ 290239 h 651970"/>
                <a:gd name="connsiteX78" fmla="*/ 348698 w 651969"/>
                <a:gd name="connsiteY78" fmla="*/ 287162 h 651970"/>
                <a:gd name="connsiteX79" fmla="*/ 244564 w 651969"/>
                <a:gd name="connsiteY79" fmla="*/ 321869 h 651970"/>
                <a:gd name="connsiteX80" fmla="*/ 244487 w 651969"/>
                <a:gd name="connsiteY80" fmla="*/ 318343 h 651970"/>
                <a:gd name="connsiteX81" fmla="*/ 333624 w 651969"/>
                <a:gd name="connsiteY81" fmla="*/ 229207 h 651970"/>
                <a:gd name="connsiteX82" fmla="*/ 422761 w 651969"/>
                <a:gd name="connsiteY82" fmla="*/ 318343 h 651970"/>
                <a:gd name="connsiteX83" fmla="*/ 333624 w 651969"/>
                <a:gd name="connsiteY83" fmla="*/ 407480 h 651970"/>
                <a:gd name="connsiteX84" fmla="*/ 330098 w 651969"/>
                <a:gd name="connsiteY84" fmla="*/ 407404 h 651970"/>
                <a:gd name="connsiteX85" fmla="*/ 364805 w 651969"/>
                <a:gd name="connsiteY85" fmla="*/ 303269 h 651970"/>
                <a:gd name="connsiteX86" fmla="*/ 305584 w 651969"/>
                <a:gd name="connsiteY86" fmla="*/ 400410 h 651970"/>
                <a:gd name="connsiteX87" fmla="*/ 303689 w 651969"/>
                <a:gd name="connsiteY87" fmla="*/ 402305 h 651970"/>
                <a:gd name="connsiteX88" fmla="*/ 249662 w 651969"/>
                <a:gd name="connsiteY88" fmla="*/ 348278 h 651970"/>
                <a:gd name="connsiteX89" fmla="*/ 251557 w 651969"/>
                <a:gd name="connsiteY89" fmla="*/ 346383 h 651970"/>
                <a:gd name="connsiteX90" fmla="*/ 332593 w 651969"/>
                <a:gd name="connsiteY90" fmla="*/ 319375 h 651970"/>
                <a:gd name="connsiteX91" fmla="*/ 305584 w 651969"/>
                <a:gd name="connsiteY91" fmla="*/ 400410 h 651970"/>
                <a:gd name="connsiteX92" fmla="*/ 626501 w 651969"/>
                <a:gd name="connsiteY92" fmla="*/ 346601 h 651970"/>
                <a:gd name="connsiteX93" fmla="*/ 626501 w 651969"/>
                <a:gd name="connsiteY93" fmla="*/ 346601 h 651970"/>
                <a:gd name="connsiteX94" fmla="*/ 580485 w 651969"/>
                <a:gd name="connsiteY94" fmla="*/ 358107 h 651970"/>
                <a:gd name="connsiteX95" fmla="*/ 571114 w 651969"/>
                <a:gd name="connsiteY95" fmla="*/ 367835 h 651970"/>
                <a:gd name="connsiteX96" fmla="*/ 536410 w 651969"/>
                <a:gd name="connsiteY96" fmla="*/ 450844 h 651970"/>
                <a:gd name="connsiteX97" fmla="*/ 536096 w 651969"/>
                <a:gd name="connsiteY97" fmla="*/ 464442 h 651970"/>
                <a:gd name="connsiteX98" fmla="*/ 560702 w 651969"/>
                <a:gd name="connsiteY98" fmla="*/ 505452 h 651970"/>
                <a:gd name="connsiteX99" fmla="*/ 520733 w 651969"/>
                <a:gd name="connsiteY99" fmla="*/ 545421 h 651970"/>
                <a:gd name="connsiteX100" fmla="*/ 479125 w 651969"/>
                <a:gd name="connsiteY100" fmla="*/ 520458 h 651970"/>
                <a:gd name="connsiteX101" fmla="*/ 465649 w 651969"/>
                <a:gd name="connsiteY101" fmla="*/ 520692 h 651970"/>
                <a:gd name="connsiteX102" fmla="*/ 383547 w 651969"/>
                <a:gd name="connsiteY102" fmla="*/ 554367 h 651970"/>
                <a:gd name="connsiteX103" fmla="*/ 373746 w 651969"/>
                <a:gd name="connsiteY103" fmla="*/ 563754 h 651970"/>
                <a:gd name="connsiteX104" fmla="*/ 361882 w 651969"/>
                <a:gd name="connsiteY104" fmla="*/ 611219 h 651970"/>
                <a:gd name="connsiteX105" fmla="*/ 305364 w 651969"/>
                <a:gd name="connsiteY105" fmla="*/ 611219 h 651970"/>
                <a:gd name="connsiteX106" fmla="*/ 293373 w 651969"/>
                <a:gd name="connsiteY106" fmla="*/ 563269 h 651970"/>
                <a:gd name="connsiteX107" fmla="*/ 283671 w 651969"/>
                <a:gd name="connsiteY107" fmla="*/ 553903 h 651970"/>
                <a:gd name="connsiteX108" fmla="*/ 214474 w 651969"/>
                <a:gd name="connsiteY108" fmla="*/ 527534 h 651970"/>
                <a:gd name="connsiteX109" fmla="*/ 251333 w 651969"/>
                <a:gd name="connsiteY109" fmla="*/ 490675 h 651970"/>
                <a:gd name="connsiteX110" fmla="*/ 333623 w 651969"/>
                <a:gd name="connsiteY110" fmla="*/ 509349 h 651970"/>
                <a:gd name="connsiteX111" fmla="*/ 524628 w 651969"/>
                <a:gd name="connsiteY111" fmla="*/ 318343 h 651970"/>
                <a:gd name="connsiteX112" fmla="*/ 489796 w 651969"/>
                <a:gd name="connsiteY112" fmla="*/ 208480 h 651970"/>
                <a:gd name="connsiteX113" fmla="*/ 400759 w 651969"/>
                <a:gd name="connsiteY113" fmla="*/ 139513 h 651970"/>
                <a:gd name="connsiteX114" fmla="*/ 384354 w 651969"/>
                <a:gd name="connsiteY114" fmla="*/ 146942 h 651970"/>
                <a:gd name="connsiteX115" fmla="*/ 391783 w 651969"/>
                <a:gd name="connsiteY115" fmla="*/ 163347 h 651970"/>
                <a:gd name="connsiteX116" fmla="*/ 499158 w 651969"/>
                <a:gd name="connsiteY116" fmla="*/ 318343 h 651970"/>
                <a:gd name="connsiteX117" fmla="*/ 333620 w 651969"/>
                <a:gd name="connsiteY117" fmla="*/ 483881 h 651970"/>
                <a:gd name="connsiteX118" fmla="*/ 270613 w 651969"/>
                <a:gd name="connsiteY118" fmla="*/ 471392 h 651970"/>
                <a:gd name="connsiteX119" fmla="*/ 311251 w 651969"/>
                <a:gd name="connsiteY119" fmla="*/ 430755 h 651970"/>
                <a:gd name="connsiteX120" fmla="*/ 333619 w 651969"/>
                <a:gd name="connsiteY120" fmla="*/ 432946 h 651970"/>
                <a:gd name="connsiteX121" fmla="*/ 448223 w 651969"/>
                <a:gd name="connsiteY121" fmla="*/ 318343 h 651970"/>
                <a:gd name="connsiteX122" fmla="*/ 333621 w 651969"/>
                <a:gd name="connsiteY122" fmla="*/ 203741 h 651970"/>
                <a:gd name="connsiteX123" fmla="*/ 219019 w 651969"/>
                <a:gd name="connsiteY123" fmla="*/ 318343 h 651970"/>
                <a:gd name="connsiteX124" fmla="*/ 221210 w 651969"/>
                <a:gd name="connsiteY124" fmla="*/ 340712 h 651970"/>
                <a:gd name="connsiteX125" fmla="*/ 180573 w 651969"/>
                <a:gd name="connsiteY125" fmla="*/ 381349 h 651970"/>
                <a:gd name="connsiteX126" fmla="*/ 168083 w 651969"/>
                <a:gd name="connsiteY126" fmla="*/ 318342 h 651970"/>
                <a:gd name="connsiteX127" fmla="*/ 275459 w 651969"/>
                <a:gd name="connsiteY127" fmla="*/ 163345 h 651970"/>
                <a:gd name="connsiteX128" fmla="*/ 282888 w 651969"/>
                <a:gd name="connsiteY128" fmla="*/ 146940 h 651970"/>
                <a:gd name="connsiteX129" fmla="*/ 266483 w 651969"/>
                <a:gd name="connsiteY129" fmla="*/ 139511 h 651970"/>
                <a:gd name="connsiteX130" fmla="*/ 177445 w 651969"/>
                <a:gd name="connsiteY130" fmla="*/ 208479 h 651970"/>
                <a:gd name="connsiteX131" fmla="*/ 142613 w 651969"/>
                <a:gd name="connsiteY131" fmla="*/ 318342 h 651970"/>
                <a:gd name="connsiteX132" fmla="*/ 161286 w 651969"/>
                <a:gd name="connsiteY132" fmla="*/ 400632 h 651970"/>
                <a:gd name="connsiteX133" fmla="*/ 124426 w 651969"/>
                <a:gd name="connsiteY133" fmla="*/ 437492 h 651970"/>
                <a:gd name="connsiteX134" fmla="*/ 98059 w 651969"/>
                <a:gd name="connsiteY134" fmla="*/ 368293 h 651970"/>
                <a:gd name="connsiteX135" fmla="*/ 88693 w 651969"/>
                <a:gd name="connsiteY135" fmla="*/ 358591 h 651970"/>
                <a:gd name="connsiteX136" fmla="*/ 40743 w 651969"/>
                <a:gd name="connsiteY136" fmla="*/ 346601 h 651970"/>
                <a:gd name="connsiteX137" fmla="*/ 40743 w 651969"/>
                <a:gd name="connsiteY137" fmla="*/ 290083 h 651970"/>
                <a:gd name="connsiteX138" fmla="*/ 88208 w 651969"/>
                <a:gd name="connsiteY138" fmla="*/ 278219 h 651970"/>
                <a:gd name="connsiteX139" fmla="*/ 97597 w 651969"/>
                <a:gd name="connsiteY139" fmla="*/ 268414 h 651970"/>
                <a:gd name="connsiteX140" fmla="*/ 131280 w 651969"/>
                <a:gd name="connsiteY140" fmla="*/ 186320 h 651970"/>
                <a:gd name="connsiteX141" fmla="*/ 131515 w 651969"/>
                <a:gd name="connsiteY141" fmla="*/ 172837 h 651970"/>
                <a:gd name="connsiteX142" fmla="*/ 106546 w 651969"/>
                <a:gd name="connsiteY142" fmla="*/ 131233 h 651970"/>
                <a:gd name="connsiteX143" fmla="*/ 146512 w 651969"/>
                <a:gd name="connsiteY143" fmla="*/ 91266 h 651970"/>
                <a:gd name="connsiteX144" fmla="*/ 187509 w 651969"/>
                <a:gd name="connsiteY144" fmla="*/ 115869 h 651970"/>
                <a:gd name="connsiteX145" fmla="*/ 201106 w 651969"/>
                <a:gd name="connsiteY145" fmla="*/ 115558 h 651970"/>
                <a:gd name="connsiteX146" fmla="*/ 284130 w 651969"/>
                <a:gd name="connsiteY146" fmla="*/ 80852 h 651970"/>
                <a:gd name="connsiteX147" fmla="*/ 293858 w 651969"/>
                <a:gd name="connsiteY147" fmla="*/ 71481 h 651970"/>
                <a:gd name="connsiteX148" fmla="*/ 305365 w 651969"/>
                <a:gd name="connsiteY148" fmla="*/ 25468 h 651970"/>
                <a:gd name="connsiteX149" fmla="*/ 361884 w 651969"/>
                <a:gd name="connsiteY149" fmla="*/ 25468 h 651970"/>
                <a:gd name="connsiteX150" fmla="*/ 373264 w 651969"/>
                <a:gd name="connsiteY150" fmla="*/ 70997 h 651970"/>
                <a:gd name="connsiteX151" fmla="*/ 383090 w 651969"/>
                <a:gd name="connsiteY151" fmla="*/ 80390 h 651970"/>
                <a:gd name="connsiteX152" fmla="*/ 467092 w 651969"/>
                <a:gd name="connsiteY152" fmla="*/ 115042 h 651970"/>
                <a:gd name="connsiteX153" fmla="*/ 480645 w 651969"/>
                <a:gd name="connsiteY153" fmla="*/ 115325 h 651970"/>
                <a:gd name="connsiteX154" fmla="*/ 520737 w 651969"/>
                <a:gd name="connsiteY154" fmla="*/ 91266 h 651970"/>
                <a:gd name="connsiteX155" fmla="*/ 560704 w 651969"/>
                <a:gd name="connsiteY155" fmla="*/ 131234 h 651970"/>
                <a:gd name="connsiteX156" fmla="*/ 536646 w 651969"/>
                <a:gd name="connsiteY156" fmla="*/ 171327 h 651970"/>
                <a:gd name="connsiteX157" fmla="*/ 536929 w 651969"/>
                <a:gd name="connsiteY157" fmla="*/ 184881 h 651970"/>
                <a:gd name="connsiteX158" fmla="*/ 571580 w 651969"/>
                <a:gd name="connsiteY158" fmla="*/ 268882 h 651970"/>
                <a:gd name="connsiteX159" fmla="*/ 580973 w 651969"/>
                <a:gd name="connsiteY159" fmla="*/ 278707 h 651970"/>
                <a:gd name="connsiteX160" fmla="*/ 626501 w 651969"/>
                <a:gd name="connsiteY160" fmla="*/ 290087 h 651970"/>
                <a:gd name="connsiteX161" fmla="*/ 626501 w 651969"/>
                <a:gd name="connsiteY161" fmla="*/ 346601 h 65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651969" h="651970">
                  <a:moveTo>
                    <a:pt x="642322" y="267789"/>
                  </a:moveTo>
                  <a:lnTo>
                    <a:pt x="594812" y="255914"/>
                  </a:lnTo>
                  <a:cubicBezTo>
                    <a:pt x="588320" y="228207"/>
                    <a:pt x="577490" y="201958"/>
                    <a:pt x="562533" y="177680"/>
                  </a:cubicBezTo>
                  <a:lnTo>
                    <a:pt x="587655" y="135812"/>
                  </a:lnTo>
                  <a:cubicBezTo>
                    <a:pt x="590662" y="130801"/>
                    <a:pt x="589872" y="124387"/>
                    <a:pt x="585742" y="120255"/>
                  </a:cubicBezTo>
                  <a:lnTo>
                    <a:pt x="531712" y="66226"/>
                  </a:lnTo>
                  <a:cubicBezTo>
                    <a:pt x="527579" y="62094"/>
                    <a:pt x="521167" y="61303"/>
                    <a:pt x="516155" y="64311"/>
                  </a:cubicBezTo>
                  <a:lnTo>
                    <a:pt x="474288" y="89433"/>
                  </a:lnTo>
                  <a:cubicBezTo>
                    <a:pt x="450010" y="74476"/>
                    <a:pt x="423759" y="63646"/>
                    <a:pt x="396053" y="57154"/>
                  </a:cubicBezTo>
                  <a:lnTo>
                    <a:pt x="384178" y="9643"/>
                  </a:lnTo>
                  <a:cubicBezTo>
                    <a:pt x="382762" y="3977"/>
                    <a:pt x="377669" y="0"/>
                    <a:pt x="371825" y="0"/>
                  </a:cubicBezTo>
                  <a:lnTo>
                    <a:pt x="295423" y="0"/>
                  </a:lnTo>
                  <a:cubicBezTo>
                    <a:pt x="289580" y="0"/>
                    <a:pt x="284487" y="3977"/>
                    <a:pt x="283070" y="9645"/>
                  </a:cubicBezTo>
                  <a:lnTo>
                    <a:pt x="271051" y="57703"/>
                  </a:lnTo>
                  <a:cubicBezTo>
                    <a:pt x="243567" y="64349"/>
                    <a:pt x="217660" y="75173"/>
                    <a:pt x="193835" y="89964"/>
                  </a:cubicBezTo>
                  <a:lnTo>
                    <a:pt x="151093" y="64312"/>
                  </a:lnTo>
                  <a:cubicBezTo>
                    <a:pt x="146079" y="61303"/>
                    <a:pt x="139667" y="62094"/>
                    <a:pt x="135536" y="66226"/>
                  </a:cubicBezTo>
                  <a:lnTo>
                    <a:pt x="81506" y="120255"/>
                  </a:lnTo>
                  <a:cubicBezTo>
                    <a:pt x="77374" y="124387"/>
                    <a:pt x="76585" y="130801"/>
                    <a:pt x="79593" y="135814"/>
                  </a:cubicBezTo>
                  <a:lnTo>
                    <a:pt x="105660" y="179245"/>
                  </a:lnTo>
                  <a:cubicBezTo>
                    <a:pt x="91226" y="203011"/>
                    <a:pt x="80734" y="228572"/>
                    <a:pt x="74386" y="255426"/>
                  </a:cubicBezTo>
                  <a:lnTo>
                    <a:pt x="24925" y="267789"/>
                  </a:lnTo>
                  <a:cubicBezTo>
                    <a:pt x="19256" y="269205"/>
                    <a:pt x="15279" y="274299"/>
                    <a:pt x="15279" y="280142"/>
                  </a:cubicBezTo>
                  <a:lnTo>
                    <a:pt x="15279" y="356545"/>
                  </a:lnTo>
                  <a:cubicBezTo>
                    <a:pt x="15279" y="362388"/>
                    <a:pt x="19256" y="367481"/>
                    <a:pt x="24924" y="368898"/>
                  </a:cubicBezTo>
                  <a:lnTo>
                    <a:pt x="74936" y="381402"/>
                  </a:lnTo>
                  <a:cubicBezTo>
                    <a:pt x="81394" y="407882"/>
                    <a:pt x="91764" y="432930"/>
                    <a:pt x="105831" y="456092"/>
                  </a:cubicBezTo>
                  <a:lnTo>
                    <a:pt x="36659" y="525265"/>
                  </a:lnTo>
                  <a:cubicBezTo>
                    <a:pt x="36657" y="525268"/>
                    <a:pt x="36655" y="525269"/>
                    <a:pt x="36653" y="525271"/>
                  </a:cubicBezTo>
                  <a:lnTo>
                    <a:pt x="18659" y="543277"/>
                  </a:lnTo>
                  <a:cubicBezTo>
                    <a:pt x="6628" y="555295"/>
                    <a:pt x="0" y="571285"/>
                    <a:pt x="0" y="588299"/>
                  </a:cubicBezTo>
                  <a:cubicBezTo>
                    <a:pt x="0" y="605312"/>
                    <a:pt x="6627" y="621302"/>
                    <a:pt x="18651" y="633311"/>
                  </a:cubicBezTo>
                  <a:cubicBezTo>
                    <a:pt x="30676" y="645343"/>
                    <a:pt x="46664" y="651970"/>
                    <a:pt x="63669" y="651970"/>
                  </a:cubicBezTo>
                  <a:cubicBezTo>
                    <a:pt x="80674" y="651970"/>
                    <a:pt x="96662" y="645343"/>
                    <a:pt x="108682" y="633316"/>
                  </a:cubicBezTo>
                  <a:lnTo>
                    <a:pt x="126700" y="615309"/>
                  </a:lnTo>
                  <a:lnTo>
                    <a:pt x="126701" y="615308"/>
                  </a:lnTo>
                  <a:lnTo>
                    <a:pt x="126702" y="615307"/>
                  </a:lnTo>
                  <a:lnTo>
                    <a:pt x="195878" y="546132"/>
                  </a:lnTo>
                  <a:cubicBezTo>
                    <a:pt x="219059" y="560204"/>
                    <a:pt x="244105" y="570572"/>
                    <a:pt x="270565" y="577028"/>
                  </a:cubicBezTo>
                  <a:lnTo>
                    <a:pt x="283071" y="627040"/>
                  </a:lnTo>
                  <a:cubicBezTo>
                    <a:pt x="284488" y="632708"/>
                    <a:pt x="289582" y="636684"/>
                    <a:pt x="295424" y="636684"/>
                  </a:cubicBezTo>
                  <a:lnTo>
                    <a:pt x="371827" y="636684"/>
                  </a:lnTo>
                  <a:cubicBezTo>
                    <a:pt x="377670" y="636684"/>
                    <a:pt x="382764" y="632708"/>
                    <a:pt x="384181" y="627039"/>
                  </a:cubicBezTo>
                  <a:lnTo>
                    <a:pt x="396543" y="577575"/>
                  </a:lnTo>
                  <a:cubicBezTo>
                    <a:pt x="423407" y="571220"/>
                    <a:pt x="448965" y="560731"/>
                    <a:pt x="472724" y="546313"/>
                  </a:cubicBezTo>
                  <a:lnTo>
                    <a:pt x="516159" y="572372"/>
                  </a:lnTo>
                  <a:cubicBezTo>
                    <a:pt x="521170" y="575378"/>
                    <a:pt x="527581" y="574588"/>
                    <a:pt x="531715" y="570457"/>
                  </a:cubicBezTo>
                  <a:lnTo>
                    <a:pt x="585744" y="516428"/>
                  </a:lnTo>
                  <a:cubicBezTo>
                    <a:pt x="589876" y="512296"/>
                    <a:pt x="590664" y="505883"/>
                    <a:pt x="587659" y="500872"/>
                  </a:cubicBezTo>
                  <a:lnTo>
                    <a:pt x="562006" y="458117"/>
                  </a:lnTo>
                  <a:cubicBezTo>
                    <a:pt x="576796" y="434305"/>
                    <a:pt x="587621" y="408398"/>
                    <a:pt x="594267" y="380911"/>
                  </a:cubicBezTo>
                  <a:lnTo>
                    <a:pt x="642325" y="368893"/>
                  </a:lnTo>
                  <a:cubicBezTo>
                    <a:pt x="647995" y="367476"/>
                    <a:pt x="651970" y="362383"/>
                    <a:pt x="651970" y="356540"/>
                  </a:cubicBezTo>
                  <a:lnTo>
                    <a:pt x="651970" y="280137"/>
                  </a:lnTo>
                  <a:cubicBezTo>
                    <a:pt x="651966" y="274299"/>
                    <a:pt x="647989" y="269205"/>
                    <a:pt x="642322" y="267789"/>
                  </a:cubicBezTo>
                  <a:close/>
                  <a:moveTo>
                    <a:pt x="90673" y="615307"/>
                  </a:moveTo>
                  <a:cubicBezTo>
                    <a:pt x="83459" y="622527"/>
                    <a:pt x="73869" y="626502"/>
                    <a:pt x="63669" y="626502"/>
                  </a:cubicBezTo>
                  <a:cubicBezTo>
                    <a:pt x="53469" y="626502"/>
                    <a:pt x="43879" y="622527"/>
                    <a:pt x="36657" y="615299"/>
                  </a:cubicBezTo>
                  <a:cubicBezTo>
                    <a:pt x="29441" y="608093"/>
                    <a:pt x="25468" y="598503"/>
                    <a:pt x="25468" y="588297"/>
                  </a:cubicBezTo>
                  <a:cubicBezTo>
                    <a:pt x="25468" y="578091"/>
                    <a:pt x="29442" y="568501"/>
                    <a:pt x="36666" y="561286"/>
                  </a:cubicBezTo>
                  <a:lnTo>
                    <a:pt x="45666" y="552280"/>
                  </a:lnTo>
                  <a:lnTo>
                    <a:pt x="99688" y="606299"/>
                  </a:lnTo>
                  <a:lnTo>
                    <a:pt x="90673" y="615307"/>
                  </a:lnTo>
                  <a:close/>
                  <a:moveTo>
                    <a:pt x="185120" y="520877"/>
                  </a:moveTo>
                  <a:cubicBezTo>
                    <a:pt x="185101" y="520896"/>
                    <a:pt x="185082" y="520915"/>
                    <a:pt x="185063" y="520934"/>
                  </a:cubicBezTo>
                  <a:lnTo>
                    <a:pt x="117697" y="588296"/>
                  </a:lnTo>
                  <a:lnTo>
                    <a:pt x="63670" y="534269"/>
                  </a:lnTo>
                  <a:lnTo>
                    <a:pt x="131041" y="466900"/>
                  </a:lnTo>
                  <a:cubicBezTo>
                    <a:pt x="131059" y="466882"/>
                    <a:pt x="131077" y="466865"/>
                    <a:pt x="131093" y="466847"/>
                  </a:cubicBezTo>
                  <a:lnTo>
                    <a:pt x="185907" y="412034"/>
                  </a:lnTo>
                  <a:cubicBezTo>
                    <a:pt x="185929" y="412012"/>
                    <a:pt x="185952" y="411990"/>
                    <a:pt x="185973" y="411967"/>
                  </a:cubicBezTo>
                  <a:lnTo>
                    <a:pt x="230213" y="367729"/>
                  </a:lnTo>
                  <a:cubicBezTo>
                    <a:pt x="241503" y="391344"/>
                    <a:pt x="260634" y="410474"/>
                    <a:pt x="284237" y="421758"/>
                  </a:cubicBezTo>
                  <a:lnTo>
                    <a:pt x="240000" y="465996"/>
                  </a:lnTo>
                  <a:cubicBezTo>
                    <a:pt x="239978" y="466016"/>
                    <a:pt x="239959" y="466038"/>
                    <a:pt x="239938" y="466058"/>
                  </a:cubicBezTo>
                  <a:lnTo>
                    <a:pt x="185120" y="520877"/>
                  </a:lnTo>
                  <a:close/>
                  <a:moveTo>
                    <a:pt x="364805" y="303269"/>
                  </a:moveTo>
                  <a:cubicBezTo>
                    <a:pt x="366331" y="298693"/>
                    <a:pt x="365140" y="293649"/>
                    <a:pt x="361729" y="290239"/>
                  </a:cubicBezTo>
                  <a:cubicBezTo>
                    <a:pt x="358317" y="286829"/>
                    <a:pt x="353275" y="285641"/>
                    <a:pt x="348698" y="287162"/>
                  </a:cubicBezTo>
                  <a:lnTo>
                    <a:pt x="244564" y="321869"/>
                  </a:lnTo>
                  <a:cubicBezTo>
                    <a:pt x="244518" y="320697"/>
                    <a:pt x="244487" y="319521"/>
                    <a:pt x="244487" y="318343"/>
                  </a:cubicBezTo>
                  <a:cubicBezTo>
                    <a:pt x="244487" y="269194"/>
                    <a:pt x="284474" y="229207"/>
                    <a:pt x="333624" y="229207"/>
                  </a:cubicBezTo>
                  <a:cubicBezTo>
                    <a:pt x="382774" y="229207"/>
                    <a:pt x="422761" y="269194"/>
                    <a:pt x="422761" y="318343"/>
                  </a:cubicBezTo>
                  <a:cubicBezTo>
                    <a:pt x="422761" y="367493"/>
                    <a:pt x="382774" y="407480"/>
                    <a:pt x="333624" y="407480"/>
                  </a:cubicBezTo>
                  <a:cubicBezTo>
                    <a:pt x="332446" y="407480"/>
                    <a:pt x="331271" y="407449"/>
                    <a:pt x="330098" y="407404"/>
                  </a:cubicBezTo>
                  <a:lnTo>
                    <a:pt x="364805" y="303269"/>
                  </a:lnTo>
                  <a:close/>
                  <a:moveTo>
                    <a:pt x="305584" y="400410"/>
                  </a:moveTo>
                  <a:lnTo>
                    <a:pt x="303689" y="402305"/>
                  </a:lnTo>
                  <a:cubicBezTo>
                    <a:pt x="278540" y="393352"/>
                    <a:pt x="258616" y="373427"/>
                    <a:pt x="249662" y="348278"/>
                  </a:cubicBezTo>
                  <a:lnTo>
                    <a:pt x="251557" y="346383"/>
                  </a:lnTo>
                  <a:lnTo>
                    <a:pt x="332593" y="319375"/>
                  </a:lnTo>
                  <a:lnTo>
                    <a:pt x="305584" y="400410"/>
                  </a:lnTo>
                  <a:close/>
                  <a:moveTo>
                    <a:pt x="626501" y="346601"/>
                  </a:moveTo>
                  <a:lnTo>
                    <a:pt x="626501" y="346601"/>
                  </a:lnTo>
                  <a:lnTo>
                    <a:pt x="580485" y="358107"/>
                  </a:lnTo>
                  <a:cubicBezTo>
                    <a:pt x="575757" y="359290"/>
                    <a:pt x="572119" y="363067"/>
                    <a:pt x="571114" y="367835"/>
                  </a:cubicBezTo>
                  <a:cubicBezTo>
                    <a:pt x="564811" y="397745"/>
                    <a:pt x="553134" y="425674"/>
                    <a:pt x="536410" y="450844"/>
                  </a:cubicBezTo>
                  <a:cubicBezTo>
                    <a:pt x="533691" y="454936"/>
                    <a:pt x="533569" y="460228"/>
                    <a:pt x="536096" y="464442"/>
                  </a:cubicBezTo>
                  <a:lnTo>
                    <a:pt x="560702" y="505452"/>
                  </a:lnTo>
                  <a:lnTo>
                    <a:pt x="520733" y="545421"/>
                  </a:lnTo>
                  <a:lnTo>
                    <a:pt x="479125" y="520458"/>
                  </a:lnTo>
                  <a:cubicBezTo>
                    <a:pt x="474958" y="517958"/>
                    <a:pt x="469730" y="518046"/>
                    <a:pt x="465649" y="520692"/>
                  </a:cubicBezTo>
                  <a:cubicBezTo>
                    <a:pt x="440396" y="537058"/>
                    <a:pt x="412773" y="548387"/>
                    <a:pt x="383547" y="554367"/>
                  </a:cubicBezTo>
                  <a:cubicBezTo>
                    <a:pt x="378745" y="555349"/>
                    <a:pt x="374934" y="559001"/>
                    <a:pt x="373746" y="563754"/>
                  </a:cubicBezTo>
                  <a:lnTo>
                    <a:pt x="361882" y="611219"/>
                  </a:lnTo>
                  <a:lnTo>
                    <a:pt x="305364" y="611219"/>
                  </a:lnTo>
                  <a:lnTo>
                    <a:pt x="293373" y="563269"/>
                  </a:lnTo>
                  <a:cubicBezTo>
                    <a:pt x="292193" y="558550"/>
                    <a:pt x="288428" y="554916"/>
                    <a:pt x="283671" y="553903"/>
                  </a:cubicBezTo>
                  <a:cubicBezTo>
                    <a:pt x="259192" y="548693"/>
                    <a:pt x="235985" y="539836"/>
                    <a:pt x="214474" y="527534"/>
                  </a:cubicBezTo>
                  <a:lnTo>
                    <a:pt x="251333" y="490675"/>
                  </a:lnTo>
                  <a:cubicBezTo>
                    <a:pt x="276901" y="502903"/>
                    <a:pt x="305146" y="509349"/>
                    <a:pt x="333623" y="509349"/>
                  </a:cubicBezTo>
                  <a:cubicBezTo>
                    <a:pt x="438944" y="509349"/>
                    <a:pt x="524628" y="423663"/>
                    <a:pt x="524628" y="318343"/>
                  </a:cubicBezTo>
                  <a:cubicBezTo>
                    <a:pt x="524628" y="278773"/>
                    <a:pt x="512585" y="240783"/>
                    <a:pt x="489796" y="208480"/>
                  </a:cubicBezTo>
                  <a:cubicBezTo>
                    <a:pt x="467529" y="176912"/>
                    <a:pt x="436740" y="153063"/>
                    <a:pt x="400759" y="139513"/>
                  </a:cubicBezTo>
                  <a:cubicBezTo>
                    <a:pt x="394177" y="137031"/>
                    <a:pt x="386832" y="140359"/>
                    <a:pt x="384354" y="146942"/>
                  </a:cubicBezTo>
                  <a:cubicBezTo>
                    <a:pt x="381876" y="153524"/>
                    <a:pt x="385202" y="160869"/>
                    <a:pt x="391783" y="163347"/>
                  </a:cubicBezTo>
                  <a:cubicBezTo>
                    <a:pt x="456008" y="187534"/>
                    <a:pt x="499158" y="249823"/>
                    <a:pt x="499158" y="318343"/>
                  </a:cubicBezTo>
                  <a:cubicBezTo>
                    <a:pt x="499158" y="409623"/>
                    <a:pt x="424897" y="483881"/>
                    <a:pt x="333620" y="483881"/>
                  </a:cubicBezTo>
                  <a:cubicBezTo>
                    <a:pt x="311983" y="483881"/>
                    <a:pt x="290506" y="479585"/>
                    <a:pt x="270613" y="471392"/>
                  </a:cubicBezTo>
                  <a:lnTo>
                    <a:pt x="311251" y="430755"/>
                  </a:lnTo>
                  <a:cubicBezTo>
                    <a:pt x="318570" y="432210"/>
                    <a:pt x="326065" y="432946"/>
                    <a:pt x="333619" y="432946"/>
                  </a:cubicBezTo>
                  <a:cubicBezTo>
                    <a:pt x="396812" y="432946"/>
                    <a:pt x="448223" y="381535"/>
                    <a:pt x="448223" y="318343"/>
                  </a:cubicBezTo>
                  <a:cubicBezTo>
                    <a:pt x="448223" y="255152"/>
                    <a:pt x="396814" y="203741"/>
                    <a:pt x="333621" y="203741"/>
                  </a:cubicBezTo>
                  <a:cubicBezTo>
                    <a:pt x="270429" y="203741"/>
                    <a:pt x="219019" y="255152"/>
                    <a:pt x="219019" y="318343"/>
                  </a:cubicBezTo>
                  <a:cubicBezTo>
                    <a:pt x="219019" y="325900"/>
                    <a:pt x="219755" y="333395"/>
                    <a:pt x="221210" y="340712"/>
                  </a:cubicBezTo>
                  <a:lnTo>
                    <a:pt x="180573" y="381349"/>
                  </a:lnTo>
                  <a:cubicBezTo>
                    <a:pt x="172380" y="361458"/>
                    <a:pt x="168083" y="339979"/>
                    <a:pt x="168083" y="318342"/>
                  </a:cubicBezTo>
                  <a:cubicBezTo>
                    <a:pt x="168083" y="249820"/>
                    <a:pt x="211234" y="187533"/>
                    <a:pt x="275459" y="163345"/>
                  </a:cubicBezTo>
                  <a:cubicBezTo>
                    <a:pt x="282039" y="160867"/>
                    <a:pt x="285366" y="153522"/>
                    <a:pt x="282888" y="146940"/>
                  </a:cubicBezTo>
                  <a:cubicBezTo>
                    <a:pt x="280410" y="140359"/>
                    <a:pt x="273066" y="137031"/>
                    <a:pt x="266483" y="139511"/>
                  </a:cubicBezTo>
                  <a:cubicBezTo>
                    <a:pt x="230502" y="153063"/>
                    <a:pt x="199713" y="176911"/>
                    <a:pt x="177445" y="208479"/>
                  </a:cubicBezTo>
                  <a:cubicBezTo>
                    <a:pt x="154658" y="240782"/>
                    <a:pt x="142613" y="278772"/>
                    <a:pt x="142613" y="318342"/>
                  </a:cubicBezTo>
                  <a:cubicBezTo>
                    <a:pt x="142613" y="346819"/>
                    <a:pt x="149059" y="375064"/>
                    <a:pt x="161286" y="400632"/>
                  </a:cubicBezTo>
                  <a:lnTo>
                    <a:pt x="124426" y="437492"/>
                  </a:lnTo>
                  <a:cubicBezTo>
                    <a:pt x="112130" y="416000"/>
                    <a:pt x="103274" y="392792"/>
                    <a:pt x="98059" y="368293"/>
                  </a:cubicBezTo>
                  <a:cubicBezTo>
                    <a:pt x="97047" y="363536"/>
                    <a:pt x="93413" y="359772"/>
                    <a:pt x="88693" y="358591"/>
                  </a:cubicBezTo>
                  <a:lnTo>
                    <a:pt x="40743" y="346601"/>
                  </a:lnTo>
                  <a:lnTo>
                    <a:pt x="40743" y="290083"/>
                  </a:lnTo>
                  <a:lnTo>
                    <a:pt x="88208" y="278219"/>
                  </a:lnTo>
                  <a:cubicBezTo>
                    <a:pt x="92964" y="277030"/>
                    <a:pt x="96616" y="273217"/>
                    <a:pt x="97597" y="268414"/>
                  </a:cubicBezTo>
                  <a:cubicBezTo>
                    <a:pt x="103564" y="239206"/>
                    <a:pt x="114896" y="211583"/>
                    <a:pt x="131280" y="186320"/>
                  </a:cubicBezTo>
                  <a:cubicBezTo>
                    <a:pt x="133926" y="182238"/>
                    <a:pt x="134017" y="177007"/>
                    <a:pt x="131515" y="172837"/>
                  </a:cubicBezTo>
                  <a:lnTo>
                    <a:pt x="106546" y="131233"/>
                  </a:lnTo>
                  <a:lnTo>
                    <a:pt x="146512" y="91266"/>
                  </a:lnTo>
                  <a:lnTo>
                    <a:pt x="187509" y="115869"/>
                  </a:lnTo>
                  <a:cubicBezTo>
                    <a:pt x="191722" y="118397"/>
                    <a:pt x="197013" y="118277"/>
                    <a:pt x="201106" y="115558"/>
                  </a:cubicBezTo>
                  <a:cubicBezTo>
                    <a:pt x="226292" y="98831"/>
                    <a:pt x="254226" y="87154"/>
                    <a:pt x="284130" y="80852"/>
                  </a:cubicBezTo>
                  <a:cubicBezTo>
                    <a:pt x="288899" y="79847"/>
                    <a:pt x="292675" y="76209"/>
                    <a:pt x="293858" y="71481"/>
                  </a:cubicBezTo>
                  <a:lnTo>
                    <a:pt x="305365" y="25468"/>
                  </a:lnTo>
                  <a:lnTo>
                    <a:pt x="361884" y="25468"/>
                  </a:lnTo>
                  <a:lnTo>
                    <a:pt x="373264" y="70997"/>
                  </a:lnTo>
                  <a:cubicBezTo>
                    <a:pt x="374455" y="75760"/>
                    <a:pt x="378278" y="79414"/>
                    <a:pt x="383090" y="80390"/>
                  </a:cubicBezTo>
                  <a:cubicBezTo>
                    <a:pt x="413145" y="86478"/>
                    <a:pt x="441407" y="98138"/>
                    <a:pt x="467092" y="115042"/>
                  </a:cubicBezTo>
                  <a:cubicBezTo>
                    <a:pt x="471178" y="117730"/>
                    <a:pt x="476446" y="117841"/>
                    <a:pt x="480645" y="115325"/>
                  </a:cubicBezTo>
                  <a:lnTo>
                    <a:pt x="520737" y="91266"/>
                  </a:lnTo>
                  <a:lnTo>
                    <a:pt x="560704" y="131234"/>
                  </a:lnTo>
                  <a:lnTo>
                    <a:pt x="536646" y="171327"/>
                  </a:lnTo>
                  <a:cubicBezTo>
                    <a:pt x="534128" y="175524"/>
                    <a:pt x="534239" y="180792"/>
                    <a:pt x="536929" y="184881"/>
                  </a:cubicBezTo>
                  <a:cubicBezTo>
                    <a:pt x="553833" y="210565"/>
                    <a:pt x="565492" y="238826"/>
                    <a:pt x="571580" y="268882"/>
                  </a:cubicBezTo>
                  <a:cubicBezTo>
                    <a:pt x="572554" y="273694"/>
                    <a:pt x="576209" y="277516"/>
                    <a:pt x="580973" y="278707"/>
                  </a:cubicBezTo>
                  <a:lnTo>
                    <a:pt x="626501" y="290087"/>
                  </a:lnTo>
                  <a:lnTo>
                    <a:pt x="626501" y="346601"/>
                  </a:lnTo>
                  <a:close/>
                </a:path>
              </a:pathLst>
            </a:custGeom>
            <a:grpFill/>
            <a:ln w="1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9" name="Graphique 187">
            <a:extLst>
              <a:ext uri="{FF2B5EF4-FFF2-40B4-BE49-F238E27FC236}">
                <a16:creationId xmlns:a16="http://schemas.microsoft.com/office/drawing/2014/main" id="{14720E11-DB1D-CDC3-2B3D-D9069C1FEFA0}"/>
              </a:ext>
            </a:extLst>
          </p:cNvPr>
          <p:cNvGrpSpPr/>
          <p:nvPr/>
        </p:nvGrpSpPr>
        <p:grpSpPr>
          <a:xfrm>
            <a:off x="4680430" y="3354033"/>
            <a:ext cx="545141" cy="545141"/>
            <a:chOff x="14793117" y="5463667"/>
            <a:chExt cx="684000" cy="684000"/>
          </a:xfrm>
          <a:solidFill>
            <a:schemeClr val="bg1"/>
          </a:solidFill>
        </p:grpSpPr>
        <p:sp>
          <p:nvSpPr>
            <p:cNvPr id="30" name="Forme libre 29">
              <a:extLst>
                <a:ext uri="{FF2B5EF4-FFF2-40B4-BE49-F238E27FC236}">
                  <a16:creationId xmlns:a16="http://schemas.microsoft.com/office/drawing/2014/main" id="{9B3712A1-15D0-BC57-BD1E-4BE354F09310}"/>
                </a:ext>
              </a:extLst>
            </p:cNvPr>
            <p:cNvSpPr/>
            <p:nvPr/>
          </p:nvSpPr>
          <p:spPr>
            <a:xfrm>
              <a:off x="15106128" y="6037931"/>
              <a:ext cx="26718" cy="26718"/>
            </a:xfrm>
            <a:custGeom>
              <a:avLst/>
              <a:gdLst>
                <a:gd name="connsiteX0" fmla="*/ 22804 w 26718"/>
                <a:gd name="connsiteY0" fmla="*/ 3916 h 26718"/>
                <a:gd name="connsiteX1" fmla="*/ 13359 w 26718"/>
                <a:gd name="connsiteY1" fmla="*/ 0 h 26718"/>
                <a:gd name="connsiteX2" fmla="*/ 3914 w 26718"/>
                <a:gd name="connsiteY2" fmla="*/ 3916 h 26718"/>
                <a:gd name="connsiteX3" fmla="*/ 0 w 26718"/>
                <a:gd name="connsiteY3" fmla="*/ 13359 h 26718"/>
                <a:gd name="connsiteX4" fmla="*/ 3914 w 26718"/>
                <a:gd name="connsiteY4" fmla="*/ 22804 h 26718"/>
                <a:gd name="connsiteX5" fmla="*/ 13359 w 26718"/>
                <a:gd name="connsiteY5" fmla="*/ 26719 h 26718"/>
                <a:gd name="connsiteX6" fmla="*/ 22804 w 26718"/>
                <a:gd name="connsiteY6" fmla="*/ 22804 h 26718"/>
                <a:gd name="connsiteX7" fmla="*/ 26719 w 26718"/>
                <a:gd name="connsiteY7" fmla="*/ 13359 h 26718"/>
                <a:gd name="connsiteX8" fmla="*/ 22804 w 26718"/>
                <a:gd name="connsiteY8" fmla="*/ 3916 h 2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18" h="26718">
                  <a:moveTo>
                    <a:pt x="22804" y="3916"/>
                  </a:moveTo>
                  <a:cubicBezTo>
                    <a:pt x="20320" y="1431"/>
                    <a:pt x="16873" y="0"/>
                    <a:pt x="13359" y="0"/>
                  </a:cubicBezTo>
                  <a:cubicBezTo>
                    <a:pt x="9846" y="0"/>
                    <a:pt x="6399" y="1429"/>
                    <a:pt x="3914" y="3916"/>
                  </a:cubicBezTo>
                  <a:cubicBezTo>
                    <a:pt x="1429" y="6399"/>
                    <a:pt x="0" y="9846"/>
                    <a:pt x="0" y="13359"/>
                  </a:cubicBezTo>
                  <a:cubicBezTo>
                    <a:pt x="0" y="16888"/>
                    <a:pt x="1429" y="20320"/>
                    <a:pt x="3914" y="22804"/>
                  </a:cubicBezTo>
                  <a:cubicBezTo>
                    <a:pt x="6399" y="25303"/>
                    <a:pt x="9846" y="26719"/>
                    <a:pt x="13359" y="26719"/>
                  </a:cubicBezTo>
                  <a:cubicBezTo>
                    <a:pt x="16873" y="26719"/>
                    <a:pt x="20320" y="25303"/>
                    <a:pt x="22804" y="22804"/>
                  </a:cubicBezTo>
                  <a:cubicBezTo>
                    <a:pt x="25289" y="20320"/>
                    <a:pt x="26719" y="16874"/>
                    <a:pt x="26719" y="13359"/>
                  </a:cubicBezTo>
                  <a:cubicBezTo>
                    <a:pt x="26719" y="9846"/>
                    <a:pt x="25288" y="6399"/>
                    <a:pt x="22804" y="3916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Forme libre 30">
              <a:extLst>
                <a:ext uri="{FF2B5EF4-FFF2-40B4-BE49-F238E27FC236}">
                  <a16:creationId xmlns:a16="http://schemas.microsoft.com/office/drawing/2014/main" id="{B4162E97-4047-B1B4-7D9E-211CC8E6E0B7}"/>
                </a:ext>
              </a:extLst>
            </p:cNvPr>
            <p:cNvSpPr/>
            <p:nvPr/>
          </p:nvSpPr>
          <p:spPr>
            <a:xfrm>
              <a:off x="14793118" y="5806946"/>
              <a:ext cx="446275" cy="340721"/>
            </a:xfrm>
            <a:custGeom>
              <a:avLst/>
              <a:gdLst>
                <a:gd name="connsiteX0" fmla="*/ 399421 w 446275"/>
                <a:gd name="connsiteY0" fmla="*/ 111659 h 340721"/>
                <a:gd name="connsiteX1" fmla="*/ 399421 w 446275"/>
                <a:gd name="connsiteY1" fmla="*/ 13358 h 340721"/>
                <a:gd name="connsiteX2" fmla="*/ 393539 w 446275"/>
                <a:gd name="connsiteY2" fmla="*/ 2288 h 340721"/>
                <a:gd name="connsiteX3" fmla="*/ 381071 w 446275"/>
                <a:gd name="connsiteY3" fmla="*/ 966 h 340721"/>
                <a:gd name="connsiteX4" fmla="*/ 150871 w 446275"/>
                <a:gd name="connsiteY4" fmla="*/ 93676 h 340721"/>
                <a:gd name="connsiteX5" fmla="*/ 76727 w 446275"/>
                <a:gd name="connsiteY5" fmla="*/ 93676 h 340721"/>
                <a:gd name="connsiteX6" fmla="*/ 0 w 446275"/>
                <a:gd name="connsiteY6" fmla="*/ 170406 h 340721"/>
                <a:gd name="connsiteX7" fmla="*/ 76730 w 446275"/>
                <a:gd name="connsiteY7" fmla="*/ 247136 h 340721"/>
                <a:gd name="connsiteX8" fmla="*/ 85559 w 446275"/>
                <a:gd name="connsiteY8" fmla="*/ 247136 h 340721"/>
                <a:gd name="connsiteX9" fmla="*/ 85559 w 446275"/>
                <a:gd name="connsiteY9" fmla="*/ 327361 h 340721"/>
                <a:gd name="connsiteX10" fmla="*/ 98918 w 446275"/>
                <a:gd name="connsiteY10" fmla="*/ 340721 h 340721"/>
                <a:gd name="connsiteX11" fmla="*/ 153456 w 446275"/>
                <a:gd name="connsiteY11" fmla="*/ 340721 h 340721"/>
                <a:gd name="connsiteX12" fmla="*/ 166816 w 446275"/>
                <a:gd name="connsiteY12" fmla="*/ 327361 h 340721"/>
                <a:gd name="connsiteX13" fmla="*/ 166816 w 446275"/>
                <a:gd name="connsiteY13" fmla="*/ 253580 h 340721"/>
                <a:gd name="connsiteX14" fmla="*/ 381078 w 446275"/>
                <a:gd name="connsiteY14" fmla="*/ 339756 h 340721"/>
                <a:gd name="connsiteX15" fmla="*/ 386061 w 446275"/>
                <a:gd name="connsiteY15" fmla="*/ 340722 h 340721"/>
                <a:gd name="connsiteX16" fmla="*/ 393542 w 446275"/>
                <a:gd name="connsiteY16" fmla="*/ 338432 h 340721"/>
                <a:gd name="connsiteX17" fmla="*/ 399421 w 446275"/>
                <a:gd name="connsiteY17" fmla="*/ 327363 h 340721"/>
                <a:gd name="connsiteX18" fmla="*/ 399421 w 446275"/>
                <a:gd name="connsiteY18" fmla="*/ 229063 h 340721"/>
                <a:gd name="connsiteX19" fmla="*/ 446275 w 446275"/>
                <a:gd name="connsiteY19" fmla="*/ 170362 h 340721"/>
                <a:gd name="connsiteX20" fmla="*/ 399421 w 446275"/>
                <a:gd name="connsiteY20" fmla="*/ 111659 h 340721"/>
                <a:gd name="connsiteX21" fmla="*/ 140096 w 446275"/>
                <a:gd name="connsiteY21" fmla="*/ 314002 h 340721"/>
                <a:gd name="connsiteX22" fmla="*/ 112278 w 446275"/>
                <a:gd name="connsiteY22" fmla="*/ 314002 h 340721"/>
                <a:gd name="connsiteX23" fmla="*/ 112278 w 446275"/>
                <a:gd name="connsiteY23" fmla="*/ 247134 h 340721"/>
                <a:gd name="connsiteX24" fmla="*/ 140097 w 446275"/>
                <a:gd name="connsiteY24" fmla="*/ 247134 h 340721"/>
                <a:gd name="connsiteX25" fmla="*/ 140097 w 446275"/>
                <a:gd name="connsiteY25" fmla="*/ 314002 h 340721"/>
                <a:gd name="connsiteX26" fmla="*/ 140098 w 446275"/>
                <a:gd name="connsiteY26" fmla="*/ 220415 h 340721"/>
                <a:gd name="connsiteX27" fmla="*/ 76730 w 446275"/>
                <a:gd name="connsiteY27" fmla="*/ 220415 h 340721"/>
                <a:gd name="connsiteX28" fmla="*/ 26719 w 446275"/>
                <a:gd name="connsiteY28" fmla="*/ 170406 h 340721"/>
                <a:gd name="connsiteX29" fmla="*/ 76730 w 446275"/>
                <a:gd name="connsiteY29" fmla="*/ 120395 h 340721"/>
                <a:gd name="connsiteX30" fmla="*/ 140104 w 446275"/>
                <a:gd name="connsiteY30" fmla="*/ 120395 h 340721"/>
                <a:gd name="connsiteX31" fmla="*/ 140098 w 446275"/>
                <a:gd name="connsiteY31" fmla="*/ 220415 h 340721"/>
                <a:gd name="connsiteX32" fmla="*/ 372704 w 446275"/>
                <a:gd name="connsiteY32" fmla="*/ 307588 h 340721"/>
                <a:gd name="connsiteX33" fmla="*/ 372703 w 446275"/>
                <a:gd name="connsiteY33" fmla="*/ 307588 h 340721"/>
                <a:gd name="connsiteX34" fmla="*/ 166823 w 446275"/>
                <a:gd name="connsiteY34" fmla="*/ 224783 h 340721"/>
                <a:gd name="connsiteX35" fmla="*/ 166823 w 446275"/>
                <a:gd name="connsiteY35" fmla="*/ 116056 h 340721"/>
                <a:gd name="connsiteX36" fmla="*/ 313010 w 446275"/>
                <a:gd name="connsiteY36" fmla="*/ 57181 h 340721"/>
                <a:gd name="connsiteX37" fmla="*/ 313010 w 446275"/>
                <a:gd name="connsiteY37" fmla="*/ 189760 h 340721"/>
                <a:gd name="connsiteX38" fmla="*/ 326370 w 446275"/>
                <a:gd name="connsiteY38" fmla="*/ 203119 h 340721"/>
                <a:gd name="connsiteX39" fmla="*/ 339729 w 446275"/>
                <a:gd name="connsiteY39" fmla="*/ 189760 h 340721"/>
                <a:gd name="connsiteX40" fmla="*/ 339729 w 446275"/>
                <a:gd name="connsiteY40" fmla="*/ 46420 h 340721"/>
                <a:gd name="connsiteX41" fmla="*/ 372704 w 446275"/>
                <a:gd name="connsiteY41" fmla="*/ 33140 h 340721"/>
                <a:gd name="connsiteX42" fmla="*/ 372704 w 446275"/>
                <a:gd name="connsiteY42" fmla="*/ 307588 h 340721"/>
                <a:gd name="connsiteX43" fmla="*/ 399421 w 446275"/>
                <a:gd name="connsiteY43" fmla="*/ 201067 h 340721"/>
                <a:gd name="connsiteX44" fmla="*/ 399421 w 446275"/>
                <a:gd name="connsiteY44" fmla="*/ 139654 h 340721"/>
                <a:gd name="connsiteX45" fmla="*/ 419557 w 446275"/>
                <a:gd name="connsiteY45" fmla="*/ 170361 h 340721"/>
                <a:gd name="connsiteX46" fmla="*/ 399421 w 446275"/>
                <a:gd name="connsiteY46" fmla="*/ 201067 h 340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46275" h="340721">
                  <a:moveTo>
                    <a:pt x="399421" y="111659"/>
                  </a:moveTo>
                  <a:lnTo>
                    <a:pt x="399421" y="13358"/>
                  </a:lnTo>
                  <a:cubicBezTo>
                    <a:pt x="399421" y="8921"/>
                    <a:pt x="397217" y="4771"/>
                    <a:pt x="393539" y="2288"/>
                  </a:cubicBezTo>
                  <a:cubicBezTo>
                    <a:pt x="389861" y="-196"/>
                    <a:pt x="385190" y="-690"/>
                    <a:pt x="381071" y="966"/>
                  </a:cubicBezTo>
                  <a:lnTo>
                    <a:pt x="150871" y="93676"/>
                  </a:lnTo>
                  <a:lnTo>
                    <a:pt x="76727" y="93676"/>
                  </a:lnTo>
                  <a:cubicBezTo>
                    <a:pt x="34420" y="93676"/>
                    <a:pt x="0" y="128097"/>
                    <a:pt x="0" y="170406"/>
                  </a:cubicBezTo>
                  <a:cubicBezTo>
                    <a:pt x="0" y="212715"/>
                    <a:pt x="34420" y="247136"/>
                    <a:pt x="76730" y="247136"/>
                  </a:cubicBezTo>
                  <a:lnTo>
                    <a:pt x="85559" y="247136"/>
                  </a:lnTo>
                  <a:lnTo>
                    <a:pt x="85559" y="327361"/>
                  </a:lnTo>
                  <a:cubicBezTo>
                    <a:pt x="85559" y="334738"/>
                    <a:pt x="91540" y="340721"/>
                    <a:pt x="98918" y="340721"/>
                  </a:cubicBezTo>
                  <a:lnTo>
                    <a:pt x="153456" y="340721"/>
                  </a:lnTo>
                  <a:cubicBezTo>
                    <a:pt x="160835" y="340721"/>
                    <a:pt x="166816" y="334738"/>
                    <a:pt x="166816" y="327361"/>
                  </a:cubicBezTo>
                  <a:lnTo>
                    <a:pt x="166816" y="253580"/>
                  </a:lnTo>
                  <a:lnTo>
                    <a:pt x="381078" y="339756"/>
                  </a:lnTo>
                  <a:cubicBezTo>
                    <a:pt x="382685" y="340403"/>
                    <a:pt x="384377" y="340722"/>
                    <a:pt x="386061" y="340722"/>
                  </a:cubicBezTo>
                  <a:cubicBezTo>
                    <a:pt x="388690" y="340722"/>
                    <a:pt x="391300" y="339946"/>
                    <a:pt x="393542" y="338432"/>
                  </a:cubicBezTo>
                  <a:cubicBezTo>
                    <a:pt x="397218" y="335949"/>
                    <a:pt x="399421" y="331799"/>
                    <a:pt x="399421" y="327363"/>
                  </a:cubicBezTo>
                  <a:lnTo>
                    <a:pt x="399421" y="229063"/>
                  </a:lnTo>
                  <a:cubicBezTo>
                    <a:pt x="426212" y="222967"/>
                    <a:pt x="446275" y="198971"/>
                    <a:pt x="446275" y="170362"/>
                  </a:cubicBezTo>
                  <a:cubicBezTo>
                    <a:pt x="446275" y="141753"/>
                    <a:pt x="426212" y="117755"/>
                    <a:pt x="399421" y="111659"/>
                  </a:cubicBezTo>
                  <a:close/>
                  <a:moveTo>
                    <a:pt x="140096" y="314002"/>
                  </a:moveTo>
                  <a:lnTo>
                    <a:pt x="112278" y="314002"/>
                  </a:lnTo>
                  <a:lnTo>
                    <a:pt x="112278" y="247134"/>
                  </a:lnTo>
                  <a:lnTo>
                    <a:pt x="140097" y="247134"/>
                  </a:lnTo>
                  <a:lnTo>
                    <a:pt x="140097" y="314002"/>
                  </a:lnTo>
                  <a:close/>
                  <a:moveTo>
                    <a:pt x="140098" y="220415"/>
                  </a:moveTo>
                  <a:lnTo>
                    <a:pt x="76730" y="220415"/>
                  </a:lnTo>
                  <a:cubicBezTo>
                    <a:pt x="49153" y="220415"/>
                    <a:pt x="26719" y="197981"/>
                    <a:pt x="26719" y="170406"/>
                  </a:cubicBezTo>
                  <a:cubicBezTo>
                    <a:pt x="26719" y="142830"/>
                    <a:pt x="49153" y="120395"/>
                    <a:pt x="76730" y="120395"/>
                  </a:cubicBezTo>
                  <a:lnTo>
                    <a:pt x="140104" y="120395"/>
                  </a:lnTo>
                  <a:lnTo>
                    <a:pt x="140098" y="220415"/>
                  </a:lnTo>
                  <a:close/>
                  <a:moveTo>
                    <a:pt x="372704" y="307588"/>
                  </a:moveTo>
                  <a:lnTo>
                    <a:pt x="372703" y="307588"/>
                  </a:lnTo>
                  <a:lnTo>
                    <a:pt x="166823" y="224783"/>
                  </a:lnTo>
                  <a:lnTo>
                    <a:pt x="166823" y="116056"/>
                  </a:lnTo>
                  <a:lnTo>
                    <a:pt x="313010" y="57181"/>
                  </a:lnTo>
                  <a:lnTo>
                    <a:pt x="313010" y="189760"/>
                  </a:lnTo>
                  <a:cubicBezTo>
                    <a:pt x="313010" y="197137"/>
                    <a:pt x="318991" y="203119"/>
                    <a:pt x="326370" y="203119"/>
                  </a:cubicBezTo>
                  <a:cubicBezTo>
                    <a:pt x="333748" y="203119"/>
                    <a:pt x="339729" y="197137"/>
                    <a:pt x="339729" y="189760"/>
                  </a:cubicBezTo>
                  <a:lnTo>
                    <a:pt x="339729" y="46420"/>
                  </a:lnTo>
                  <a:lnTo>
                    <a:pt x="372704" y="33140"/>
                  </a:lnTo>
                  <a:lnTo>
                    <a:pt x="372704" y="307588"/>
                  </a:lnTo>
                  <a:close/>
                  <a:moveTo>
                    <a:pt x="399421" y="201067"/>
                  </a:moveTo>
                  <a:lnTo>
                    <a:pt x="399421" y="139654"/>
                  </a:lnTo>
                  <a:cubicBezTo>
                    <a:pt x="411259" y="144824"/>
                    <a:pt x="419557" y="156639"/>
                    <a:pt x="419557" y="170361"/>
                  </a:cubicBezTo>
                  <a:cubicBezTo>
                    <a:pt x="419557" y="184082"/>
                    <a:pt x="411260" y="195897"/>
                    <a:pt x="399421" y="201067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Forme libre 31">
              <a:extLst>
                <a:ext uri="{FF2B5EF4-FFF2-40B4-BE49-F238E27FC236}">
                  <a16:creationId xmlns:a16="http://schemas.microsoft.com/office/drawing/2014/main" id="{FE1F677B-79FE-7676-D06E-DCF529418C05}"/>
                </a:ext>
              </a:extLst>
            </p:cNvPr>
            <p:cNvSpPr/>
            <p:nvPr/>
          </p:nvSpPr>
          <p:spPr>
            <a:xfrm>
              <a:off x="15277841" y="5964342"/>
              <a:ext cx="102356" cy="26718"/>
            </a:xfrm>
            <a:custGeom>
              <a:avLst/>
              <a:gdLst>
                <a:gd name="connsiteX0" fmla="*/ 88998 w 102356"/>
                <a:gd name="connsiteY0" fmla="*/ 0 h 26718"/>
                <a:gd name="connsiteX1" fmla="*/ 13359 w 102356"/>
                <a:gd name="connsiteY1" fmla="*/ 0 h 26718"/>
                <a:gd name="connsiteX2" fmla="*/ 0 w 102356"/>
                <a:gd name="connsiteY2" fmla="*/ 13359 h 26718"/>
                <a:gd name="connsiteX3" fmla="*/ 13359 w 102356"/>
                <a:gd name="connsiteY3" fmla="*/ 26719 h 26718"/>
                <a:gd name="connsiteX4" fmla="*/ 88998 w 102356"/>
                <a:gd name="connsiteY4" fmla="*/ 26719 h 26718"/>
                <a:gd name="connsiteX5" fmla="*/ 102357 w 102356"/>
                <a:gd name="connsiteY5" fmla="*/ 13359 h 26718"/>
                <a:gd name="connsiteX6" fmla="*/ 88998 w 102356"/>
                <a:gd name="connsiteY6" fmla="*/ 0 h 2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356" h="26718">
                  <a:moveTo>
                    <a:pt x="88998" y="0"/>
                  </a:moveTo>
                  <a:lnTo>
                    <a:pt x="13359" y="0"/>
                  </a:lnTo>
                  <a:cubicBezTo>
                    <a:pt x="5981" y="0"/>
                    <a:pt x="0" y="5982"/>
                    <a:pt x="0" y="13359"/>
                  </a:cubicBezTo>
                  <a:cubicBezTo>
                    <a:pt x="0" y="20736"/>
                    <a:pt x="5981" y="26719"/>
                    <a:pt x="13359" y="26719"/>
                  </a:cubicBezTo>
                  <a:lnTo>
                    <a:pt x="88998" y="26719"/>
                  </a:lnTo>
                  <a:cubicBezTo>
                    <a:pt x="96376" y="26719"/>
                    <a:pt x="102357" y="20736"/>
                    <a:pt x="102357" y="13359"/>
                  </a:cubicBezTo>
                  <a:cubicBezTo>
                    <a:pt x="102357" y="5982"/>
                    <a:pt x="96376" y="0"/>
                    <a:pt x="88998" y="0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Forme libre 32">
              <a:extLst>
                <a:ext uri="{FF2B5EF4-FFF2-40B4-BE49-F238E27FC236}">
                  <a16:creationId xmlns:a16="http://schemas.microsoft.com/office/drawing/2014/main" id="{FD1E5B4E-C14E-2B73-5DA8-9DFBD7D9D2B7}"/>
                </a:ext>
              </a:extLst>
            </p:cNvPr>
            <p:cNvSpPr/>
            <p:nvPr/>
          </p:nvSpPr>
          <p:spPr>
            <a:xfrm>
              <a:off x="15255910" y="5862537"/>
              <a:ext cx="52810" cy="52809"/>
            </a:xfrm>
            <a:custGeom>
              <a:avLst/>
              <a:gdLst>
                <a:gd name="connsiteX0" fmla="*/ 48898 w 52810"/>
                <a:gd name="connsiteY0" fmla="*/ 3912 h 52809"/>
                <a:gd name="connsiteX1" fmla="*/ 30004 w 52810"/>
                <a:gd name="connsiteY1" fmla="*/ 3912 h 52809"/>
                <a:gd name="connsiteX2" fmla="*/ 3913 w 52810"/>
                <a:gd name="connsiteY2" fmla="*/ 30003 h 52809"/>
                <a:gd name="connsiteX3" fmla="*/ 3913 w 52810"/>
                <a:gd name="connsiteY3" fmla="*/ 48897 h 52809"/>
                <a:gd name="connsiteX4" fmla="*/ 13360 w 52810"/>
                <a:gd name="connsiteY4" fmla="*/ 52810 h 52809"/>
                <a:gd name="connsiteX5" fmla="*/ 22807 w 52810"/>
                <a:gd name="connsiteY5" fmla="*/ 48897 h 52809"/>
                <a:gd name="connsiteX6" fmla="*/ 48898 w 52810"/>
                <a:gd name="connsiteY6" fmla="*/ 22806 h 52809"/>
                <a:gd name="connsiteX7" fmla="*/ 48898 w 52810"/>
                <a:gd name="connsiteY7" fmla="*/ 3912 h 52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810" h="52809">
                  <a:moveTo>
                    <a:pt x="48898" y="3912"/>
                  </a:moveTo>
                  <a:cubicBezTo>
                    <a:pt x="43681" y="-1304"/>
                    <a:pt x="35222" y="-1304"/>
                    <a:pt x="30004" y="3912"/>
                  </a:cubicBezTo>
                  <a:lnTo>
                    <a:pt x="3913" y="30003"/>
                  </a:lnTo>
                  <a:cubicBezTo>
                    <a:pt x="-1304" y="35219"/>
                    <a:pt x="-1304" y="43679"/>
                    <a:pt x="3913" y="48897"/>
                  </a:cubicBezTo>
                  <a:cubicBezTo>
                    <a:pt x="6523" y="51504"/>
                    <a:pt x="9942" y="52810"/>
                    <a:pt x="13360" y="52810"/>
                  </a:cubicBezTo>
                  <a:cubicBezTo>
                    <a:pt x="16779" y="52810"/>
                    <a:pt x="20199" y="51504"/>
                    <a:pt x="22807" y="48897"/>
                  </a:cubicBezTo>
                  <a:lnTo>
                    <a:pt x="48898" y="22806"/>
                  </a:lnTo>
                  <a:cubicBezTo>
                    <a:pt x="54114" y="17589"/>
                    <a:pt x="54114" y="9130"/>
                    <a:pt x="48898" y="3912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Forme libre 33">
              <a:extLst>
                <a:ext uri="{FF2B5EF4-FFF2-40B4-BE49-F238E27FC236}">
                  <a16:creationId xmlns:a16="http://schemas.microsoft.com/office/drawing/2014/main" id="{2CD7CB06-A4B8-C87D-E1A0-8D2B82A35B63}"/>
                </a:ext>
              </a:extLst>
            </p:cNvPr>
            <p:cNvSpPr/>
            <p:nvPr/>
          </p:nvSpPr>
          <p:spPr>
            <a:xfrm>
              <a:off x="15256018" y="6037938"/>
              <a:ext cx="53682" cy="53683"/>
            </a:xfrm>
            <a:custGeom>
              <a:avLst/>
              <a:gdLst>
                <a:gd name="connsiteX0" fmla="*/ 49770 w 53682"/>
                <a:gd name="connsiteY0" fmla="*/ 30876 h 53683"/>
                <a:gd name="connsiteX1" fmla="*/ 22807 w 53682"/>
                <a:gd name="connsiteY1" fmla="*/ 3912 h 53683"/>
                <a:gd name="connsiteX2" fmla="*/ 3913 w 53682"/>
                <a:gd name="connsiteY2" fmla="*/ 3912 h 53683"/>
                <a:gd name="connsiteX3" fmla="*/ 3913 w 53682"/>
                <a:gd name="connsiteY3" fmla="*/ 22806 h 53683"/>
                <a:gd name="connsiteX4" fmla="*/ 30877 w 53682"/>
                <a:gd name="connsiteY4" fmla="*/ 49770 h 53683"/>
                <a:gd name="connsiteX5" fmla="*/ 40324 w 53682"/>
                <a:gd name="connsiteY5" fmla="*/ 53683 h 53683"/>
                <a:gd name="connsiteX6" fmla="*/ 49770 w 53682"/>
                <a:gd name="connsiteY6" fmla="*/ 49770 h 53683"/>
                <a:gd name="connsiteX7" fmla="*/ 49770 w 53682"/>
                <a:gd name="connsiteY7" fmla="*/ 30876 h 53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682" h="53683">
                  <a:moveTo>
                    <a:pt x="49770" y="30876"/>
                  </a:moveTo>
                  <a:lnTo>
                    <a:pt x="22807" y="3912"/>
                  </a:lnTo>
                  <a:cubicBezTo>
                    <a:pt x="17590" y="-1304"/>
                    <a:pt x="9131" y="-1304"/>
                    <a:pt x="3913" y="3912"/>
                  </a:cubicBezTo>
                  <a:cubicBezTo>
                    <a:pt x="-1304" y="9128"/>
                    <a:pt x="-1304" y="17588"/>
                    <a:pt x="3913" y="22806"/>
                  </a:cubicBezTo>
                  <a:lnTo>
                    <a:pt x="30877" y="49770"/>
                  </a:lnTo>
                  <a:cubicBezTo>
                    <a:pt x="33486" y="52378"/>
                    <a:pt x="36905" y="53683"/>
                    <a:pt x="40324" y="53683"/>
                  </a:cubicBezTo>
                  <a:cubicBezTo>
                    <a:pt x="43742" y="53683"/>
                    <a:pt x="47162" y="52378"/>
                    <a:pt x="49770" y="49770"/>
                  </a:cubicBezTo>
                  <a:cubicBezTo>
                    <a:pt x="54987" y="44554"/>
                    <a:pt x="54987" y="36094"/>
                    <a:pt x="49770" y="30876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Forme libre 34">
              <a:extLst>
                <a:ext uri="{FF2B5EF4-FFF2-40B4-BE49-F238E27FC236}">
                  <a16:creationId xmlns:a16="http://schemas.microsoft.com/office/drawing/2014/main" id="{819FB031-B0C9-87A6-5720-EC4211C36BC4}"/>
                </a:ext>
              </a:extLst>
            </p:cNvPr>
            <p:cNvSpPr/>
            <p:nvPr/>
          </p:nvSpPr>
          <p:spPr>
            <a:xfrm>
              <a:off x="14865258" y="5463667"/>
              <a:ext cx="611859" cy="388312"/>
            </a:xfrm>
            <a:custGeom>
              <a:avLst/>
              <a:gdLst>
                <a:gd name="connsiteX0" fmla="*/ 558422 w 611859"/>
                <a:gd name="connsiteY0" fmla="*/ 0 h 388312"/>
                <a:gd name="connsiteX1" fmla="*/ 309938 w 611859"/>
                <a:gd name="connsiteY1" fmla="*/ 0 h 388312"/>
                <a:gd name="connsiteX2" fmla="*/ 256500 w 611859"/>
                <a:gd name="connsiteY2" fmla="*/ 53438 h 388312"/>
                <a:gd name="connsiteX3" fmla="*/ 256500 w 611859"/>
                <a:gd name="connsiteY3" fmla="*/ 58781 h 388312"/>
                <a:gd name="connsiteX4" fmla="*/ 32063 w 611859"/>
                <a:gd name="connsiteY4" fmla="*/ 58781 h 388312"/>
                <a:gd name="connsiteX5" fmla="*/ 0 w 611859"/>
                <a:gd name="connsiteY5" fmla="*/ 90844 h 388312"/>
                <a:gd name="connsiteX6" fmla="*/ 0 w 611859"/>
                <a:gd name="connsiteY6" fmla="*/ 301922 h 388312"/>
                <a:gd name="connsiteX7" fmla="*/ 32063 w 611859"/>
                <a:gd name="connsiteY7" fmla="*/ 333984 h 388312"/>
                <a:gd name="connsiteX8" fmla="*/ 45867 w 611859"/>
                <a:gd name="connsiteY8" fmla="*/ 333984 h 388312"/>
                <a:gd name="connsiteX9" fmla="*/ 45867 w 611859"/>
                <a:gd name="connsiteY9" fmla="*/ 374954 h 388312"/>
                <a:gd name="connsiteX10" fmla="*/ 54113 w 611859"/>
                <a:gd name="connsiteY10" fmla="*/ 387296 h 388312"/>
                <a:gd name="connsiteX11" fmla="*/ 59223 w 611859"/>
                <a:gd name="connsiteY11" fmla="*/ 388313 h 388312"/>
                <a:gd name="connsiteX12" fmla="*/ 68673 w 611859"/>
                <a:gd name="connsiteY12" fmla="*/ 384400 h 388312"/>
                <a:gd name="connsiteX13" fmla="*/ 119088 w 611859"/>
                <a:gd name="connsiteY13" fmla="*/ 333984 h 388312"/>
                <a:gd name="connsiteX14" fmla="*/ 384456 w 611859"/>
                <a:gd name="connsiteY14" fmla="*/ 333984 h 388312"/>
                <a:gd name="connsiteX15" fmla="*/ 416519 w 611859"/>
                <a:gd name="connsiteY15" fmla="*/ 301922 h 388312"/>
                <a:gd name="connsiteX16" fmla="*/ 416519 w 611859"/>
                <a:gd name="connsiteY16" fmla="*/ 261844 h 388312"/>
                <a:gd name="connsiteX17" fmla="*/ 558422 w 611859"/>
                <a:gd name="connsiteY17" fmla="*/ 261844 h 388312"/>
                <a:gd name="connsiteX18" fmla="*/ 611859 w 611859"/>
                <a:gd name="connsiteY18" fmla="*/ 208406 h 388312"/>
                <a:gd name="connsiteX19" fmla="*/ 611859 w 611859"/>
                <a:gd name="connsiteY19" fmla="*/ 53438 h 388312"/>
                <a:gd name="connsiteX20" fmla="*/ 558422 w 611859"/>
                <a:gd name="connsiteY20" fmla="*/ 0 h 388312"/>
                <a:gd name="connsiteX21" fmla="*/ 389800 w 611859"/>
                <a:gd name="connsiteY21" fmla="*/ 301922 h 388312"/>
                <a:gd name="connsiteX22" fmla="*/ 384456 w 611859"/>
                <a:gd name="connsiteY22" fmla="*/ 307266 h 388312"/>
                <a:gd name="connsiteX23" fmla="*/ 113555 w 611859"/>
                <a:gd name="connsiteY23" fmla="*/ 307266 h 388312"/>
                <a:gd name="connsiteX24" fmla="*/ 104108 w 611859"/>
                <a:gd name="connsiteY24" fmla="*/ 311179 h 388312"/>
                <a:gd name="connsiteX25" fmla="*/ 72587 w 611859"/>
                <a:gd name="connsiteY25" fmla="*/ 342701 h 388312"/>
                <a:gd name="connsiteX26" fmla="*/ 72587 w 611859"/>
                <a:gd name="connsiteY26" fmla="*/ 320625 h 388312"/>
                <a:gd name="connsiteX27" fmla="*/ 59227 w 611859"/>
                <a:gd name="connsiteY27" fmla="*/ 307266 h 388312"/>
                <a:gd name="connsiteX28" fmla="*/ 32063 w 611859"/>
                <a:gd name="connsiteY28" fmla="*/ 307266 h 388312"/>
                <a:gd name="connsiteX29" fmla="*/ 26719 w 611859"/>
                <a:gd name="connsiteY29" fmla="*/ 301922 h 388312"/>
                <a:gd name="connsiteX30" fmla="*/ 26719 w 611859"/>
                <a:gd name="connsiteY30" fmla="*/ 90844 h 388312"/>
                <a:gd name="connsiteX31" fmla="*/ 32063 w 611859"/>
                <a:gd name="connsiteY31" fmla="*/ 85500 h 388312"/>
                <a:gd name="connsiteX32" fmla="*/ 256500 w 611859"/>
                <a:gd name="connsiteY32" fmla="*/ 85500 h 388312"/>
                <a:gd name="connsiteX33" fmla="*/ 256500 w 611859"/>
                <a:gd name="connsiteY33" fmla="*/ 208406 h 388312"/>
                <a:gd name="connsiteX34" fmla="*/ 309938 w 611859"/>
                <a:gd name="connsiteY34" fmla="*/ 261844 h 388312"/>
                <a:gd name="connsiteX35" fmla="*/ 389800 w 611859"/>
                <a:gd name="connsiteY35" fmla="*/ 261844 h 388312"/>
                <a:gd name="connsiteX36" fmla="*/ 389800 w 611859"/>
                <a:gd name="connsiteY36" fmla="*/ 301922 h 388312"/>
                <a:gd name="connsiteX37" fmla="*/ 585141 w 611859"/>
                <a:gd name="connsiteY37" fmla="*/ 208406 h 388312"/>
                <a:gd name="connsiteX38" fmla="*/ 558422 w 611859"/>
                <a:gd name="connsiteY38" fmla="*/ 235125 h 388312"/>
                <a:gd name="connsiteX39" fmla="*/ 309938 w 611859"/>
                <a:gd name="connsiteY39" fmla="*/ 235125 h 388312"/>
                <a:gd name="connsiteX40" fmla="*/ 283219 w 611859"/>
                <a:gd name="connsiteY40" fmla="*/ 208406 h 388312"/>
                <a:gd name="connsiteX41" fmla="*/ 283219 w 611859"/>
                <a:gd name="connsiteY41" fmla="*/ 53438 h 388312"/>
                <a:gd name="connsiteX42" fmla="*/ 309938 w 611859"/>
                <a:gd name="connsiteY42" fmla="*/ 26719 h 388312"/>
                <a:gd name="connsiteX43" fmla="*/ 558422 w 611859"/>
                <a:gd name="connsiteY43" fmla="*/ 26719 h 388312"/>
                <a:gd name="connsiteX44" fmla="*/ 585141 w 611859"/>
                <a:gd name="connsiteY44" fmla="*/ 53438 h 388312"/>
                <a:gd name="connsiteX45" fmla="*/ 585141 w 611859"/>
                <a:gd name="connsiteY45" fmla="*/ 208406 h 38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611859" h="388312">
                  <a:moveTo>
                    <a:pt x="558422" y="0"/>
                  </a:moveTo>
                  <a:lnTo>
                    <a:pt x="309938" y="0"/>
                  </a:lnTo>
                  <a:cubicBezTo>
                    <a:pt x="280472" y="0"/>
                    <a:pt x="256500" y="23972"/>
                    <a:pt x="256500" y="53438"/>
                  </a:cubicBezTo>
                  <a:lnTo>
                    <a:pt x="256500" y="58781"/>
                  </a:lnTo>
                  <a:lnTo>
                    <a:pt x="32063" y="58781"/>
                  </a:lnTo>
                  <a:cubicBezTo>
                    <a:pt x="14383" y="58781"/>
                    <a:pt x="0" y="73165"/>
                    <a:pt x="0" y="90844"/>
                  </a:cubicBezTo>
                  <a:lnTo>
                    <a:pt x="0" y="301922"/>
                  </a:lnTo>
                  <a:cubicBezTo>
                    <a:pt x="0" y="319600"/>
                    <a:pt x="14383" y="333984"/>
                    <a:pt x="32063" y="333984"/>
                  </a:cubicBezTo>
                  <a:lnTo>
                    <a:pt x="45867" y="333984"/>
                  </a:lnTo>
                  <a:lnTo>
                    <a:pt x="45867" y="374954"/>
                  </a:lnTo>
                  <a:cubicBezTo>
                    <a:pt x="45867" y="380357"/>
                    <a:pt x="49122" y="385228"/>
                    <a:pt x="54113" y="387296"/>
                  </a:cubicBezTo>
                  <a:cubicBezTo>
                    <a:pt x="55766" y="387980"/>
                    <a:pt x="57501" y="388313"/>
                    <a:pt x="59223" y="388313"/>
                  </a:cubicBezTo>
                  <a:cubicBezTo>
                    <a:pt x="62700" y="388313"/>
                    <a:pt x="66117" y="386956"/>
                    <a:pt x="68673" y="384400"/>
                  </a:cubicBezTo>
                  <a:lnTo>
                    <a:pt x="119088" y="333984"/>
                  </a:lnTo>
                  <a:lnTo>
                    <a:pt x="384456" y="333984"/>
                  </a:lnTo>
                  <a:cubicBezTo>
                    <a:pt x="402136" y="333984"/>
                    <a:pt x="416519" y="319600"/>
                    <a:pt x="416519" y="301922"/>
                  </a:cubicBezTo>
                  <a:lnTo>
                    <a:pt x="416519" y="261844"/>
                  </a:lnTo>
                  <a:lnTo>
                    <a:pt x="558422" y="261844"/>
                  </a:lnTo>
                  <a:cubicBezTo>
                    <a:pt x="587887" y="261844"/>
                    <a:pt x="611859" y="237872"/>
                    <a:pt x="611859" y="208406"/>
                  </a:cubicBezTo>
                  <a:lnTo>
                    <a:pt x="611859" y="53438"/>
                  </a:lnTo>
                  <a:cubicBezTo>
                    <a:pt x="611858" y="23972"/>
                    <a:pt x="587887" y="0"/>
                    <a:pt x="558422" y="0"/>
                  </a:cubicBezTo>
                  <a:close/>
                  <a:moveTo>
                    <a:pt x="389800" y="301922"/>
                  </a:moveTo>
                  <a:cubicBezTo>
                    <a:pt x="389800" y="304869"/>
                    <a:pt x="387403" y="307266"/>
                    <a:pt x="384456" y="307266"/>
                  </a:cubicBezTo>
                  <a:lnTo>
                    <a:pt x="113555" y="307266"/>
                  </a:lnTo>
                  <a:cubicBezTo>
                    <a:pt x="110012" y="307266"/>
                    <a:pt x="106613" y="308674"/>
                    <a:pt x="104108" y="311179"/>
                  </a:cubicBezTo>
                  <a:lnTo>
                    <a:pt x="72587" y="342701"/>
                  </a:lnTo>
                  <a:lnTo>
                    <a:pt x="72587" y="320625"/>
                  </a:lnTo>
                  <a:cubicBezTo>
                    <a:pt x="72587" y="313248"/>
                    <a:pt x="66606" y="307266"/>
                    <a:pt x="59227" y="307266"/>
                  </a:cubicBezTo>
                  <a:lnTo>
                    <a:pt x="32063" y="307266"/>
                  </a:lnTo>
                  <a:cubicBezTo>
                    <a:pt x="29115" y="307266"/>
                    <a:pt x="26719" y="304869"/>
                    <a:pt x="26719" y="301922"/>
                  </a:cubicBezTo>
                  <a:lnTo>
                    <a:pt x="26719" y="90844"/>
                  </a:lnTo>
                  <a:cubicBezTo>
                    <a:pt x="26719" y="87897"/>
                    <a:pt x="29115" y="85500"/>
                    <a:pt x="32063" y="85500"/>
                  </a:cubicBezTo>
                  <a:lnTo>
                    <a:pt x="256500" y="85500"/>
                  </a:lnTo>
                  <a:lnTo>
                    <a:pt x="256500" y="208406"/>
                  </a:lnTo>
                  <a:cubicBezTo>
                    <a:pt x="256500" y="237872"/>
                    <a:pt x="280472" y="261844"/>
                    <a:pt x="309938" y="261844"/>
                  </a:cubicBezTo>
                  <a:lnTo>
                    <a:pt x="389800" y="261844"/>
                  </a:lnTo>
                  <a:lnTo>
                    <a:pt x="389800" y="301922"/>
                  </a:lnTo>
                  <a:close/>
                  <a:moveTo>
                    <a:pt x="585141" y="208406"/>
                  </a:moveTo>
                  <a:cubicBezTo>
                    <a:pt x="585141" y="223139"/>
                    <a:pt x="573155" y="235125"/>
                    <a:pt x="558422" y="235125"/>
                  </a:cubicBezTo>
                  <a:lnTo>
                    <a:pt x="309938" y="235125"/>
                  </a:lnTo>
                  <a:cubicBezTo>
                    <a:pt x="295205" y="235125"/>
                    <a:pt x="283219" y="223139"/>
                    <a:pt x="283219" y="208406"/>
                  </a:cubicBezTo>
                  <a:lnTo>
                    <a:pt x="283219" y="53438"/>
                  </a:lnTo>
                  <a:cubicBezTo>
                    <a:pt x="283219" y="38705"/>
                    <a:pt x="295205" y="26719"/>
                    <a:pt x="309938" y="26719"/>
                  </a:cubicBezTo>
                  <a:lnTo>
                    <a:pt x="558422" y="26719"/>
                  </a:lnTo>
                  <a:cubicBezTo>
                    <a:pt x="573155" y="26719"/>
                    <a:pt x="585141" y="38705"/>
                    <a:pt x="585141" y="53438"/>
                  </a:cubicBezTo>
                  <a:lnTo>
                    <a:pt x="585141" y="208406"/>
                  </a:ln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Forme libre 35">
              <a:extLst>
                <a:ext uri="{FF2B5EF4-FFF2-40B4-BE49-F238E27FC236}">
                  <a16:creationId xmlns:a16="http://schemas.microsoft.com/office/drawing/2014/main" id="{076D568E-24CE-CADD-C14E-B197EFFB6A1F}"/>
                </a:ext>
              </a:extLst>
            </p:cNvPr>
            <p:cNvSpPr/>
            <p:nvPr/>
          </p:nvSpPr>
          <p:spPr>
            <a:xfrm>
              <a:off x="15241639" y="5528440"/>
              <a:ext cx="118150" cy="132294"/>
            </a:xfrm>
            <a:custGeom>
              <a:avLst/>
              <a:gdLst>
                <a:gd name="connsiteX0" fmla="*/ 111471 w 118150"/>
                <a:gd name="connsiteY0" fmla="*/ 54579 h 132294"/>
                <a:gd name="connsiteX1" fmla="*/ 20039 w 118150"/>
                <a:gd name="connsiteY1" fmla="*/ 1790 h 132294"/>
                <a:gd name="connsiteX2" fmla="*/ 6680 w 118150"/>
                <a:gd name="connsiteY2" fmla="*/ 1790 h 132294"/>
                <a:gd name="connsiteX3" fmla="*/ 0 w 118150"/>
                <a:gd name="connsiteY3" fmla="*/ 13360 h 132294"/>
                <a:gd name="connsiteX4" fmla="*/ 0 w 118150"/>
                <a:gd name="connsiteY4" fmla="*/ 118935 h 132294"/>
                <a:gd name="connsiteX5" fmla="*/ 6680 w 118150"/>
                <a:gd name="connsiteY5" fmla="*/ 130504 h 132294"/>
                <a:gd name="connsiteX6" fmla="*/ 13359 w 118150"/>
                <a:gd name="connsiteY6" fmla="*/ 132294 h 132294"/>
                <a:gd name="connsiteX7" fmla="*/ 20039 w 118150"/>
                <a:gd name="connsiteY7" fmla="*/ 130504 h 132294"/>
                <a:gd name="connsiteX8" fmla="*/ 111471 w 118150"/>
                <a:gd name="connsiteY8" fmla="*/ 77716 h 132294"/>
                <a:gd name="connsiteX9" fmla="*/ 118150 w 118150"/>
                <a:gd name="connsiteY9" fmla="*/ 66147 h 132294"/>
                <a:gd name="connsiteX10" fmla="*/ 111471 w 118150"/>
                <a:gd name="connsiteY10" fmla="*/ 54579 h 132294"/>
                <a:gd name="connsiteX11" fmla="*/ 26719 w 118150"/>
                <a:gd name="connsiteY11" fmla="*/ 95796 h 132294"/>
                <a:gd name="connsiteX12" fmla="*/ 26719 w 118150"/>
                <a:gd name="connsiteY12" fmla="*/ 36499 h 132294"/>
                <a:gd name="connsiteX13" fmla="*/ 78072 w 118150"/>
                <a:gd name="connsiteY13" fmla="*/ 66148 h 132294"/>
                <a:gd name="connsiteX14" fmla="*/ 26719 w 118150"/>
                <a:gd name="connsiteY14" fmla="*/ 95796 h 132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150" h="132294">
                  <a:moveTo>
                    <a:pt x="111471" y="54579"/>
                  </a:moveTo>
                  <a:lnTo>
                    <a:pt x="20039" y="1790"/>
                  </a:lnTo>
                  <a:cubicBezTo>
                    <a:pt x="15906" y="-597"/>
                    <a:pt x="10813" y="-597"/>
                    <a:pt x="6680" y="1790"/>
                  </a:cubicBezTo>
                  <a:cubicBezTo>
                    <a:pt x="2546" y="4176"/>
                    <a:pt x="0" y="8588"/>
                    <a:pt x="0" y="13360"/>
                  </a:cubicBezTo>
                  <a:lnTo>
                    <a:pt x="0" y="118935"/>
                  </a:lnTo>
                  <a:cubicBezTo>
                    <a:pt x="0" y="123707"/>
                    <a:pt x="2546" y="128118"/>
                    <a:pt x="6680" y="130504"/>
                  </a:cubicBezTo>
                  <a:cubicBezTo>
                    <a:pt x="8746" y="131698"/>
                    <a:pt x="11052" y="132294"/>
                    <a:pt x="13359" y="132294"/>
                  </a:cubicBezTo>
                  <a:cubicBezTo>
                    <a:pt x="15667" y="132294"/>
                    <a:pt x="17972" y="131698"/>
                    <a:pt x="20039" y="130504"/>
                  </a:cubicBezTo>
                  <a:lnTo>
                    <a:pt x="111471" y="77716"/>
                  </a:lnTo>
                  <a:cubicBezTo>
                    <a:pt x="115604" y="75330"/>
                    <a:pt x="118150" y="70919"/>
                    <a:pt x="118150" y="66147"/>
                  </a:cubicBezTo>
                  <a:cubicBezTo>
                    <a:pt x="118150" y="61375"/>
                    <a:pt x="115605" y="56965"/>
                    <a:pt x="111471" y="54579"/>
                  </a:cubicBezTo>
                  <a:close/>
                  <a:moveTo>
                    <a:pt x="26719" y="95796"/>
                  </a:moveTo>
                  <a:lnTo>
                    <a:pt x="26719" y="36499"/>
                  </a:lnTo>
                  <a:lnTo>
                    <a:pt x="78072" y="66148"/>
                  </a:lnTo>
                  <a:lnTo>
                    <a:pt x="26719" y="95796"/>
                  </a:ln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Forme libre 36">
              <a:extLst>
                <a:ext uri="{FF2B5EF4-FFF2-40B4-BE49-F238E27FC236}">
                  <a16:creationId xmlns:a16="http://schemas.microsoft.com/office/drawing/2014/main" id="{6BB2B2C6-2FD4-B939-482D-BBFC7587B984}"/>
                </a:ext>
              </a:extLst>
            </p:cNvPr>
            <p:cNvSpPr/>
            <p:nvPr/>
          </p:nvSpPr>
          <p:spPr>
            <a:xfrm>
              <a:off x="14932738" y="5603940"/>
              <a:ext cx="160312" cy="26718"/>
            </a:xfrm>
            <a:custGeom>
              <a:avLst/>
              <a:gdLst>
                <a:gd name="connsiteX0" fmla="*/ 146953 w 160312"/>
                <a:gd name="connsiteY0" fmla="*/ 0 h 26718"/>
                <a:gd name="connsiteX1" fmla="*/ 13359 w 160312"/>
                <a:gd name="connsiteY1" fmla="*/ 0 h 26718"/>
                <a:gd name="connsiteX2" fmla="*/ 0 w 160312"/>
                <a:gd name="connsiteY2" fmla="*/ 13359 h 26718"/>
                <a:gd name="connsiteX3" fmla="*/ 13359 w 160312"/>
                <a:gd name="connsiteY3" fmla="*/ 26719 h 26718"/>
                <a:gd name="connsiteX4" fmla="*/ 146953 w 160312"/>
                <a:gd name="connsiteY4" fmla="*/ 26719 h 26718"/>
                <a:gd name="connsiteX5" fmla="*/ 160312 w 160312"/>
                <a:gd name="connsiteY5" fmla="*/ 13359 h 26718"/>
                <a:gd name="connsiteX6" fmla="*/ 146953 w 160312"/>
                <a:gd name="connsiteY6" fmla="*/ 0 h 2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312" h="26718">
                  <a:moveTo>
                    <a:pt x="146953" y="0"/>
                  </a:moveTo>
                  <a:lnTo>
                    <a:pt x="13359" y="0"/>
                  </a:lnTo>
                  <a:cubicBezTo>
                    <a:pt x="5981" y="0"/>
                    <a:pt x="0" y="5982"/>
                    <a:pt x="0" y="13359"/>
                  </a:cubicBezTo>
                  <a:cubicBezTo>
                    <a:pt x="0" y="20736"/>
                    <a:pt x="5981" y="26719"/>
                    <a:pt x="13359" y="26719"/>
                  </a:cubicBezTo>
                  <a:lnTo>
                    <a:pt x="146953" y="26719"/>
                  </a:lnTo>
                  <a:cubicBezTo>
                    <a:pt x="154332" y="26719"/>
                    <a:pt x="160312" y="20736"/>
                    <a:pt x="160312" y="13359"/>
                  </a:cubicBezTo>
                  <a:cubicBezTo>
                    <a:pt x="160312" y="5982"/>
                    <a:pt x="154332" y="0"/>
                    <a:pt x="146953" y="0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Forme libre 37">
              <a:extLst>
                <a:ext uri="{FF2B5EF4-FFF2-40B4-BE49-F238E27FC236}">
                  <a16:creationId xmlns:a16="http://schemas.microsoft.com/office/drawing/2014/main" id="{8FA18A1D-A2CB-7365-5600-CFBEC99AC4B3}"/>
                </a:ext>
              </a:extLst>
            </p:cNvPr>
            <p:cNvSpPr/>
            <p:nvPr/>
          </p:nvSpPr>
          <p:spPr>
            <a:xfrm>
              <a:off x="15066330" y="5678752"/>
              <a:ext cx="26718" cy="26718"/>
            </a:xfrm>
            <a:custGeom>
              <a:avLst/>
              <a:gdLst>
                <a:gd name="connsiteX0" fmla="*/ 22804 w 26718"/>
                <a:gd name="connsiteY0" fmla="*/ 3914 h 26718"/>
                <a:gd name="connsiteX1" fmla="*/ 13359 w 26718"/>
                <a:gd name="connsiteY1" fmla="*/ 0 h 26718"/>
                <a:gd name="connsiteX2" fmla="*/ 3914 w 26718"/>
                <a:gd name="connsiteY2" fmla="*/ 3914 h 26718"/>
                <a:gd name="connsiteX3" fmla="*/ 0 w 26718"/>
                <a:gd name="connsiteY3" fmla="*/ 13359 h 26718"/>
                <a:gd name="connsiteX4" fmla="*/ 3914 w 26718"/>
                <a:gd name="connsiteY4" fmla="*/ 22803 h 26718"/>
                <a:gd name="connsiteX5" fmla="*/ 13359 w 26718"/>
                <a:gd name="connsiteY5" fmla="*/ 26719 h 26718"/>
                <a:gd name="connsiteX6" fmla="*/ 22804 w 26718"/>
                <a:gd name="connsiteY6" fmla="*/ 22803 h 26718"/>
                <a:gd name="connsiteX7" fmla="*/ 26719 w 26718"/>
                <a:gd name="connsiteY7" fmla="*/ 13359 h 26718"/>
                <a:gd name="connsiteX8" fmla="*/ 22804 w 26718"/>
                <a:gd name="connsiteY8" fmla="*/ 3914 h 2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18" h="26718">
                  <a:moveTo>
                    <a:pt x="22804" y="3914"/>
                  </a:moveTo>
                  <a:cubicBezTo>
                    <a:pt x="20320" y="1428"/>
                    <a:pt x="16873" y="0"/>
                    <a:pt x="13359" y="0"/>
                  </a:cubicBezTo>
                  <a:cubicBezTo>
                    <a:pt x="9846" y="0"/>
                    <a:pt x="6399" y="1428"/>
                    <a:pt x="3914" y="3914"/>
                  </a:cubicBezTo>
                  <a:cubicBezTo>
                    <a:pt x="1429" y="6399"/>
                    <a:pt x="0" y="9846"/>
                    <a:pt x="0" y="13359"/>
                  </a:cubicBezTo>
                  <a:cubicBezTo>
                    <a:pt x="0" y="16873"/>
                    <a:pt x="1429" y="20320"/>
                    <a:pt x="3914" y="22803"/>
                  </a:cubicBezTo>
                  <a:cubicBezTo>
                    <a:pt x="6399" y="25288"/>
                    <a:pt x="9846" y="26719"/>
                    <a:pt x="13359" y="26719"/>
                  </a:cubicBezTo>
                  <a:cubicBezTo>
                    <a:pt x="16886" y="26719"/>
                    <a:pt x="20320" y="25289"/>
                    <a:pt x="22804" y="22803"/>
                  </a:cubicBezTo>
                  <a:cubicBezTo>
                    <a:pt x="25289" y="20320"/>
                    <a:pt x="26719" y="16873"/>
                    <a:pt x="26719" y="13359"/>
                  </a:cubicBezTo>
                  <a:cubicBezTo>
                    <a:pt x="26719" y="9846"/>
                    <a:pt x="25289" y="6399"/>
                    <a:pt x="22804" y="3914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orme libre 38">
              <a:extLst>
                <a:ext uri="{FF2B5EF4-FFF2-40B4-BE49-F238E27FC236}">
                  <a16:creationId xmlns:a16="http://schemas.microsoft.com/office/drawing/2014/main" id="{4E0A188D-534C-5D27-698E-F1E02E798046}"/>
                </a:ext>
              </a:extLst>
            </p:cNvPr>
            <p:cNvSpPr/>
            <p:nvPr/>
          </p:nvSpPr>
          <p:spPr>
            <a:xfrm>
              <a:off x="14932738" y="5678752"/>
              <a:ext cx="110200" cy="26718"/>
            </a:xfrm>
            <a:custGeom>
              <a:avLst/>
              <a:gdLst>
                <a:gd name="connsiteX0" fmla="*/ 96841 w 110200"/>
                <a:gd name="connsiteY0" fmla="*/ 0 h 26718"/>
                <a:gd name="connsiteX1" fmla="*/ 13359 w 110200"/>
                <a:gd name="connsiteY1" fmla="*/ 0 h 26718"/>
                <a:gd name="connsiteX2" fmla="*/ 0 w 110200"/>
                <a:gd name="connsiteY2" fmla="*/ 13359 h 26718"/>
                <a:gd name="connsiteX3" fmla="*/ 13359 w 110200"/>
                <a:gd name="connsiteY3" fmla="*/ 26719 h 26718"/>
                <a:gd name="connsiteX4" fmla="*/ 96841 w 110200"/>
                <a:gd name="connsiteY4" fmla="*/ 26719 h 26718"/>
                <a:gd name="connsiteX5" fmla="*/ 110200 w 110200"/>
                <a:gd name="connsiteY5" fmla="*/ 13359 h 26718"/>
                <a:gd name="connsiteX6" fmla="*/ 96841 w 110200"/>
                <a:gd name="connsiteY6" fmla="*/ 0 h 2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200" h="26718">
                  <a:moveTo>
                    <a:pt x="96841" y="0"/>
                  </a:moveTo>
                  <a:lnTo>
                    <a:pt x="13359" y="0"/>
                  </a:lnTo>
                  <a:cubicBezTo>
                    <a:pt x="5981" y="0"/>
                    <a:pt x="0" y="5982"/>
                    <a:pt x="0" y="13359"/>
                  </a:cubicBezTo>
                  <a:cubicBezTo>
                    <a:pt x="0" y="20736"/>
                    <a:pt x="5981" y="26719"/>
                    <a:pt x="13359" y="26719"/>
                  </a:cubicBezTo>
                  <a:lnTo>
                    <a:pt x="96841" y="26719"/>
                  </a:lnTo>
                  <a:cubicBezTo>
                    <a:pt x="104219" y="26719"/>
                    <a:pt x="110200" y="20736"/>
                    <a:pt x="110200" y="13359"/>
                  </a:cubicBezTo>
                  <a:cubicBezTo>
                    <a:pt x="110200" y="5982"/>
                    <a:pt x="104219" y="0"/>
                    <a:pt x="96841" y="0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aphique 185">
            <a:extLst>
              <a:ext uri="{FF2B5EF4-FFF2-40B4-BE49-F238E27FC236}">
                <a16:creationId xmlns:a16="http://schemas.microsoft.com/office/drawing/2014/main" id="{63944C2D-0444-B7A0-9259-B699C039B301}"/>
              </a:ext>
            </a:extLst>
          </p:cNvPr>
          <p:cNvGrpSpPr/>
          <p:nvPr/>
        </p:nvGrpSpPr>
        <p:grpSpPr>
          <a:xfrm>
            <a:off x="3671359" y="3431449"/>
            <a:ext cx="565135" cy="565135"/>
            <a:chOff x="12709718" y="5457438"/>
            <a:chExt cx="709087" cy="709087"/>
          </a:xfrm>
          <a:solidFill>
            <a:schemeClr val="bg1"/>
          </a:solidFill>
        </p:grpSpPr>
        <p:sp>
          <p:nvSpPr>
            <p:cNvPr id="41" name="Forme libre 40">
              <a:extLst>
                <a:ext uri="{FF2B5EF4-FFF2-40B4-BE49-F238E27FC236}">
                  <a16:creationId xmlns:a16="http://schemas.microsoft.com/office/drawing/2014/main" id="{314BBAAB-4457-A18A-C8FF-6D516FDFBD6C}"/>
                </a:ext>
              </a:extLst>
            </p:cNvPr>
            <p:cNvSpPr/>
            <p:nvPr/>
          </p:nvSpPr>
          <p:spPr>
            <a:xfrm>
              <a:off x="12709718" y="5457438"/>
              <a:ext cx="241229" cy="461983"/>
            </a:xfrm>
            <a:custGeom>
              <a:avLst/>
              <a:gdLst>
                <a:gd name="connsiteX0" fmla="*/ 126202 w 241229"/>
                <a:gd name="connsiteY0" fmla="*/ 446560 h 461983"/>
                <a:gd name="connsiteX1" fmla="*/ 126202 w 241229"/>
                <a:gd name="connsiteY1" fmla="*/ 372088 h 461983"/>
                <a:gd name="connsiteX2" fmla="*/ 88966 w 241229"/>
                <a:gd name="connsiteY2" fmla="*/ 356664 h 461983"/>
                <a:gd name="connsiteX3" fmla="*/ 65898 w 241229"/>
                <a:gd name="connsiteY3" fmla="*/ 361971 h 461983"/>
                <a:gd name="connsiteX4" fmla="*/ 27715 w 241229"/>
                <a:gd name="connsiteY4" fmla="*/ 240275 h 461983"/>
                <a:gd name="connsiteX5" fmla="*/ 228168 w 241229"/>
                <a:gd name="connsiteY5" fmla="*/ 27693 h 461983"/>
                <a:gd name="connsiteX6" fmla="*/ 241206 w 241229"/>
                <a:gd name="connsiteY6" fmla="*/ 13059 h 461983"/>
                <a:gd name="connsiteX7" fmla="*/ 226573 w 241229"/>
                <a:gd name="connsiteY7" fmla="*/ 22 h 461983"/>
                <a:gd name="connsiteX8" fmla="*/ 0 w 241229"/>
                <a:gd name="connsiteY8" fmla="*/ 240275 h 461983"/>
                <a:gd name="connsiteX9" fmla="*/ 44978 w 241229"/>
                <a:gd name="connsiteY9" fmla="*/ 380370 h 461983"/>
                <a:gd name="connsiteX10" fmla="*/ 51730 w 241229"/>
                <a:gd name="connsiteY10" fmla="*/ 446560 h 461983"/>
                <a:gd name="connsiteX11" fmla="*/ 88966 w 241229"/>
                <a:gd name="connsiteY11" fmla="*/ 461984 h 461983"/>
                <a:gd name="connsiteX12" fmla="*/ 126202 w 241229"/>
                <a:gd name="connsiteY12" fmla="*/ 446560 h 461983"/>
                <a:gd name="connsiteX13" fmla="*/ 71324 w 241229"/>
                <a:gd name="connsiteY13" fmla="*/ 391687 h 461983"/>
                <a:gd name="connsiteX14" fmla="*/ 88966 w 241229"/>
                <a:gd name="connsiteY14" fmla="*/ 384390 h 461983"/>
                <a:gd name="connsiteX15" fmla="*/ 106602 w 241229"/>
                <a:gd name="connsiteY15" fmla="*/ 391687 h 461983"/>
                <a:gd name="connsiteX16" fmla="*/ 106602 w 241229"/>
                <a:gd name="connsiteY16" fmla="*/ 426960 h 461983"/>
                <a:gd name="connsiteX17" fmla="*/ 71324 w 241229"/>
                <a:gd name="connsiteY17" fmla="*/ 426960 h 461983"/>
                <a:gd name="connsiteX18" fmla="*/ 71324 w 241229"/>
                <a:gd name="connsiteY18" fmla="*/ 391687 h 46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1229" h="461983">
                  <a:moveTo>
                    <a:pt x="126202" y="446560"/>
                  </a:moveTo>
                  <a:cubicBezTo>
                    <a:pt x="146733" y="426030"/>
                    <a:pt x="146733" y="392618"/>
                    <a:pt x="126202" y="372088"/>
                  </a:cubicBezTo>
                  <a:cubicBezTo>
                    <a:pt x="116253" y="362144"/>
                    <a:pt x="103032" y="356664"/>
                    <a:pt x="88966" y="356664"/>
                  </a:cubicBezTo>
                  <a:cubicBezTo>
                    <a:pt x="80835" y="356664"/>
                    <a:pt x="72990" y="358503"/>
                    <a:pt x="65898" y="361971"/>
                  </a:cubicBezTo>
                  <a:cubicBezTo>
                    <a:pt x="40888" y="326190"/>
                    <a:pt x="27715" y="284318"/>
                    <a:pt x="27715" y="240275"/>
                  </a:cubicBezTo>
                  <a:cubicBezTo>
                    <a:pt x="27715" y="127560"/>
                    <a:pt x="115766" y="34185"/>
                    <a:pt x="228168" y="27693"/>
                  </a:cubicBezTo>
                  <a:cubicBezTo>
                    <a:pt x="235813" y="27250"/>
                    <a:pt x="241644" y="20698"/>
                    <a:pt x="241206" y="13059"/>
                  </a:cubicBezTo>
                  <a:cubicBezTo>
                    <a:pt x="240763" y="5415"/>
                    <a:pt x="234211" y="-400"/>
                    <a:pt x="226573" y="22"/>
                  </a:cubicBezTo>
                  <a:cubicBezTo>
                    <a:pt x="99521" y="7363"/>
                    <a:pt x="0" y="112894"/>
                    <a:pt x="0" y="240275"/>
                  </a:cubicBezTo>
                  <a:cubicBezTo>
                    <a:pt x="0" y="291097"/>
                    <a:pt x="15532" y="339369"/>
                    <a:pt x="44978" y="380370"/>
                  </a:cubicBezTo>
                  <a:cubicBezTo>
                    <a:pt x="31523" y="400798"/>
                    <a:pt x="33774" y="428606"/>
                    <a:pt x="51730" y="446560"/>
                  </a:cubicBezTo>
                  <a:cubicBezTo>
                    <a:pt x="61678" y="456504"/>
                    <a:pt x="74900" y="461984"/>
                    <a:pt x="88966" y="461984"/>
                  </a:cubicBezTo>
                  <a:cubicBezTo>
                    <a:pt x="103032" y="461984"/>
                    <a:pt x="116253" y="456504"/>
                    <a:pt x="126202" y="446560"/>
                  </a:cubicBezTo>
                  <a:close/>
                  <a:moveTo>
                    <a:pt x="71324" y="391687"/>
                  </a:moveTo>
                  <a:cubicBezTo>
                    <a:pt x="76188" y="386825"/>
                    <a:pt x="82577" y="384390"/>
                    <a:pt x="88966" y="384390"/>
                  </a:cubicBezTo>
                  <a:cubicBezTo>
                    <a:pt x="95350" y="384390"/>
                    <a:pt x="101739" y="386825"/>
                    <a:pt x="106602" y="391687"/>
                  </a:cubicBezTo>
                  <a:cubicBezTo>
                    <a:pt x="116329" y="401410"/>
                    <a:pt x="116329" y="417239"/>
                    <a:pt x="106602" y="426960"/>
                  </a:cubicBezTo>
                  <a:cubicBezTo>
                    <a:pt x="96875" y="436687"/>
                    <a:pt x="81051" y="436687"/>
                    <a:pt x="71324" y="426960"/>
                  </a:cubicBezTo>
                  <a:cubicBezTo>
                    <a:pt x="61603" y="417239"/>
                    <a:pt x="61603" y="401415"/>
                    <a:pt x="71324" y="391687"/>
                  </a:cubicBezTo>
                  <a:close/>
                </a:path>
              </a:pathLst>
            </a:custGeom>
            <a:grpFill/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Forme libre 41">
              <a:extLst>
                <a:ext uri="{FF2B5EF4-FFF2-40B4-BE49-F238E27FC236}">
                  <a16:creationId xmlns:a16="http://schemas.microsoft.com/office/drawing/2014/main" id="{81CE3996-4C29-E644-D148-AA07034EAF95}"/>
                </a:ext>
              </a:extLst>
            </p:cNvPr>
            <p:cNvSpPr/>
            <p:nvPr/>
          </p:nvSpPr>
          <p:spPr>
            <a:xfrm>
              <a:off x="12787622" y="5476025"/>
              <a:ext cx="425990" cy="690499"/>
            </a:xfrm>
            <a:custGeom>
              <a:avLst/>
              <a:gdLst>
                <a:gd name="connsiteX0" fmla="*/ 376414 w 425990"/>
                <a:gd name="connsiteY0" fmla="*/ 461526 h 690499"/>
                <a:gd name="connsiteX1" fmla="*/ 352274 w 425990"/>
                <a:gd name="connsiteY1" fmla="*/ 467812 h 690499"/>
                <a:gd name="connsiteX2" fmla="*/ 304982 w 425990"/>
                <a:gd name="connsiteY2" fmla="*/ 433118 h 690499"/>
                <a:gd name="connsiteX3" fmla="*/ 269266 w 425990"/>
                <a:gd name="connsiteY3" fmla="*/ 448347 h 690499"/>
                <a:gd name="connsiteX4" fmla="*/ 260961 w 425990"/>
                <a:gd name="connsiteY4" fmla="*/ 441422 h 690499"/>
                <a:gd name="connsiteX5" fmla="*/ 344901 w 425990"/>
                <a:gd name="connsiteY5" fmla="*/ 378981 h 690499"/>
                <a:gd name="connsiteX6" fmla="*/ 403409 w 425990"/>
                <a:gd name="connsiteY6" fmla="*/ 221688 h 690499"/>
                <a:gd name="connsiteX7" fmla="*/ 358436 w 425990"/>
                <a:gd name="connsiteY7" fmla="*/ 81588 h 690499"/>
                <a:gd name="connsiteX8" fmla="*/ 351680 w 425990"/>
                <a:gd name="connsiteY8" fmla="*/ 15398 h 690499"/>
                <a:gd name="connsiteX9" fmla="*/ 277207 w 425990"/>
                <a:gd name="connsiteY9" fmla="*/ 15398 h 690499"/>
                <a:gd name="connsiteX10" fmla="*/ 277207 w 425990"/>
                <a:gd name="connsiteY10" fmla="*/ 89871 h 690499"/>
                <a:gd name="connsiteX11" fmla="*/ 314444 w 425990"/>
                <a:gd name="connsiteY11" fmla="*/ 105273 h 690499"/>
                <a:gd name="connsiteX12" fmla="*/ 337494 w 425990"/>
                <a:gd name="connsiteY12" fmla="*/ 99966 h 690499"/>
                <a:gd name="connsiteX13" fmla="*/ 375694 w 425990"/>
                <a:gd name="connsiteY13" fmla="*/ 221688 h 690499"/>
                <a:gd name="connsiteX14" fmla="*/ 211688 w 425990"/>
                <a:gd name="connsiteY14" fmla="*/ 428991 h 690499"/>
                <a:gd name="connsiteX15" fmla="*/ 211688 w 425990"/>
                <a:gd name="connsiteY15" fmla="*/ 354398 h 690499"/>
                <a:gd name="connsiteX16" fmla="*/ 304187 w 425990"/>
                <a:gd name="connsiteY16" fmla="*/ 221688 h 690499"/>
                <a:gd name="connsiteX17" fmla="*/ 162750 w 425990"/>
                <a:gd name="connsiteY17" fmla="*/ 80257 h 690499"/>
                <a:gd name="connsiteX18" fmla="*/ 21318 w 425990"/>
                <a:gd name="connsiteY18" fmla="*/ 221688 h 690499"/>
                <a:gd name="connsiteX19" fmla="*/ 49423 w 425990"/>
                <a:gd name="connsiteY19" fmla="*/ 306316 h 690499"/>
                <a:gd name="connsiteX20" fmla="*/ 112535 w 425990"/>
                <a:gd name="connsiteY20" fmla="*/ 353907 h 690499"/>
                <a:gd name="connsiteX21" fmla="*/ 112535 w 425990"/>
                <a:gd name="connsiteY21" fmla="*/ 557747 h 690499"/>
                <a:gd name="connsiteX22" fmla="*/ 95127 w 425990"/>
                <a:gd name="connsiteY22" fmla="*/ 529187 h 690499"/>
                <a:gd name="connsiteX23" fmla="*/ 25609 w 425990"/>
                <a:gd name="connsiteY23" fmla="*/ 511437 h 690499"/>
                <a:gd name="connsiteX24" fmla="*/ 5105 w 425990"/>
                <a:gd name="connsiteY24" fmla="*/ 578358 h 690499"/>
                <a:gd name="connsiteX25" fmla="*/ 56797 w 425990"/>
                <a:gd name="connsiteY25" fmla="*/ 682786 h 690499"/>
                <a:gd name="connsiteX26" fmla="*/ 69228 w 425990"/>
                <a:gd name="connsiteY26" fmla="*/ 690500 h 690499"/>
                <a:gd name="connsiteX27" fmla="*/ 75363 w 425990"/>
                <a:gd name="connsiteY27" fmla="*/ 689061 h 690499"/>
                <a:gd name="connsiteX28" fmla="*/ 81639 w 425990"/>
                <a:gd name="connsiteY28" fmla="*/ 670495 h 690499"/>
                <a:gd name="connsiteX29" fmla="*/ 30001 w 425990"/>
                <a:gd name="connsiteY29" fmla="*/ 566185 h 690499"/>
                <a:gd name="connsiteX30" fmla="*/ 39469 w 425990"/>
                <a:gd name="connsiteY30" fmla="*/ 535441 h 690499"/>
                <a:gd name="connsiteX31" fmla="*/ 71463 w 425990"/>
                <a:gd name="connsiteY31" fmla="*/ 543611 h 690499"/>
                <a:gd name="connsiteX32" fmla="*/ 114559 w 425990"/>
                <a:gd name="connsiteY32" fmla="*/ 614323 h 690499"/>
                <a:gd name="connsiteX33" fmla="*/ 130139 w 425990"/>
                <a:gd name="connsiteY33" fmla="*/ 620453 h 690499"/>
                <a:gd name="connsiteX34" fmla="*/ 140250 w 425990"/>
                <a:gd name="connsiteY34" fmla="*/ 607106 h 690499"/>
                <a:gd name="connsiteX35" fmla="*/ 140250 w 425990"/>
                <a:gd name="connsiteY35" fmla="*/ 289155 h 690499"/>
                <a:gd name="connsiteX36" fmla="*/ 162112 w 425990"/>
                <a:gd name="connsiteY36" fmla="*/ 267300 h 690499"/>
                <a:gd name="connsiteX37" fmla="*/ 183973 w 425990"/>
                <a:gd name="connsiteY37" fmla="*/ 289155 h 690499"/>
                <a:gd name="connsiteX38" fmla="*/ 183973 w 425990"/>
                <a:gd name="connsiteY38" fmla="*/ 343968 h 690499"/>
                <a:gd name="connsiteX39" fmla="*/ 183973 w 425990"/>
                <a:gd name="connsiteY39" fmla="*/ 344266 h 690499"/>
                <a:gd name="connsiteX40" fmla="*/ 183973 w 425990"/>
                <a:gd name="connsiteY40" fmla="*/ 552342 h 690499"/>
                <a:gd name="connsiteX41" fmla="*/ 197828 w 425990"/>
                <a:gd name="connsiteY41" fmla="*/ 566196 h 690499"/>
                <a:gd name="connsiteX42" fmla="*/ 211688 w 425990"/>
                <a:gd name="connsiteY42" fmla="*/ 552342 h 690499"/>
                <a:gd name="connsiteX43" fmla="*/ 211688 w 425990"/>
                <a:gd name="connsiteY43" fmla="*/ 482695 h 690499"/>
                <a:gd name="connsiteX44" fmla="*/ 233544 w 425990"/>
                <a:gd name="connsiteY44" fmla="*/ 460833 h 690499"/>
                <a:gd name="connsiteX45" fmla="*/ 255405 w 425990"/>
                <a:gd name="connsiteY45" fmla="*/ 482695 h 690499"/>
                <a:gd name="connsiteX46" fmla="*/ 255405 w 425990"/>
                <a:gd name="connsiteY46" fmla="*/ 557384 h 690499"/>
                <a:gd name="connsiteX47" fmla="*/ 269260 w 425990"/>
                <a:gd name="connsiteY47" fmla="*/ 571245 h 690499"/>
                <a:gd name="connsiteX48" fmla="*/ 283120 w 425990"/>
                <a:gd name="connsiteY48" fmla="*/ 557384 h 690499"/>
                <a:gd name="connsiteX49" fmla="*/ 283120 w 425990"/>
                <a:gd name="connsiteY49" fmla="*/ 482695 h 690499"/>
                <a:gd name="connsiteX50" fmla="*/ 304982 w 425990"/>
                <a:gd name="connsiteY50" fmla="*/ 460833 h 690499"/>
                <a:gd name="connsiteX51" fmla="*/ 326837 w 425990"/>
                <a:gd name="connsiteY51" fmla="*/ 482695 h 690499"/>
                <a:gd name="connsiteX52" fmla="*/ 326837 w 425990"/>
                <a:gd name="connsiteY52" fmla="*/ 558320 h 690499"/>
                <a:gd name="connsiteX53" fmla="*/ 340698 w 425990"/>
                <a:gd name="connsiteY53" fmla="*/ 572179 h 690499"/>
                <a:gd name="connsiteX54" fmla="*/ 354553 w 425990"/>
                <a:gd name="connsiteY54" fmla="*/ 558320 h 690499"/>
                <a:gd name="connsiteX55" fmla="*/ 354553 w 425990"/>
                <a:gd name="connsiteY55" fmla="*/ 511102 h 690499"/>
                <a:gd name="connsiteX56" fmla="*/ 376414 w 425990"/>
                <a:gd name="connsiteY56" fmla="*/ 489241 h 690499"/>
                <a:gd name="connsiteX57" fmla="*/ 398275 w 425990"/>
                <a:gd name="connsiteY57" fmla="*/ 511102 h 690499"/>
                <a:gd name="connsiteX58" fmla="*/ 398275 w 425990"/>
                <a:gd name="connsiteY58" fmla="*/ 676634 h 690499"/>
                <a:gd name="connsiteX59" fmla="*/ 412130 w 425990"/>
                <a:gd name="connsiteY59" fmla="*/ 690494 h 690499"/>
                <a:gd name="connsiteX60" fmla="*/ 425990 w 425990"/>
                <a:gd name="connsiteY60" fmla="*/ 676634 h 690499"/>
                <a:gd name="connsiteX61" fmla="*/ 425990 w 425990"/>
                <a:gd name="connsiteY61" fmla="*/ 511102 h 690499"/>
                <a:gd name="connsiteX62" fmla="*/ 376414 w 425990"/>
                <a:gd name="connsiteY62" fmla="*/ 461526 h 690499"/>
                <a:gd name="connsiteX63" fmla="*/ 296806 w 425990"/>
                <a:gd name="connsiteY63" fmla="*/ 70276 h 690499"/>
                <a:gd name="connsiteX64" fmla="*/ 296806 w 425990"/>
                <a:gd name="connsiteY64" fmla="*/ 34998 h 690499"/>
                <a:gd name="connsiteX65" fmla="*/ 314444 w 425990"/>
                <a:gd name="connsiteY65" fmla="*/ 27705 h 690499"/>
                <a:gd name="connsiteX66" fmla="*/ 332085 w 425990"/>
                <a:gd name="connsiteY66" fmla="*/ 34998 h 690499"/>
                <a:gd name="connsiteX67" fmla="*/ 332085 w 425990"/>
                <a:gd name="connsiteY67" fmla="*/ 70276 h 690499"/>
                <a:gd name="connsiteX68" fmla="*/ 296806 w 425990"/>
                <a:gd name="connsiteY68" fmla="*/ 70276 h 690499"/>
                <a:gd name="connsiteX69" fmla="*/ 49033 w 425990"/>
                <a:gd name="connsiteY69" fmla="*/ 221688 h 690499"/>
                <a:gd name="connsiteX70" fmla="*/ 162756 w 425990"/>
                <a:gd name="connsiteY70" fmla="*/ 107967 h 690499"/>
                <a:gd name="connsiteX71" fmla="*/ 276471 w 425990"/>
                <a:gd name="connsiteY71" fmla="*/ 221688 h 690499"/>
                <a:gd name="connsiteX72" fmla="*/ 211688 w 425990"/>
                <a:gd name="connsiteY72" fmla="*/ 324358 h 690499"/>
                <a:gd name="connsiteX73" fmla="*/ 211688 w 425990"/>
                <a:gd name="connsiteY73" fmla="*/ 289155 h 690499"/>
                <a:gd name="connsiteX74" fmla="*/ 206668 w 425990"/>
                <a:gd name="connsiteY74" fmla="*/ 267445 h 690499"/>
                <a:gd name="connsiteX75" fmla="*/ 226225 w 425990"/>
                <a:gd name="connsiteY75" fmla="*/ 221688 h 690499"/>
                <a:gd name="connsiteX76" fmla="*/ 162756 w 425990"/>
                <a:gd name="connsiteY76" fmla="*/ 158214 h 690499"/>
                <a:gd name="connsiteX77" fmla="*/ 99281 w 425990"/>
                <a:gd name="connsiteY77" fmla="*/ 221688 h 690499"/>
                <a:gd name="connsiteX78" fmla="*/ 117978 w 425990"/>
                <a:gd name="connsiteY78" fmla="*/ 266624 h 690499"/>
                <a:gd name="connsiteX79" fmla="*/ 112535 w 425990"/>
                <a:gd name="connsiteY79" fmla="*/ 289155 h 690499"/>
                <a:gd name="connsiteX80" fmla="*/ 112535 w 425990"/>
                <a:gd name="connsiteY80" fmla="*/ 323773 h 690499"/>
                <a:gd name="connsiteX81" fmla="*/ 49033 w 425990"/>
                <a:gd name="connsiteY81" fmla="*/ 221688 h 690499"/>
                <a:gd name="connsiteX82" fmla="*/ 136965 w 425990"/>
                <a:gd name="connsiteY82" fmla="*/ 246455 h 690499"/>
                <a:gd name="connsiteX83" fmla="*/ 126995 w 425990"/>
                <a:gd name="connsiteY83" fmla="*/ 221688 h 690499"/>
                <a:gd name="connsiteX84" fmla="*/ 162750 w 425990"/>
                <a:gd name="connsiteY84" fmla="*/ 185929 h 690499"/>
                <a:gd name="connsiteX85" fmla="*/ 198509 w 425990"/>
                <a:gd name="connsiteY85" fmla="*/ 221688 h 690499"/>
                <a:gd name="connsiteX86" fmla="*/ 188046 w 425990"/>
                <a:gd name="connsiteY86" fmla="*/ 246931 h 690499"/>
                <a:gd name="connsiteX87" fmla="*/ 162112 w 425990"/>
                <a:gd name="connsiteY87" fmla="*/ 239584 h 690499"/>
                <a:gd name="connsiteX88" fmla="*/ 136965 w 425990"/>
                <a:gd name="connsiteY88" fmla="*/ 246455 h 69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425990" h="690499">
                  <a:moveTo>
                    <a:pt x="376414" y="461526"/>
                  </a:moveTo>
                  <a:cubicBezTo>
                    <a:pt x="367656" y="461526"/>
                    <a:pt x="359421" y="463808"/>
                    <a:pt x="352274" y="467812"/>
                  </a:cubicBezTo>
                  <a:cubicBezTo>
                    <a:pt x="345940" y="447725"/>
                    <a:pt x="327135" y="433118"/>
                    <a:pt x="304982" y="433118"/>
                  </a:cubicBezTo>
                  <a:cubicBezTo>
                    <a:pt x="290965" y="433118"/>
                    <a:pt x="278288" y="438967"/>
                    <a:pt x="269266" y="448347"/>
                  </a:cubicBezTo>
                  <a:cubicBezTo>
                    <a:pt x="266760" y="445750"/>
                    <a:pt x="263974" y="443430"/>
                    <a:pt x="260961" y="441422"/>
                  </a:cubicBezTo>
                  <a:cubicBezTo>
                    <a:pt x="292901" y="427124"/>
                    <a:pt x="321644" y="405885"/>
                    <a:pt x="344901" y="378981"/>
                  </a:cubicBezTo>
                  <a:cubicBezTo>
                    <a:pt x="382629" y="335324"/>
                    <a:pt x="403409" y="279461"/>
                    <a:pt x="403409" y="221688"/>
                  </a:cubicBezTo>
                  <a:cubicBezTo>
                    <a:pt x="403409" y="170894"/>
                    <a:pt x="387877" y="122595"/>
                    <a:pt x="358436" y="81588"/>
                  </a:cubicBezTo>
                  <a:cubicBezTo>
                    <a:pt x="371891" y="61160"/>
                    <a:pt x="369640" y="33359"/>
                    <a:pt x="351680" y="15398"/>
                  </a:cubicBezTo>
                  <a:cubicBezTo>
                    <a:pt x="331149" y="-5133"/>
                    <a:pt x="297743" y="-5133"/>
                    <a:pt x="277207" y="15398"/>
                  </a:cubicBezTo>
                  <a:cubicBezTo>
                    <a:pt x="256676" y="35929"/>
                    <a:pt x="256676" y="69340"/>
                    <a:pt x="277207" y="89871"/>
                  </a:cubicBezTo>
                  <a:cubicBezTo>
                    <a:pt x="287475" y="100139"/>
                    <a:pt x="300957" y="105273"/>
                    <a:pt x="314444" y="105273"/>
                  </a:cubicBezTo>
                  <a:cubicBezTo>
                    <a:pt x="322347" y="105273"/>
                    <a:pt x="330240" y="103493"/>
                    <a:pt x="337494" y="99966"/>
                  </a:cubicBezTo>
                  <a:cubicBezTo>
                    <a:pt x="362516" y="135757"/>
                    <a:pt x="375694" y="177662"/>
                    <a:pt x="375694" y="221688"/>
                  </a:cubicBezTo>
                  <a:cubicBezTo>
                    <a:pt x="375694" y="321934"/>
                    <a:pt x="307643" y="406670"/>
                    <a:pt x="211688" y="428991"/>
                  </a:cubicBezTo>
                  <a:lnTo>
                    <a:pt x="211688" y="354398"/>
                  </a:lnTo>
                  <a:cubicBezTo>
                    <a:pt x="266641" y="334112"/>
                    <a:pt x="304187" y="280991"/>
                    <a:pt x="304187" y="221688"/>
                  </a:cubicBezTo>
                  <a:cubicBezTo>
                    <a:pt x="304187" y="143705"/>
                    <a:pt x="240739" y="80257"/>
                    <a:pt x="162750" y="80257"/>
                  </a:cubicBezTo>
                  <a:cubicBezTo>
                    <a:pt x="84766" y="80257"/>
                    <a:pt x="21318" y="143700"/>
                    <a:pt x="21318" y="221688"/>
                  </a:cubicBezTo>
                  <a:cubicBezTo>
                    <a:pt x="21318" y="252466"/>
                    <a:pt x="31040" y="281733"/>
                    <a:pt x="49423" y="306316"/>
                  </a:cubicBezTo>
                  <a:cubicBezTo>
                    <a:pt x="65458" y="327755"/>
                    <a:pt x="87644" y="344407"/>
                    <a:pt x="112535" y="353907"/>
                  </a:cubicBezTo>
                  <a:lnTo>
                    <a:pt x="112535" y="557747"/>
                  </a:lnTo>
                  <a:lnTo>
                    <a:pt x="95127" y="529187"/>
                  </a:lnTo>
                  <a:cubicBezTo>
                    <a:pt x="80497" y="505173"/>
                    <a:pt x="49958" y="497383"/>
                    <a:pt x="25609" y="511437"/>
                  </a:cubicBezTo>
                  <a:cubicBezTo>
                    <a:pt x="2449" y="524810"/>
                    <a:pt x="-6586" y="554154"/>
                    <a:pt x="5105" y="578358"/>
                  </a:cubicBezTo>
                  <a:lnTo>
                    <a:pt x="56797" y="682786"/>
                  </a:lnTo>
                  <a:cubicBezTo>
                    <a:pt x="59215" y="687671"/>
                    <a:pt x="64127" y="690500"/>
                    <a:pt x="69228" y="690500"/>
                  </a:cubicBezTo>
                  <a:cubicBezTo>
                    <a:pt x="71295" y="690500"/>
                    <a:pt x="73389" y="690040"/>
                    <a:pt x="75363" y="689061"/>
                  </a:cubicBezTo>
                  <a:cubicBezTo>
                    <a:pt x="82223" y="685664"/>
                    <a:pt x="85030" y="677349"/>
                    <a:pt x="81639" y="670495"/>
                  </a:cubicBezTo>
                  <a:lnTo>
                    <a:pt x="30001" y="566185"/>
                  </a:lnTo>
                  <a:cubicBezTo>
                    <a:pt x="24651" y="555100"/>
                    <a:pt x="28806" y="541597"/>
                    <a:pt x="39469" y="535441"/>
                  </a:cubicBezTo>
                  <a:cubicBezTo>
                    <a:pt x="50489" y="529079"/>
                    <a:pt x="64841" y="532742"/>
                    <a:pt x="71463" y="543611"/>
                  </a:cubicBezTo>
                  <a:lnTo>
                    <a:pt x="114559" y="614323"/>
                  </a:lnTo>
                  <a:cubicBezTo>
                    <a:pt x="117794" y="619624"/>
                    <a:pt x="124160" y="622130"/>
                    <a:pt x="130139" y="620453"/>
                  </a:cubicBezTo>
                  <a:cubicBezTo>
                    <a:pt x="136116" y="618776"/>
                    <a:pt x="140250" y="613322"/>
                    <a:pt x="140250" y="607106"/>
                  </a:cubicBezTo>
                  <a:lnTo>
                    <a:pt x="140250" y="289155"/>
                  </a:lnTo>
                  <a:cubicBezTo>
                    <a:pt x="140250" y="277102"/>
                    <a:pt x="150059" y="267300"/>
                    <a:pt x="162112" y="267300"/>
                  </a:cubicBezTo>
                  <a:cubicBezTo>
                    <a:pt x="174165" y="267300"/>
                    <a:pt x="183973" y="277102"/>
                    <a:pt x="183973" y="289155"/>
                  </a:cubicBezTo>
                  <a:lnTo>
                    <a:pt x="183973" y="343968"/>
                  </a:lnTo>
                  <a:cubicBezTo>
                    <a:pt x="183967" y="344065"/>
                    <a:pt x="183973" y="344164"/>
                    <a:pt x="183973" y="344266"/>
                  </a:cubicBezTo>
                  <a:lnTo>
                    <a:pt x="183973" y="552342"/>
                  </a:lnTo>
                  <a:cubicBezTo>
                    <a:pt x="183973" y="559997"/>
                    <a:pt x="190172" y="566196"/>
                    <a:pt x="197828" y="566196"/>
                  </a:cubicBezTo>
                  <a:cubicBezTo>
                    <a:pt x="205482" y="566196"/>
                    <a:pt x="211688" y="559997"/>
                    <a:pt x="211688" y="552342"/>
                  </a:cubicBezTo>
                  <a:lnTo>
                    <a:pt x="211688" y="482695"/>
                  </a:lnTo>
                  <a:cubicBezTo>
                    <a:pt x="211688" y="470641"/>
                    <a:pt x="221491" y="460833"/>
                    <a:pt x="233544" y="460833"/>
                  </a:cubicBezTo>
                  <a:cubicBezTo>
                    <a:pt x="245597" y="460833"/>
                    <a:pt x="255405" y="470641"/>
                    <a:pt x="255405" y="482695"/>
                  </a:cubicBezTo>
                  <a:lnTo>
                    <a:pt x="255405" y="557384"/>
                  </a:lnTo>
                  <a:cubicBezTo>
                    <a:pt x="255405" y="565039"/>
                    <a:pt x="261610" y="571245"/>
                    <a:pt x="269260" y="571245"/>
                  </a:cubicBezTo>
                  <a:cubicBezTo>
                    <a:pt x="276915" y="571245"/>
                    <a:pt x="283120" y="565039"/>
                    <a:pt x="283120" y="557384"/>
                  </a:cubicBezTo>
                  <a:lnTo>
                    <a:pt x="283120" y="482695"/>
                  </a:lnTo>
                  <a:cubicBezTo>
                    <a:pt x="283120" y="470641"/>
                    <a:pt x="292929" y="460833"/>
                    <a:pt x="304982" y="460833"/>
                  </a:cubicBezTo>
                  <a:cubicBezTo>
                    <a:pt x="317035" y="460833"/>
                    <a:pt x="326837" y="470641"/>
                    <a:pt x="326837" y="482695"/>
                  </a:cubicBezTo>
                  <a:lnTo>
                    <a:pt x="326837" y="558320"/>
                  </a:lnTo>
                  <a:cubicBezTo>
                    <a:pt x="326837" y="565975"/>
                    <a:pt x="333043" y="572179"/>
                    <a:pt x="340698" y="572179"/>
                  </a:cubicBezTo>
                  <a:cubicBezTo>
                    <a:pt x="348352" y="572179"/>
                    <a:pt x="354553" y="565975"/>
                    <a:pt x="354553" y="558320"/>
                  </a:cubicBezTo>
                  <a:lnTo>
                    <a:pt x="354553" y="511102"/>
                  </a:lnTo>
                  <a:cubicBezTo>
                    <a:pt x="354553" y="499049"/>
                    <a:pt x="364361" y="489241"/>
                    <a:pt x="376414" y="489241"/>
                  </a:cubicBezTo>
                  <a:cubicBezTo>
                    <a:pt x="388467" y="489241"/>
                    <a:pt x="398275" y="499049"/>
                    <a:pt x="398275" y="511102"/>
                  </a:cubicBezTo>
                  <a:lnTo>
                    <a:pt x="398275" y="676634"/>
                  </a:lnTo>
                  <a:cubicBezTo>
                    <a:pt x="398275" y="684290"/>
                    <a:pt x="404475" y="690494"/>
                    <a:pt x="412130" y="690494"/>
                  </a:cubicBezTo>
                  <a:cubicBezTo>
                    <a:pt x="419784" y="690494"/>
                    <a:pt x="425990" y="684290"/>
                    <a:pt x="425990" y="676634"/>
                  </a:cubicBezTo>
                  <a:lnTo>
                    <a:pt x="425990" y="511102"/>
                  </a:lnTo>
                  <a:cubicBezTo>
                    <a:pt x="425990" y="483766"/>
                    <a:pt x="403750" y="461526"/>
                    <a:pt x="376414" y="461526"/>
                  </a:cubicBezTo>
                  <a:close/>
                  <a:moveTo>
                    <a:pt x="296806" y="70276"/>
                  </a:moveTo>
                  <a:cubicBezTo>
                    <a:pt x="287080" y="60549"/>
                    <a:pt x="287080" y="44725"/>
                    <a:pt x="296806" y="34998"/>
                  </a:cubicBezTo>
                  <a:cubicBezTo>
                    <a:pt x="301670" y="30135"/>
                    <a:pt x="308055" y="27705"/>
                    <a:pt x="314444" y="27705"/>
                  </a:cubicBezTo>
                  <a:cubicBezTo>
                    <a:pt x="320832" y="27705"/>
                    <a:pt x="327221" y="30135"/>
                    <a:pt x="332085" y="34998"/>
                  </a:cubicBezTo>
                  <a:cubicBezTo>
                    <a:pt x="341807" y="44725"/>
                    <a:pt x="341807" y="60549"/>
                    <a:pt x="332085" y="70276"/>
                  </a:cubicBezTo>
                  <a:cubicBezTo>
                    <a:pt x="322358" y="79998"/>
                    <a:pt x="306529" y="79998"/>
                    <a:pt x="296806" y="70276"/>
                  </a:cubicBezTo>
                  <a:close/>
                  <a:moveTo>
                    <a:pt x="49033" y="221688"/>
                  </a:moveTo>
                  <a:cubicBezTo>
                    <a:pt x="49033" y="158982"/>
                    <a:pt x="100049" y="107967"/>
                    <a:pt x="162756" y="107967"/>
                  </a:cubicBezTo>
                  <a:cubicBezTo>
                    <a:pt x="225456" y="107967"/>
                    <a:pt x="276471" y="158982"/>
                    <a:pt x="276471" y="221688"/>
                  </a:cubicBezTo>
                  <a:cubicBezTo>
                    <a:pt x="276471" y="265844"/>
                    <a:pt x="250595" y="305743"/>
                    <a:pt x="211688" y="324358"/>
                  </a:cubicBezTo>
                  <a:lnTo>
                    <a:pt x="211688" y="289155"/>
                  </a:lnTo>
                  <a:cubicBezTo>
                    <a:pt x="211688" y="281376"/>
                    <a:pt x="209881" y="274008"/>
                    <a:pt x="206668" y="267445"/>
                  </a:cubicBezTo>
                  <a:cubicBezTo>
                    <a:pt x="218959" y="255598"/>
                    <a:pt x="226225" y="239082"/>
                    <a:pt x="226225" y="221688"/>
                  </a:cubicBezTo>
                  <a:cubicBezTo>
                    <a:pt x="226225" y="186687"/>
                    <a:pt x="197752" y="158214"/>
                    <a:pt x="162756" y="158214"/>
                  </a:cubicBezTo>
                  <a:cubicBezTo>
                    <a:pt x="127753" y="158214"/>
                    <a:pt x="99281" y="186687"/>
                    <a:pt x="99281" y="221688"/>
                  </a:cubicBezTo>
                  <a:cubicBezTo>
                    <a:pt x="99281" y="238573"/>
                    <a:pt x="106156" y="254796"/>
                    <a:pt x="117978" y="266624"/>
                  </a:cubicBezTo>
                  <a:cubicBezTo>
                    <a:pt x="114510" y="273385"/>
                    <a:pt x="112535" y="281047"/>
                    <a:pt x="112535" y="289155"/>
                  </a:cubicBezTo>
                  <a:lnTo>
                    <a:pt x="112535" y="323773"/>
                  </a:lnTo>
                  <a:cubicBezTo>
                    <a:pt x="73947" y="304914"/>
                    <a:pt x="49033" y="265807"/>
                    <a:pt x="49033" y="221688"/>
                  </a:cubicBezTo>
                  <a:close/>
                  <a:moveTo>
                    <a:pt x="136965" y="246455"/>
                  </a:moveTo>
                  <a:cubicBezTo>
                    <a:pt x="130577" y="239845"/>
                    <a:pt x="126995" y="231085"/>
                    <a:pt x="126995" y="221688"/>
                  </a:cubicBezTo>
                  <a:cubicBezTo>
                    <a:pt x="126995" y="201969"/>
                    <a:pt x="143036" y="185929"/>
                    <a:pt x="162750" y="185929"/>
                  </a:cubicBezTo>
                  <a:cubicBezTo>
                    <a:pt x="182469" y="185929"/>
                    <a:pt x="198509" y="201969"/>
                    <a:pt x="198509" y="221688"/>
                  </a:cubicBezTo>
                  <a:cubicBezTo>
                    <a:pt x="198509" y="231221"/>
                    <a:pt x="194636" y="240299"/>
                    <a:pt x="188046" y="246931"/>
                  </a:cubicBezTo>
                  <a:cubicBezTo>
                    <a:pt x="180494" y="242272"/>
                    <a:pt x="171611" y="239584"/>
                    <a:pt x="162112" y="239584"/>
                  </a:cubicBezTo>
                  <a:cubicBezTo>
                    <a:pt x="152936" y="239584"/>
                    <a:pt x="144346" y="242095"/>
                    <a:pt x="136965" y="246455"/>
                  </a:cubicBezTo>
                  <a:close/>
                </a:path>
              </a:pathLst>
            </a:custGeom>
            <a:grpFill/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Forme libre 42">
              <a:extLst>
                <a:ext uri="{FF2B5EF4-FFF2-40B4-BE49-F238E27FC236}">
                  <a16:creationId xmlns:a16="http://schemas.microsoft.com/office/drawing/2014/main" id="{E9AFB456-6269-10BB-01E4-7A068004E4FA}"/>
                </a:ext>
              </a:extLst>
            </p:cNvPr>
            <p:cNvSpPr/>
            <p:nvPr/>
          </p:nvSpPr>
          <p:spPr>
            <a:xfrm>
              <a:off x="12985590" y="5462377"/>
              <a:ext cx="27715" cy="27714"/>
            </a:xfrm>
            <a:custGeom>
              <a:avLst/>
              <a:gdLst>
                <a:gd name="connsiteX0" fmla="*/ 13855 w 27715"/>
                <a:gd name="connsiteY0" fmla="*/ 27715 h 27714"/>
                <a:gd name="connsiteX1" fmla="*/ 23652 w 27715"/>
                <a:gd name="connsiteY1" fmla="*/ 23652 h 27714"/>
                <a:gd name="connsiteX2" fmla="*/ 27715 w 27715"/>
                <a:gd name="connsiteY2" fmla="*/ 13855 h 27714"/>
                <a:gd name="connsiteX3" fmla="*/ 23652 w 27715"/>
                <a:gd name="connsiteY3" fmla="*/ 4057 h 27714"/>
                <a:gd name="connsiteX4" fmla="*/ 13855 w 27715"/>
                <a:gd name="connsiteY4" fmla="*/ 0 h 27714"/>
                <a:gd name="connsiteX5" fmla="*/ 4063 w 27715"/>
                <a:gd name="connsiteY5" fmla="*/ 4057 h 27714"/>
                <a:gd name="connsiteX6" fmla="*/ 0 w 27715"/>
                <a:gd name="connsiteY6" fmla="*/ 13855 h 27714"/>
                <a:gd name="connsiteX7" fmla="*/ 4063 w 27715"/>
                <a:gd name="connsiteY7" fmla="*/ 23652 h 27714"/>
                <a:gd name="connsiteX8" fmla="*/ 13855 w 27715"/>
                <a:gd name="connsiteY8" fmla="*/ 27715 h 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715" h="27714">
                  <a:moveTo>
                    <a:pt x="13855" y="27715"/>
                  </a:moveTo>
                  <a:cubicBezTo>
                    <a:pt x="17501" y="27715"/>
                    <a:pt x="21077" y="26233"/>
                    <a:pt x="23652" y="23652"/>
                  </a:cubicBezTo>
                  <a:cubicBezTo>
                    <a:pt x="26233" y="21077"/>
                    <a:pt x="27715" y="17501"/>
                    <a:pt x="27715" y="13855"/>
                  </a:cubicBezTo>
                  <a:cubicBezTo>
                    <a:pt x="27715" y="10214"/>
                    <a:pt x="26233" y="6638"/>
                    <a:pt x="23652" y="4057"/>
                  </a:cubicBezTo>
                  <a:cubicBezTo>
                    <a:pt x="21077" y="1482"/>
                    <a:pt x="17501" y="0"/>
                    <a:pt x="13855" y="0"/>
                  </a:cubicBezTo>
                  <a:cubicBezTo>
                    <a:pt x="10214" y="0"/>
                    <a:pt x="6638" y="1482"/>
                    <a:pt x="4063" y="4057"/>
                  </a:cubicBezTo>
                  <a:cubicBezTo>
                    <a:pt x="1483" y="6638"/>
                    <a:pt x="0" y="10214"/>
                    <a:pt x="0" y="13855"/>
                  </a:cubicBezTo>
                  <a:cubicBezTo>
                    <a:pt x="0" y="17501"/>
                    <a:pt x="1483" y="21077"/>
                    <a:pt x="4063" y="23652"/>
                  </a:cubicBezTo>
                  <a:cubicBezTo>
                    <a:pt x="6638" y="26233"/>
                    <a:pt x="10214" y="27715"/>
                    <a:pt x="13855" y="27715"/>
                  </a:cubicBezTo>
                  <a:close/>
                </a:path>
              </a:pathLst>
            </a:custGeom>
            <a:grpFill/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4" name="ZoneTexte 43">
            <a:extLst>
              <a:ext uri="{FF2B5EF4-FFF2-40B4-BE49-F238E27FC236}">
                <a16:creationId xmlns:a16="http://schemas.microsoft.com/office/drawing/2014/main" id="{D01714F1-B888-AF48-D5B0-F06B773D0A16}"/>
              </a:ext>
            </a:extLst>
          </p:cNvPr>
          <p:cNvSpPr txBox="1"/>
          <p:nvPr/>
        </p:nvSpPr>
        <p:spPr>
          <a:xfrm>
            <a:off x="5763752" y="3402380"/>
            <a:ext cx="883802" cy="600164"/>
          </a:xfrm>
          <a:prstGeom prst="rect">
            <a:avLst/>
          </a:prstGeom>
          <a:noFill/>
          <a:effectLst>
            <a:glow rad="127000">
              <a:schemeClr val="accent2">
                <a:lumMod val="40000"/>
                <a:lumOff val="6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300" b="1" noProof="0" dirty="0">
                <a:solidFill>
                  <a:schemeClr val="tx1">
                    <a:alpha val="11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247F678-FBD4-823A-7FE2-F01569B2F158}"/>
              </a:ext>
            </a:extLst>
          </p:cNvPr>
          <p:cNvSpPr txBox="1"/>
          <p:nvPr/>
        </p:nvSpPr>
        <p:spPr>
          <a:xfrm>
            <a:off x="2546797" y="3402380"/>
            <a:ext cx="883802" cy="600164"/>
          </a:xfrm>
          <a:prstGeom prst="rect">
            <a:avLst/>
          </a:prstGeom>
          <a:noFill/>
          <a:effectLst>
            <a:glow rad="127000">
              <a:schemeClr val="accent2">
                <a:lumMod val="40000"/>
                <a:lumOff val="6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300" b="1" noProof="0" dirty="0">
                <a:solidFill>
                  <a:schemeClr val="tx1">
                    <a:alpha val="11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  <p:sp>
        <p:nvSpPr>
          <p:cNvPr id="46" name="TextBox 7">
            <a:extLst>
              <a:ext uri="{FF2B5EF4-FFF2-40B4-BE49-F238E27FC236}">
                <a16:creationId xmlns:a16="http://schemas.microsoft.com/office/drawing/2014/main" id="{E9483466-B82F-92AD-E14C-AC57BB8DE4E1}"/>
              </a:ext>
            </a:extLst>
          </p:cNvPr>
          <p:cNvSpPr txBox="1"/>
          <p:nvPr/>
        </p:nvSpPr>
        <p:spPr>
          <a:xfrm>
            <a:off x="6579993" y="2312632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7" name="TextBox 7">
            <a:extLst>
              <a:ext uri="{FF2B5EF4-FFF2-40B4-BE49-F238E27FC236}">
                <a16:creationId xmlns:a16="http://schemas.microsoft.com/office/drawing/2014/main" id="{1A405CE8-BA97-9455-E9F1-2751068E06E8}"/>
              </a:ext>
            </a:extLst>
          </p:cNvPr>
          <p:cNvSpPr txBox="1"/>
          <p:nvPr/>
        </p:nvSpPr>
        <p:spPr>
          <a:xfrm>
            <a:off x="6579993" y="3370279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8" name="TextBox 7">
            <a:extLst>
              <a:ext uri="{FF2B5EF4-FFF2-40B4-BE49-F238E27FC236}">
                <a16:creationId xmlns:a16="http://schemas.microsoft.com/office/drawing/2014/main" id="{8A650B34-083D-B260-A5D6-D41E14856985}"/>
              </a:ext>
            </a:extLst>
          </p:cNvPr>
          <p:cNvSpPr txBox="1"/>
          <p:nvPr/>
        </p:nvSpPr>
        <p:spPr>
          <a:xfrm>
            <a:off x="433068" y="2318982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r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9" name="TextBox 7">
            <a:extLst>
              <a:ext uri="{FF2B5EF4-FFF2-40B4-BE49-F238E27FC236}">
                <a16:creationId xmlns:a16="http://schemas.microsoft.com/office/drawing/2014/main" id="{AD4B5A8A-B25C-BF9E-6F70-FE27DF2414FF}"/>
              </a:ext>
            </a:extLst>
          </p:cNvPr>
          <p:cNvSpPr txBox="1"/>
          <p:nvPr/>
        </p:nvSpPr>
        <p:spPr>
          <a:xfrm>
            <a:off x="433068" y="3414947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r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C07DCA8-F62D-2CD6-9677-153CB3576043}"/>
              </a:ext>
            </a:extLst>
          </p:cNvPr>
          <p:cNvSpPr txBox="1"/>
          <p:nvPr/>
        </p:nvSpPr>
        <p:spPr>
          <a:xfrm>
            <a:off x="767851" y="987646"/>
            <a:ext cx="7812357" cy="103206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opponunt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et fortes.</a:t>
            </a:r>
          </a:p>
        </p:txBody>
      </p:sp>
      <p:sp>
        <p:nvSpPr>
          <p:cNvPr id="50" name="Espace réservé du texte 49">
            <a:extLst>
              <a:ext uri="{FF2B5EF4-FFF2-40B4-BE49-F238E27FC236}">
                <a16:creationId xmlns:a16="http://schemas.microsoft.com/office/drawing/2014/main" id="{A0BCD390-3B81-7C5D-4342-2FD7E030E9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Icons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9C742C9-277E-99A9-B0CE-D72ED187C5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07659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2557C3E-F7FB-C24D-860E-941E685CE2C6}"/>
              </a:ext>
            </a:extLst>
          </p:cNvPr>
          <p:cNvSpPr/>
          <p:nvPr/>
        </p:nvSpPr>
        <p:spPr>
          <a:xfrm>
            <a:off x="77821" y="2451829"/>
            <a:ext cx="5473629" cy="269167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1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763B441-25E5-8548-B41E-3CD9CBCED5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Infography</a:t>
            </a:r>
            <a:endParaRPr lang="en-US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7F5B58-A220-A0C6-68BB-C7CFBFE11E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F29353-498D-FD40-90A0-20F21446FBB8}"/>
              </a:ext>
            </a:extLst>
          </p:cNvPr>
          <p:cNvSpPr/>
          <p:nvPr/>
        </p:nvSpPr>
        <p:spPr>
          <a:xfrm>
            <a:off x="5551450" y="0"/>
            <a:ext cx="3596783" cy="5143500"/>
          </a:xfrm>
          <a:prstGeom prst="rect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1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Chart 138">
            <a:extLst>
              <a:ext uri="{FF2B5EF4-FFF2-40B4-BE49-F238E27FC236}">
                <a16:creationId xmlns:a16="http://schemas.microsoft.com/office/drawing/2014/main" id="{F95A14EB-6616-244C-AAE1-9BB04EE61D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869498"/>
              </p:ext>
            </p:extLst>
          </p:nvPr>
        </p:nvGraphicFramePr>
        <p:xfrm>
          <a:off x="5958957" y="1924508"/>
          <a:ext cx="1223902" cy="129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itre 1">
            <a:extLst>
              <a:ext uri="{FF2B5EF4-FFF2-40B4-BE49-F238E27FC236}">
                <a16:creationId xmlns:a16="http://schemas.microsoft.com/office/drawing/2014/main" id="{1E661785-AE0D-BD48-B2B9-86EF438A2495}"/>
              </a:ext>
            </a:extLst>
          </p:cNvPr>
          <p:cNvSpPr txBox="1">
            <a:spLocks/>
          </p:cNvSpPr>
          <p:nvPr/>
        </p:nvSpPr>
        <p:spPr>
          <a:xfrm>
            <a:off x="6149289" y="2426204"/>
            <a:ext cx="830406" cy="2470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noProof="0" dirty="0">
                <a:solidFill>
                  <a:srgbClr val="7ECBE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XX%</a:t>
            </a:r>
          </a:p>
        </p:txBody>
      </p:sp>
      <p:graphicFrame>
        <p:nvGraphicFramePr>
          <p:cNvPr id="18" name="Chart 138">
            <a:extLst>
              <a:ext uri="{FF2B5EF4-FFF2-40B4-BE49-F238E27FC236}">
                <a16:creationId xmlns:a16="http://schemas.microsoft.com/office/drawing/2014/main" id="{F5AEE4AA-3E06-014D-BE0D-C92B504C8C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499216"/>
              </p:ext>
            </p:extLst>
          </p:nvPr>
        </p:nvGraphicFramePr>
        <p:xfrm>
          <a:off x="7491424" y="1924508"/>
          <a:ext cx="1223902" cy="129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itre 1">
            <a:extLst>
              <a:ext uri="{FF2B5EF4-FFF2-40B4-BE49-F238E27FC236}">
                <a16:creationId xmlns:a16="http://schemas.microsoft.com/office/drawing/2014/main" id="{52359FD2-4ED5-5D43-B129-42C81806AA36}"/>
              </a:ext>
            </a:extLst>
          </p:cNvPr>
          <p:cNvSpPr txBox="1">
            <a:spLocks/>
          </p:cNvSpPr>
          <p:nvPr/>
        </p:nvSpPr>
        <p:spPr>
          <a:xfrm>
            <a:off x="7681756" y="2426204"/>
            <a:ext cx="830406" cy="2470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XX%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59330DCB-6EB6-7E4E-A07E-01953AF7FF39}"/>
              </a:ext>
            </a:extLst>
          </p:cNvPr>
          <p:cNvSpPr txBox="1">
            <a:spLocks/>
          </p:cNvSpPr>
          <p:nvPr/>
        </p:nvSpPr>
        <p:spPr>
          <a:xfrm>
            <a:off x="5565007" y="1067986"/>
            <a:ext cx="3566460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35"/>
            <a:r>
              <a:rPr lang="en-US" sz="1200" spc="150" noProof="0" dirty="0">
                <a:solidFill>
                  <a:schemeClr val="accent5"/>
                </a:solidFill>
              </a:rPr>
              <a:t>XXXXX XXX </a:t>
            </a:r>
            <a:r>
              <a:rPr lang="en-US" sz="1200" spc="150" noProof="0" dirty="0" err="1">
                <a:solidFill>
                  <a:schemeClr val="accent5"/>
                </a:solidFill>
              </a:rPr>
              <a:t>XXX</a:t>
            </a:r>
            <a:endParaRPr lang="en-US" sz="1200" spc="150" noProof="0" dirty="0">
              <a:solidFill>
                <a:schemeClr val="accent5"/>
              </a:solidFill>
            </a:endParaRP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FC27F7C3-D80B-9347-AF73-627BF9720ED8}"/>
              </a:ext>
            </a:extLst>
          </p:cNvPr>
          <p:cNvSpPr txBox="1">
            <a:spLocks/>
          </p:cNvSpPr>
          <p:nvPr/>
        </p:nvSpPr>
        <p:spPr>
          <a:xfrm>
            <a:off x="5916712" y="1390650"/>
            <a:ext cx="2925777" cy="49134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5C9A9398-6423-134A-AA05-5E51BBB814BE}"/>
              </a:ext>
            </a:extLst>
          </p:cNvPr>
          <p:cNvSpPr txBox="1">
            <a:spLocks/>
          </p:cNvSpPr>
          <p:nvPr/>
        </p:nvSpPr>
        <p:spPr>
          <a:xfrm>
            <a:off x="6077631" y="3354917"/>
            <a:ext cx="1062983" cy="1590810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170724B0-4269-E946-977D-DBFF0C3213AC}"/>
              </a:ext>
            </a:extLst>
          </p:cNvPr>
          <p:cNvSpPr txBox="1">
            <a:spLocks/>
          </p:cNvSpPr>
          <p:nvPr/>
        </p:nvSpPr>
        <p:spPr>
          <a:xfrm>
            <a:off x="7612932" y="3354917"/>
            <a:ext cx="1062983" cy="1590810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A0965042-117F-4944-AA9A-DDBDBAA988CB}"/>
              </a:ext>
            </a:extLst>
          </p:cNvPr>
          <p:cNvSpPr/>
          <p:nvPr/>
        </p:nvSpPr>
        <p:spPr>
          <a:xfrm rot="10800000">
            <a:off x="2628899" y="2451829"/>
            <a:ext cx="317726" cy="8085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graphicFrame>
        <p:nvGraphicFramePr>
          <p:cNvPr id="30" name="Tableau 29">
            <a:extLst>
              <a:ext uri="{FF2B5EF4-FFF2-40B4-BE49-F238E27FC236}">
                <a16:creationId xmlns:a16="http://schemas.microsoft.com/office/drawing/2014/main" id="{06E85D51-818C-3F4B-A25A-134D50559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804117"/>
              </p:ext>
            </p:extLst>
          </p:nvPr>
        </p:nvGraphicFramePr>
        <p:xfrm>
          <a:off x="292817" y="1210798"/>
          <a:ext cx="5001309" cy="903036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959559">
                  <a:extLst>
                    <a:ext uri="{9D8B030D-6E8A-4147-A177-3AD203B41FA5}">
                      <a16:colId xmlns:a16="http://schemas.microsoft.com/office/drawing/2014/main" val="2848955456"/>
                    </a:ext>
                  </a:extLst>
                </a:gridCol>
                <a:gridCol w="2020875">
                  <a:extLst>
                    <a:ext uri="{9D8B030D-6E8A-4147-A177-3AD203B41FA5}">
                      <a16:colId xmlns:a16="http://schemas.microsoft.com/office/drawing/2014/main" val="3541537273"/>
                    </a:ext>
                  </a:extLst>
                </a:gridCol>
                <a:gridCol w="2020875">
                  <a:extLst>
                    <a:ext uri="{9D8B030D-6E8A-4147-A177-3AD203B41FA5}">
                      <a16:colId xmlns:a16="http://schemas.microsoft.com/office/drawing/2014/main" val="3465240981"/>
                    </a:ext>
                  </a:extLst>
                </a:gridCol>
              </a:tblGrid>
              <a:tr h="225759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endParaRPr lang="en-US" sz="6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72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u="none" strike="noStrike" noProof="0" dirty="0" err="1">
                          <a:solidFill>
                            <a:schemeClr val="bg1"/>
                          </a:solidFill>
                          <a:effectLst/>
                        </a:rPr>
                        <a:t>xxxxxxxx</a:t>
                      </a:r>
                      <a:endParaRPr lang="en-US" sz="800" b="1" i="0" u="none" strike="noStrike" noProof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6000" marR="36000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u="none" strike="noStrike" noProof="0" dirty="0" err="1">
                          <a:solidFill>
                            <a:schemeClr val="bg1"/>
                          </a:solidFill>
                          <a:effectLst/>
                        </a:rPr>
                        <a:t>xxxxxxxx</a:t>
                      </a:r>
                      <a:endParaRPr lang="en-US" sz="800" b="1" i="0" u="none" strike="noStrike" noProof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491672"/>
                  </a:ext>
                </a:extLst>
              </a:tr>
              <a:tr h="225759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u="none" strike="noStrike" kern="1200" noProof="0" dirty="0">
                          <a:solidFill>
                            <a:schemeClr val="bg1"/>
                          </a:solidFill>
                          <a:effectLst/>
                        </a:rPr>
                        <a:t>Lorem ipsum dolor </a:t>
                      </a:r>
                      <a:endParaRPr lang="en-US" sz="700" b="1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72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Xxxxxxxx</a:t>
                      </a:r>
                      <a:r>
                        <a:rPr kumimoji="0" lang="en-US" sz="7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sz="7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xxxxxx</a:t>
                      </a:r>
                      <a:r>
                        <a:rPr kumimoji="0" lang="en-US" sz="7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sz="7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xxxxx</a:t>
                      </a:r>
                      <a:r>
                        <a:rPr kumimoji="0" lang="en-US" sz="7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sz="7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xxxx</a:t>
                      </a:r>
                      <a:r>
                        <a:rPr kumimoji="0" lang="en-US" sz="7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sz="7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8881703"/>
                  </a:ext>
                </a:extLst>
              </a:tr>
              <a:tr h="225759"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u="none" strike="noStrike" kern="1200" noProof="0" dirty="0">
                          <a:solidFill>
                            <a:schemeClr val="bg1"/>
                          </a:solidFill>
                          <a:effectLst/>
                        </a:rPr>
                        <a:t>Lorem ipsum dolor </a:t>
                      </a:r>
                      <a:endParaRPr lang="en-US" sz="700" b="1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72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9806946"/>
                  </a:ext>
                </a:extLst>
              </a:tr>
              <a:tr h="225759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u="none" strike="noStrike" kern="1200" noProof="0" dirty="0">
                          <a:solidFill>
                            <a:schemeClr val="bg1"/>
                          </a:solidFill>
                          <a:effectLst/>
                        </a:rPr>
                        <a:t>Lorem ipsum dolor </a:t>
                      </a:r>
                      <a:endParaRPr lang="en-US" sz="700" b="1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72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4750795"/>
                  </a:ext>
                </a:extLst>
              </a:tr>
            </a:tbl>
          </a:graphicData>
        </a:graphic>
      </p:graphicFrame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C9088DDB-FC8A-324A-894A-221E2EB6DCA2}"/>
              </a:ext>
            </a:extLst>
          </p:cNvPr>
          <p:cNvSpPr txBox="1">
            <a:spLocks/>
          </p:cNvSpPr>
          <p:nvPr/>
        </p:nvSpPr>
        <p:spPr>
          <a:xfrm>
            <a:off x="983675" y="814805"/>
            <a:ext cx="3566460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35"/>
            <a:r>
              <a:rPr lang="en-US" sz="1200" spc="150" noProof="0" dirty="0">
                <a:solidFill>
                  <a:schemeClr val="accent4"/>
                </a:solidFill>
              </a:rPr>
              <a:t>XXXXX XXX </a:t>
            </a:r>
            <a:r>
              <a:rPr lang="en-US" sz="1200" spc="150" noProof="0" dirty="0" err="1">
                <a:solidFill>
                  <a:schemeClr val="accent4"/>
                </a:solidFill>
              </a:rPr>
              <a:t>XXX</a:t>
            </a:r>
            <a:endParaRPr lang="en-US" sz="1200" spc="150" noProof="0" dirty="0">
              <a:solidFill>
                <a:schemeClr val="accent4"/>
              </a:solidFill>
            </a:endParaRPr>
          </a:p>
        </p:txBody>
      </p:sp>
      <p:graphicFrame>
        <p:nvGraphicFramePr>
          <p:cNvPr id="55" name="Graphique 54">
            <a:extLst>
              <a:ext uri="{FF2B5EF4-FFF2-40B4-BE49-F238E27FC236}">
                <a16:creationId xmlns:a16="http://schemas.microsoft.com/office/drawing/2014/main" id="{6BB9A3ED-9564-7A4A-A436-7916202224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0713075"/>
              </p:ext>
            </p:extLst>
          </p:nvPr>
        </p:nvGraphicFramePr>
        <p:xfrm>
          <a:off x="234608" y="2528651"/>
          <a:ext cx="3350973" cy="2450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56" name="Groupe 55">
            <a:extLst>
              <a:ext uri="{FF2B5EF4-FFF2-40B4-BE49-F238E27FC236}">
                <a16:creationId xmlns:a16="http://schemas.microsoft.com/office/drawing/2014/main" id="{57145CE1-D047-C047-AC94-978C8C75F654}"/>
              </a:ext>
            </a:extLst>
          </p:cNvPr>
          <p:cNvGrpSpPr/>
          <p:nvPr/>
        </p:nvGrpSpPr>
        <p:grpSpPr>
          <a:xfrm>
            <a:off x="4082669" y="2746987"/>
            <a:ext cx="934931" cy="2101355"/>
            <a:chOff x="1675635" y="4897379"/>
            <a:chExt cx="1869861" cy="420270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C767A8C-BD07-0C4A-A3DD-FE470E70590A}"/>
                </a:ext>
              </a:extLst>
            </p:cNvPr>
            <p:cNvSpPr/>
            <p:nvPr/>
          </p:nvSpPr>
          <p:spPr>
            <a:xfrm>
              <a:off x="1702749" y="5352669"/>
              <a:ext cx="1829762" cy="78866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/>
              <a:r>
                <a:rPr lang="en-US" sz="1600" noProof="0" dirty="0">
                  <a:solidFill>
                    <a:srgbClr val="FFFFFF"/>
                  </a:solidFill>
                  <a:latin typeface="Calibri" panose="020F0502020204030204"/>
                </a:rPr>
                <a:t>XXX €</a:t>
              </a:r>
            </a:p>
          </p:txBody>
        </p:sp>
        <p:sp>
          <p:nvSpPr>
            <p:cNvPr id="58" name="Espace réservé du texte 2">
              <a:extLst>
                <a:ext uri="{FF2B5EF4-FFF2-40B4-BE49-F238E27FC236}">
                  <a16:creationId xmlns:a16="http://schemas.microsoft.com/office/drawing/2014/main" id="{2104C216-0DE0-AB47-B6C8-4D914180DFA7}"/>
                </a:ext>
              </a:extLst>
            </p:cNvPr>
            <p:cNvSpPr txBox="1">
              <a:spLocks/>
            </p:cNvSpPr>
            <p:nvPr/>
          </p:nvSpPr>
          <p:spPr>
            <a:xfrm>
              <a:off x="1675635" y="4897379"/>
              <a:ext cx="1869861" cy="379198"/>
            </a:xfrm>
            <a:prstGeom prst="rect">
              <a:avLst/>
            </a:prstGeom>
          </p:spPr>
          <p:txBody>
            <a:bodyPr lIns="0" tIns="0" rIns="0" bIns="0" anchor="ctr" anchorCtr="0"/>
            <a:lstStyle>
              <a:lvl1pPr marL="0" indent="0" algn="l" defTabSz="13716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400" b="1" i="0" kern="1200" cap="none" spc="0" baseline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35"/>
              <a:r>
                <a:rPr lang="en-US" sz="800" spc="150" noProof="0" dirty="0">
                  <a:solidFill>
                    <a:srgbClr val="063C67"/>
                  </a:solidFill>
                </a:rPr>
                <a:t>XXXXX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742D226-5AD6-CA41-80F2-6447C70331C9}"/>
                </a:ext>
              </a:extLst>
            </p:cNvPr>
            <p:cNvSpPr/>
            <p:nvPr/>
          </p:nvSpPr>
          <p:spPr>
            <a:xfrm>
              <a:off x="1702749" y="6801351"/>
              <a:ext cx="1829762" cy="78866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/>
              <a:r>
                <a:rPr lang="en-US" sz="1600" noProof="0" dirty="0">
                  <a:solidFill>
                    <a:srgbClr val="FFFFFF"/>
                  </a:solidFill>
                  <a:latin typeface="Calibri" panose="020F0502020204030204"/>
                </a:rPr>
                <a:t>XXX €</a:t>
              </a:r>
            </a:p>
          </p:txBody>
        </p:sp>
        <p:sp>
          <p:nvSpPr>
            <p:cNvPr id="60" name="Espace réservé du texte 2">
              <a:extLst>
                <a:ext uri="{FF2B5EF4-FFF2-40B4-BE49-F238E27FC236}">
                  <a16:creationId xmlns:a16="http://schemas.microsoft.com/office/drawing/2014/main" id="{B716286C-C4F5-C044-B456-052AB2B05903}"/>
                </a:ext>
              </a:extLst>
            </p:cNvPr>
            <p:cNvSpPr txBox="1">
              <a:spLocks/>
            </p:cNvSpPr>
            <p:nvPr/>
          </p:nvSpPr>
          <p:spPr>
            <a:xfrm>
              <a:off x="1675635" y="6346061"/>
              <a:ext cx="1869861" cy="379198"/>
            </a:xfrm>
            <a:prstGeom prst="rect">
              <a:avLst/>
            </a:prstGeom>
          </p:spPr>
          <p:txBody>
            <a:bodyPr lIns="0" tIns="0" rIns="0" bIns="0" anchor="ctr" anchorCtr="0"/>
            <a:lstStyle>
              <a:lvl1pPr marL="0" indent="0" algn="l" defTabSz="13716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400" b="1" i="0" kern="1200" cap="none" spc="0" baseline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35"/>
              <a:r>
                <a:rPr lang="en-US" sz="800" spc="150" noProof="0" dirty="0">
                  <a:solidFill>
                    <a:srgbClr val="063C67"/>
                  </a:solidFill>
                </a:rPr>
                <a:t>XXXXX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8F917C3-C16D-3D4C-B2B6-8E7C1F5C0D68}"/>
                </a:ext>
              </a:extLst>
            </p:cNvPr>
            <p:cNvSpPr/>
            <p:nvPr/>
          </p:nvSpPr>
          <p:spPr>
            <a:xfrm>
              <a:off x="1702749" y="8311427"/>
              <a:ext cx="1829762" cy="78866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/>
              <a:r>
                <a:rPr lang="en-US" sz="1600" noProof="0" dirty="0">
                  <a:solidFill>
                    <a:srgbClr val="FFFFFF"/>
                  </a:solidFill>
                  <a:latin typeface="Calibri" panose="020F0502020204030204"/>
                </a:rPr>
                <a:t>XXX €</a:t>
              </a:r>
            </a:p>
          </p:txBody>
        </p:sp>
        <p:sp>
          <p:nvSpPr>
            <p:cNvPr id="62" name="Espace réservé du texte 2">
              <a:extLst>
                <a:ext uri="{FF2B5EF4-FFF2-40B4-BE49-F238E27FC236}">
                  <a16:creationId xmlns:a16="http://schemas.microsoft.com/office/drawing/2014/main" id="{BDCCB87B-6BFB-2242-9BC1-64C6DC907B15}"/>
                </a:ext>
              </a:extLst>
            </p:cNvPr>
            <p:cNvSpPr txBox="1">
              <a:spLocks/>
            </p:cNvSpPr>
            <p:nvPr/>
          </p:nvSpPr>
          <p:spPr>
            <a:xfrm>
              <a:off x="1675635" y="7856137"/>
              <a:ext cx="1869861" cy="379198"/>
            </a:xfrm>
            <a:prstGeom prst="rect">
              <a:avLst/>
            </a:prstGeom>
          </p:spPr>
          <p:txBody>
            <a:bodyPr lIns="0" tIns="0" rIns="0" bIns="0" anchor="ctr" anchorCtr="0"/>
            <a:lstStyle>
              <a:lvl1pPr marL="0" indent="0" algn="l" defTabSz="13716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400" b="1" i="0" kern="1200" cap="none" spc="0" baseline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35"/>
              <a:r>
                <a:rPr lang="en-US" sz="800" spc="150" noProof="0" dirty="0">
                  <a:solidFill>
                    <a:srgbClr val="063C67"/>
                  </a:solidFill>
                </a:rPr>
                <a:t>XXXXX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8338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DAD3DE8-E69E-5D4C-95FD-46B4C116B9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Table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E4F474-4151-126D-40A0-D94C988B88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35" name="Tableau 34">
            <a:extLst>
              <a:ext uri="{FF2B5EF4-FFF2-40B4-BE49-F238E27FC236}">
                <a16:creationId xmlns:a16="http://schemas.microsoft.com/office/drawing/2014/main" id="{2A4976F6-3279-4F46-91EF-F9E515325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537205"/>
              </p:ext>
            </p:extLst>
          </p:nvPr>
        </p:nvGraphicFramePr>
        <p:xfrm>
          <a:off x="381000" y="2482537"/>
          <a:ext cx="8382001" cy="1687762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1723623">
                  <a:extLst>
                    <a:ext uri="{9D8B030D-6E8A-4147-A177-3AD203B41FA5}">
                      <a16:colId xmlns:a16="http://schemas.microsoft.com/office/drawing/2014/main" val="4169874160"/>
                    </a:ext>
                  </a:extLst>
                </a:gridCol>
                <a:gridCol w="1692141">
                  <a:extLst>
                    <a:ext uri="{9D8B030D-6E8A-4147-A177-3AD203B41FA5}">
                      <a16:colId xmlns:a16="http://schemas.microsoft.com/office/drawing/2014/main" val="3160315821"/>
                    </a:ext>
                  </a:extLst>
                </a:gridCol>
                <a:gridCol w="1660659">
                  <a:extLst>
                    <a:ext uri="{9D8B030D-6E8A-4147-A177-3AD203B41FA5}">
                      <a16:colId xmlns:a16="http://schemas.microsoft.com/office/drawing/2014/main" val="2958677009"/>
                    </a:ext>
                  </a:extLst>
                </a:gridCol>
                <a:gridCol w="1692141">
                  <a:extLst>
                    <a:ext uri="{9D8B030D-6E8A-4147-A177-3AD203B41FA5}">
                      <a16:colId xmlns:a16="http://schemas.microsoft.com/office/drawing/2014/main" val="2603343560"/>
                    </a:ext>
                  </a:extLst>
                </a:gridCol>
                <a:gridCol w="1613437">
                  <a:extLst>
                    <a:ext uri="{9D8B030D-6E8A-4147-A177-3AD203B41FA5}">
                      <a16:colId xmlns:a16="http://schemas.microsoft.com/office/drawing/2014/main" val="3123474136"/>
                    </a:ext>
                  </a:extLst>
                </a:gridCol>
              </a:tblGrid>
              <a:tr h="279074">
                <a:tc>
                  <a:txBody>
                    <a:bodyPr/>
                    <a:lstStyle/>
                    <a:p>
                      <a:pPr algn="l" fontAlgn="b">
                        <a:lnSpc>
                          <a:spcPct val="80000"/>
                        </a:lnSpc>
                      </a:pPr>
                      <a:endParaRPr lang="en-US" sz="1100" b="1" i="0" u="none" strike="noStrike" spc="30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100" u="none" strike="noStrike" spc="30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100" b="1" i="0" u="none" strike="noStrike" spc="30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lnL>
                      <a:noFill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100" u="none" strike="noStrike" spc="30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100" b="1" i="0" u="none" strike="noStrike" spc="30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100" u="none" strike="noStrike" spc="30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100" b="1" i="0" u="none" strike="noStrike" spc="30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100" u="none" strike="noStrike" spc="30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100" b="1" i="0" u="none" strike="noStrike" spc="30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239747"/>
                  </a:ext>
                </a:extLst>
              </a:tr>
              <a:tr h="282908">
                <a:tc>
                  <a:txBody>
                    <a:bodyPr/>
                    <a:lstStyle/>
                    <a:p>
                      <a:pPr lvl="1" algn="l" fontAlgn="ctr">
                        <a:lnSpc>
                          <a:spcPct val="80000"/>
                        </a:lnSpc>
                      </a:pPr>
                      <a:r>
                        <a:rPr lang="en-US" sz="1000" u="none" strike="noStrike" spc="0" noProof="0" dirty="0"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000" b="0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extLst>
                  <a:ext uri="{0D108BD9-81ED-4DB2-BD59-A6C34878D82A}">
                    <a16:rowId xmlns:a16="http://schemas.microsoft.com/office/drawing/2014/main" val="1681931827"/>
                  </a:ext>
                </a:extLst>
              </a:tr>
              <a:tr h="282908">
                <a:tc>
                  <a:txBody>
                    <a:bodyPr/>
                    <a:lstStyle/>
                    <a:p>
                      <a:pPr lvl="1" algn="l" fontAlgn="ctr">
                        <a:lnSpc>
                          <a:spcPct val="80000"/>
                        </a:lnSpc>
                      </a:pPr>
                      <a:r>
                        <a:rPr lang="en-US" sz="1000" u="none" strike="noStrike" spc="0" noProof="0" dirty="0"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000" b="1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extLst>
                  <a:ext uri="{0D108BD9-81ED-4DB2-BD59-A6C34878D82A}">
                    <a16:rowId xmlns:a16="http://schemas.microsoft.com/office/drawing/2014/main" val="722566287"/>
                  </a:ext>
                </a:extLst>
              </a:tr>
              <a:tr h="298612">
                <a:tc>
                  <a:txBody>
                    <a:bodyPr/>
                    <a:lstStyle/>
                    <a:p>
                      <a:pPr lvl="1" algn="l" fontAlgn="ctr">
                        <a:lnSpc>
                          <a:spcPct val="80000"/>
                        </a:lnSpc>
                      </a:pPr>
                      <a:r>
                        <a:rPr lang="en-US" sz="1000" u="none" strike="noStrike" spc="0" noProof="0" dirty="0"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000" b="1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extLst>
                  <a:ext uri="{0D108BD9-81ED-4DB2-BD59-A6C34878D82A}">
                    <a16:rowId xmlns:a16="http://schemas.microsoft.com/office/drawing/2014/main" val="399119993"/>
                  </a:ext>
                </a:extLst>
              </a:tr>
              <a:tr h="261352">
                <a:tc>
                  <a:txBody>
                    <a:bodyPr/>
                    <a:lstStyle/>
                    <a:p>
                      <a:pPr lvl="1" algn="l" fontAlgn="ctr">
                        <a:lnSpc>
                          <a:spcPct val="80000"/>
                        </a:lnSpc>
                      </a:pPr>
                      <a:r>
                        <a:rPr lang="en-US" sz="1000" u="none" strike="noStrike" spc="0" noProof="0" dirty="0"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000" b="1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ctr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noProof="0" dirty="0">
                          <a:solidFill>
                            <a:schemeClr val="accent4"/>
                          </a:solidFill>
                          <a:effectLst/>
                          <a:latin typeface="Arial" panose="020B0604020202020204" pitchFamily="34" charset="0"/>
                        </a:rPr>
                        <a:t>●</a:t>
                      </a: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ctr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noProof="0" dirty="0">
                          <a:solidFill>
                            <a:schemeClr val="accent4"/>
                          </a:solidFill>
                          <a:effectLst/>
                          <a:latin typeface="Arial" panose="020B0604020202020204" pitchFamily="34" charset="0"/>
                        </a:rPr>
                        <a:t>●●</a:t>
                      </a: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b="0" i="0" noProof="0" dirty="0">
                          <a:solidFill>
                            <a:schemeClr val="accent4"/>
                          </a:solidFill>
                          <a:effectLst/>
                          <a:latin typeface="Arial" panose="020B0604020202020204" pitchFamily="34" charset="0"/>
                        </a:rPr>
                        <a:t>●●●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ctr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noProof="0" dirty="0">
                          <a:solidFill>
                            <a:schemeClr val="accent4"/>
                          </a:solidFill>
                          <a:effectLst/>
                          <a:latin typeface="Arial" panose="020B0604020202020204" pitchFamily="34" charset="0"/>
                        </a:rPr>
                        <a:t>●●●●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extLst>
                  <a:ext uri="{0D108BD9-81ED-4DB2-BD59-A6C34878D82A}">
                    <a16:rowId xmlns:a16="http://schemas.microsoft.com/office/drawing/2014/main" val="4015298164"/>
                  </a:ext>
                </a:extLst>
              </a:tr>
              <a:tr h="282908">
                <a:tc>
                  <a:txBody>
                    <a:bodyPr/>
                    <a:lstStyle/>
                    <a:p>
                      <a:pPr lvl="1" algn="l" fontAlgn="ctr">
                        <a:lnSpc>
                          <a:spcPct val="80000"/>
                        </a:lnSpc>
                      </a:pPr>
                      <a:r>
                        <a:rPr lang="en-US" sz="1000" u="none" strike="noStrike" spc="0" noProof="0" dirty="0"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000" b="1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extLst>
                  <a:ext uri="{0D108BD9-81ED-4DB2-BD59-A6C34878D82A}">
                    <a16:rowId xmlns:a16="http://schemas.microsoft.com/office/drawing/2014/main" val="1247517208"/>
                  </a:ext>
                </a:extLst>
              </a:tr>
            </a:tbl>
          </a:graphicData>
        </a:graphic>
      </p:graphicFrame>
      <p:grpSp>
        <p:nvGrpSpPr>
          <p:cNvPr id="6" name="Groupe 5">
            <a:extLst>
              <a:ext uri="{FF2B5EF4-FFF2-40B4-BE49-F238E27FC236}">
                <a16:creationId xmlns:a16="http://schemas.microsoft.com/office/drawing/2014/main" id="{885C2B18-98A3-5C45-BDD4-14D1F8546624}"/>
              </a:ext>
            </a:extLst>
          </p:cNvPr>
          <p:cNvGrpSpPr/>
          <p:nvPr/>
        </p:nvGrpSpPr>
        <p:grpSpPr>
          <a:xfrm>
            <a:off x="0" y="4401274"/>
            <a:ext cx="9144000" cy="742227"/>
            <a:chOff x="0" y="8802547"/>
            <a:chExt cx="18288000" cy="1484453"/>
          </a:xfrm>
        </p:grpSpPr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E21072DB-4425-2047-B28D-A8B88566D632}"/>
                </a:ext>
              </a:extLst>
            </p:cNvPr>
            <p:cNvSpPr txBox="1"/>
            <p:nvPr/>
          </p:nvSpPr>
          <p:spPr>
            <a:xfrm>
              <a:off x="0" y="9029700"/>
              <a:ext cx="18288000" cy="1257300"/>
            </a:xfrm>
            <a:prstGeom prst="rect">
              <a:avLst/>
            </a:prstGeom>
            <a:solidFill>
              <a:srgbClr val="063D67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1000" b="1" noProof="0" dirty="0">
                  <a:solidFill>
                    <a:srgbClr val="00B0F0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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 Lorem ipsum dolor sit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amet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,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consectetur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adipiscing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elit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, sed do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eiusmod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tempor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incididunt</a:t>
              </a:r>
              <a:endParaRPr lang="en-US" sz="1000" b="1" noProof="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endParaRPr>
            </a:p>
            <a:p>
              <a:pPr algn="ctr"/>
              <a:r>
                <a:rPr lang="en-US" sz="1000" b="1" noProof="0" dirty="0">
                  <a:solidFill>
                    <a:srgbClr val="00B0F0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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Lorem ipsum dolor sit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amet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,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consectetur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adipiscing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elit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, sed do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eiusmod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tempor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incididunt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, sed do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eiusmod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tempor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incididunt</a:t>
              </a:r>
              <a:endParaRPr lang="en-US" sz="1000" b="1" noProof="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620DB3F9-E3A7-3B49-9B19-0B0DC644FDE9}"/>
                </a:ext>
              </a:extLst>
            </p:cNvPr>
            <p:cNvSpPr/>
            <p:nvPr/>
          </p:nvSpPr>
          <p:spPr>
            <a:xfrm rot="10800000">
              <a:off x="8641242" y="8802547"/>
              <a:ext cx="1036158" cy="45680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sp>
        <p:nvSpPr>
          <p:cNvPr id="9" name="Rectangle avec coin arrondi du même côté 23">
            <a:extLst>
              <a:ext uri="{FF2B5EF4-FFF2-40B4-BE49-F238E27FC236}">
                <a16:creationId xmlns:a16="http://schemas.microsoft.com/office/drawing/2014/main" id="{43254BDB-4E9C-604F-975C-9B711E356D4C}"/>
              </a:ext>
            </a:extLst>
          </p:cNvPr>
          <p:cNvSpPr/>
          <p:nvPr/>
        </p:nvSpPr>
        <p:spPr>
          <a:xfrm>
            <a:off x="2705100" y="2281207"/>
            <a:ext cx="495300" cy="201331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noProof="0" dirty="0"/>
              <a:t>STEP 1</a:t>
            </a:r>
          </a:p>
        </p:txBody>
      </p:sp>
      <p:sp>
        <p:nvSpPr>
          <p:cNvPr id="10" name="Rectangle avec coin arrondi du même côté 23">
            <a:extLst>
              <a:ext uri="{FF2B5EF4-FFF2-40B4-BE49-F238E27FC236}">
                <a16:creationId xmlns:a16="http://schemas.microsoft.com/office/drawing/2014/main" id="{857C3156-1A6F-7544-BD7A-DB426B14CBC1}"/>
              </a:ext>
            </a:extLst>
          </p:cNvPr>
          <p:cNvSpPr/>
          <p:nvPr/>
        </p:nvSpPr>
        <p:spPr>
          <a:xfrm>
            <a:off x="4352925" y="2281207"/>
            <a:ext cx="495300" cy="201331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noProof="0" dirty="0"/>
              <a:t>STEP 3</a:t>
            </a:r>
          </a:p>
        </p:txBody>
      </p:sp>
      <p:sp>
        <p:nvSpPr>
          <p:cNvPr id="11" name="Rectangle avec coin arrondi du même côté 23">
            <a:extLst>
              <a:ext uri="{FF2B5EF4-FFF2-40B4-BE49-F238E27FC236}">
                <a16:creationId xmlns:a16="http://schemas.microsoft.com/office/drawing/2014/main" id="{46F012FD-3692-A444-9CE2-F23B4EC07333}"/>
              </a:ext>
            </a:extLst>
          </p:cNvPr>
          <p:cNvSpPr/>
          <p:nvPr/>
        </p:nvSpPr>
        <p:spPr>
          <a:xfrm>
            <a:off x="6019800" y="2281207"/>
            <a:ext cx="495300" cy="201331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noProof="0" dirty="0"/>
              <a:t>STEP 3</a:t>
            </a:r>
          </a:p>
        </p:txBody>
      </p:sp>
      <p:sp>
        <p:nvSpPr>
          <p:cNvPr id="12" name="Rectangle avec coin arrondi du même côté 23">
            <a:extLst>
              <a:ext uri="{FF2B5EF4-FFF2-40B4-BE49-F238E27FC236}">
                <a16:creationId xmlns:a16="http://schemas.microsoft.com/office/drawing/2014/main" id="{1BF37BC9-ABB1-534A-A011-B613074009AF}"/>
              </a:ext>
            </a:extLst>
          </p:cNvPr>
          <p:cNvSpPr/>
          <p:nvPr/>
        </p:nvSpPr>
        <p:spPr>
          <a:xfrm>
            <a:off x="7686675" y="2281207"/>
            <a:ext cx="495300" cy="201331"/>
          </a:xfrm>
          <a:prstGeom prst="round2SameRect">
            <a:avLst/>
          </a:prstGeom>
          <a:solidFill>
            <a:srgbClr val="4ABB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noProof="0" dirty="0"/>
              <a:t>STEP 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2C4C9C-372D-0C41-8E97-396CE1ED6964}"/>
              </a:ext>
            </a:extLst>
          </p:cNvPr>
          <p:cNvSpPr/>
          <p:nvPr/>
        </p:nvSpPr>
        <p:spPr>
          <a:xfrm>
            <a:off x="77821" y="1113056"/>
            <a:ext cx="9066179" cy="8589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D4D111B8-E3E3-CC4E-858F-322A8D3B7840}"/>
              </a:ext>
            </a:extLst>
          </p:cNvPr>
          <p:cNvSpPr/>
          <p:nvPr/>
        </p:nvSpPr>
        <p:spPr>
          <a:xfrm>
            <a:off x="0" y="845657"/>
            <a:ext cx="9144000" cy="214415"/>
          </a:xfrm>
          <a:prstGeom prst="rect">
            <a:avLst/>
          </a:prstGeom>
          <a:noFill/>
          <a:ln w="6350">
            <a:noFill/>
          </a:ln>
          <a:effectLst/>
        </p:spPr>
        <p:txBody>
          <a:bodyPr wrap="square" anchor="t" anchorCtr="0">
            <a:noAutofit/>
          </a:bodyPr>
          <a:lstStyle/>
          <a:p>
            <a:pPr marL="0" lvl="1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cap="all" spc="300" noProof="0" dirty="0">
                <a:solidFill>
                  <a:srgbClr val="1A88C0"/>
                </a:solidFill>
                <a:ea typeface="ＭＳ Ｐゴシック" pitchFamily="34" charset="-128"/>
              </a:rPr>
              <a:t>Lorem ipsum dolor sit </a:t>
            </a:r>
            <a:r>
              <a:rPr lang="en-US" sz="1000" b="1" cap="all" spc="300" noProof="0" dirty="0" err="1">
                <a:solidFill>
                  <a:srgbClr val="1A88C0"/>
                </a:solidFill>
                <a:ea typeface="ＭＳ Ｐゴシック" pitchFamily="34" charset="-128"/>
              </a:rPr>
              <a:t>amet</a:t>
            </a:r>
            <a:r>
              <a:rPr lang="en-US" sz="1000" b="1" cap="all" spc="300" noProof="0" dirty="0">
                <a:solidFill>
                  <a:srgbClr val="1A88C0"/>
                </a:solidFill>
                <a:ea typeface="ＭＳ Ｐゴシック" pitchFamily="34" charset="-128"/>
              </a:rPr>
              <a:t>, </a:t>
            </a:r>
            <a:r>
              <a:rPr lang="en-US" sz="1000" b="1" cap="all" spc="300" noProof="0" dirty="0" err="1">
                <a:solidFill>
                  <a:srgbClr val="1A88C0"/>
                </a:solidFill>
                <a:ea typeface="ＭＳ Ｐゴシック" pitchFamily="34" charset="-128"/>
              </a:rPr>
              <a:t>consectetur</a:t>
            </a:r>
            <a:r>
              <a:rPr lang="en-US" sz="1000" b="1" cap="all" spc="300" noProof="0" dirty="0">
                <a:solidFill>
                  <a:srgbClr val="1A88C0"/>
                </a:solidFill>
                <a:ea typeface="ＭＳ Ｐゴシック" pitchFamily="34" charset="-128"/>
              </a:rPr>
              <a:t> </a:t>
            </a:r>
            <a:r>
              <a:rPr lang="en-US" sz="1000" b="1" cap="all" spc="300" noProof="0" dirty="0" err="1">
                <a:solidFill>
                  <a:srgbClr val="1A88C0"/>
                </a:solidFill>
                <a:ea typeface="ＭＳ Ｐゴシック" pitchFamily="34" charset="-128"/>
              </a:rPr>
              <a:t>adipiscing</a:t>
            </a:r>
            <a:r>
              <a:rPr lang="en-US" sz="1000" b="1" cap="all" spc="300" noProof="0" dirty="0">
                <a:solidFill>
                  <a:srgbClr val="1A88C0"/>
                </a:solidFill>
                <a:ea typeface="ＭＳ Ｐゴシック" pitchFamily="34" charset="-128"/>
              </a:rPr>
              <a:t> </a:t>
            </a:r>
            <a:r>
              <a:rPr lang="en-US" sz="1000" b="1" cap="all" spc="300" noProof="0" dirty="0" err="1">
                <a:solidFill>
                  <a:srgbClr val="1A88C0"/>
                </a:solidFill>
                <a:ea typeface="ＭＳ Ｐゴシック" pitchFamily="34" charset="-128"/>
              </a:rPr>
              <a:t>elit</a:t>
            </a:r>
            <a:endParaRPr lang="en-US" sz="1000" b="1" cap="all" spc="300" noProof="0" dirty="0">
              <a:solidFill>
                <a:srgbClr val="1A88C0"/>
              </a:solidFill>
              <a:latin typeface="Calibri" panose="020F0502020204030204"/>
              <a:ea typeface="ＭＳ Ｐゴシック" pitchFamily="34" charset="-128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0DAE783-5040-D84C-81BF-895EE3D23FD3}"/>
              </a:ext>
            </a:extLst>
          </p:cNvPr>
          <p:cNvSpPr txBox="1"/>
          <p:nvPr/>
        </p:nvSpPr>
        <p:spPr>
          <a:xfrm>
            <a:off x="328613" y="1344916"/>
            <a:ext cx="1266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150" noProof="0" dirty="0"/>
              <a:t>LOREM</a:t>
            </a:r>
          </a:p>
          <a:p>
            <a:pPr algn="ctr"/>
            <a:r>
              <a:rPr lang="en-US" sz="1000" spc="150" noProof="0" dirty="0"/>
              <a:t>IPSUM DOLOR</a:t>
            </a:r>
          </a:p>
        </p:txBody>
      </p:sp>
      <p:sp>
        <p:nvSpPr>
          <p:cNvPr id="16" name="Rectangle à coins arrondis 1">
            <a:extLst>
              <a:ext uri="{FF2B5EF4-FFF2-40B4-BE49-F238E27FC236}">
                <a16:creationId xmlns:a16="http://schemas.microsoft.com/office/drawing/2014/main" id="{4075E874-BF0F-444F-993A-C53FA0030888}"/>
              </a:ext>
            </a:extLst>
          </p:cNvPr>
          <p:cNvSpPr/>
          <p:nvPr/>
        </p:nvSpPr>
        <p:spPr>
          <a:xfrm>
            <a:off x="2945517" y="1273501"/>
            <a:ext cx="1532793" cy="509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amet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consectetur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adipiscing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elit</a:t>
            </a:r>
            <a:endParaRPr lang="en-US" sz="900" noProof="0" dirty="0">
              <a:solidFill>
                <a:schemeClr val="accent4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à coins arrondis 15">
            <a:extLst>
              <a:ext uri="{FF2B5EF4-FFF2-40B4-BE49-F238E27FC236}">
                <a16:creationId xmlns:a16="http://schemas.microsoft.com/office/drawing/2014/main" id="{B5124198-8F8F-494D-B9FB-AF99F912BE00}"/>
              </a:ext>
            </a:extLst>
          </p:cNvPr>
          <p:cNvSpPr/>
          <p:nvPr/>
        </p:nvSpPr>
        <p:spPr>
          <a:xfrm>
            <a:off x="4647474" y="1273501"/>
            <a:ext cx="1547446" cy="509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amet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consectetur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adipiscing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elit</a:t>
            </a:r>
            <a:endParaRPr lang="en-US" sz="900" noProof="0" dirty="0">
              <a:solidFill>
                <a:schemeClr val="accent4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à coins arrondis 16">
            <a:extLst>
              <a:ext uri="{FF2B5EF4-FFF2-40B4-BE49-F238E27FC236}">
                <a16:creationId xmlns:a16="http://schemas.microsoft.com/office/drawing/2014/main" id="{192967CD-154A-5E4C-8051-AA9E625FC50F}"/>
              </a:ext>
            </a:extLst>
          </p:cNvPr>
          <p:cNvSpPr/>
          <p:nvPr/>
        </p:nvSpPr>
        <p:spPr>
          <a:xfrm>
            <a:off x="6364084" y="1273501"/>
            <a:ext cx="1303222" cy="509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amet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consectetur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adipiscing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elit</a:t>
            </a:r>
            <a:endParaRPr lang="en-US" sz="900" noProof="0" dirty="0">
              <a:solidFill>
                <a:schemeClr val="accent4"/>
              </a:solidFill>
              <a:latin typeface="Calibri" panose="020F0502020204030204" pitchFamily="34" charset="0"/>
            </a:endParaRP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B175EB1A-E590-A04F-93E3-6D31C69B0DD8}"/>
              </a:ext>
            </a:extLst>
          </p:cNvPr>
          <p:cNvCxnSpPr>
            <a:cxnSpLocks/>
          </p:cNvCxnSpPr>
          <p:nvPr/>
        </p:nvCxnSpPr>
        <p:spPr>
          <a:xfrm>
            <a:off x="1790700" y="1369294"/>
            <a:ext cx="0" cy="2981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43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9E52024F-8B3A-36CA-2AD7-17099F124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093608"/>
              </p:ext>
            </p:extLst>
          </p:nvPr>
        </p:nvGraphicFramePr>
        <p:xfrm>
          <a:off x="404037" y="1066936"/>
          <a:ext cx="8665424" cy="402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057">
                  <a:extLst>
                    <a:ext uri="{9D8B030D-6E8A-4147-A177-3AD203B41FA5}">
                      <a16:colId xmlns:a16="http://schemas.microsoft.com/office/drawing/2014/main" val="2669475401"/>
                    </a:ext>
                  </a:extLst>
                </a:gridCol>
                <a:gridCol w="205400">
                  <a:extLst>
                    <a:ext uri="{9D8B030D-6E8A-4147-A177-3AD203B41FA5}">
                      <a16:colId xmlns:a16="http://schemas.microsoft.com/office/drawing/2014/main" val="185220531"/>
                    </a:ext>
                  </a:extLst>
                </a:gridCol>
                <a:gridCol w="2407181">
                  <a:extLst>
                    <a:ext uri="{9D8B030D-6E8A-4147-A177-3AD203B41FA5}">
                      <a16:colId xmlns:a16="http://schemas.microsoft.com/office/drawing/2014/main" val="664246001"/>
                    </a:ext>
                  </a:extLst>
                </a:gridCol>
                <a:gridCol w="205400">
                  <a:extLst>
                    <a:ext uri="{9D8B030D-6E8A-4147-A177-3AD203B41FA5}">
                      <a16:colId xmlns:a16="http://schemas.microsoft.com/office/drawing/2014/main" val="380152115"/>
                    </a:ext>
                  </a:extLst>
                </a:gridCol>
                <a:gridCol w="2567809">
                  <a:extLst>
                    <a:ext uri="{9D8B030D-6E8A-4147-A177-3AD203B41FA5}">
                      <a16:colId xmlns:a16="http://schemas.microsoft.com/office/drawing/2014/main" val="2311267255"/>
                    </a:ext>
                  </a:extLst>
                </a:gridCol>
                <a:gridCol w="160036">
                  <a:extLst>
                    <a:ext uri="{9D8B030D-6E8A-4147-A177-3AD203B41FA5}">
                      <a16:colId xmlns:a16="http://schemas.microsoft.com/office/drawing/2014/main" val="1788790817"/>
                    </a:ext>
                  </a:extLst>
                </a:gridCol>
                <a:gridCol w="1345541">
                  <a:extLst>
                    <a:ext uri="{9D8B030D-6E8A-4147-A177-3AD203B41FA5}">
                      <a16:colId xmlns:a16="http://schemas.microsoft.com/office/drawing/2014/main" val="154531834"/>
                    </a:ext>
                  </a:extLst>
                </a:gridCol>
              </a:tblGrid>
              <a:tr h="387943">
                <a:tc>
                  <a:txBody>
                    <a:bodyPr/>
                    <a:lstStyle/>
                    <a:p>
                      <a:pPr algn="ctr" rtl="0"/>
                      <a:r>
                        <a:rPr lang="en-US" sz="1600" spc="300" noProof="0" dirty="0" err="1">
                          <a:solidFill>
                            <a:schemeClr val="accent2"/>
                          </a:solidFill>
                        </a:rPr>
                        <a:t>Xxxxxx</a:t>
                      </a:r>
                      <a:endParaRPr lang="en-US" sz="1600" spc="300" noProof="0" dirty="0">
                        <a:solidFill>
                          <a:schemeClr val="accent2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spc="300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spc="300" noProof="0" dirty="0" err="1">
                          <a:solidFill>
                            <a:schemeClr val="accent5"/>
                          </a:solidFill>
                        </a:rPr>
                        <a:t>Xxxxxxx</a:t>
                      </a:r>
                      <a:endParaRPr lang="en-US" sz="1600" spc="300" noProof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spc="300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spc="300" noProof="0" dirty="0" err="1">
                          <a:solidFill>
                            <a:schemeClr val="accent5"/>
                          </a:solidFill>
                        </a:rPr>
                        <a:t>Xxxxxxx</a:t>
                      </a:r>
                      <a:endParaRPr lang="en-US" sz="1600" spc="300" noProof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spc="300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spc="300" noProof="0" dirty="0" err="1">
                          <a:solidFill>
                            <a:schemeClr val="accent2"/>
                          </a:solidFill>
                        </a:rPr>
                        <a:t>Xxxxx</a:t>
                      </a:r>
                      <a:endParaRPr lang="en-US" sz="1600" spc="300" noProof="0" dirty="0">
                        <a:solidFill>
                          <a:schemeClr val="accent2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022056"/>
                  </a:ext>
                </a:extLst>
              </a:tr>
              <a:tr h="3297875"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Lorem ipsum </a:t>
                      </a: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dolor sit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endParaRPr lang="en-US" sz="1400" b="1" noProof="0" dirty="0">
                        <a:solidFill>
                          <a:schemeClr val="tx1"/>
                        </a:solidFill>
                      </a:endParaRP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1200" b="1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0000" marR="90000" marT="108000" marB="22860">
                    <a:pattFill prst="wdUpDiag">
                      <a:fgClr>
                        <a:schemeClr val="bg2">
                          <a:lumMod val="95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5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0000" marR="90000" marT="108000" marB="22860"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Lorem ipsum </a:t>
                      </a: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dolor sit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endParaRPr lang="en-US" sz="1400" b="1" noProof="0" dirty="0">
                        <a:solidFill>
                          <a:schemeClr val="tx1"/>
                        </a:solidFill>
                      </a:endParaRP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1000" b="1" noProof="0" dirty="0">
                        <a:solidFill>
                          <a:srgbClr val="FF0000"/>
                        </a:solidFill>
                      </a:endParaRPr>
                    </a:p>
                  </a:txBody>
                  <a:tcPr marL="90000" marR="90000" marT="108000" marB="22860">
                    <a:solidFill>
                      <a:schemeClr val="accent5">
                        <a:lumMod val="40000"/>
                        <a:lumOff val="6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kern="1200" noProof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108000" marB="228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Lorem ipsum </a:t>
                      </a: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dolor sit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endParaRPr lang="en-US" sz="1400" b="1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1371738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457200" marR="0" lvl="0" indent="-457200" algn="l" defTabSz="1371738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5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0000" marR="90000" marT="108000" marB="2286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noProof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45720" marR="45720" marT="108000" marB="22860"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Lorem ipsum </a:t>
                      </a: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dolor sit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endParaRPr lang="en-US" sz="14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72000" marB="22860">
                    <a:pattFill prst="wd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129019325"/>
                  </a:ext>
                </a:extLst>
              </a:tr>
              <a:tr h="341692"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500" noProof="0" dirty="0">
                          <a:solidFill>
                            <a:schemeClr val="accent4"/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</a:rPr>
                        <a:t>Xxxxxxx</a:t>
                      </a:r>
                      <a:endParaRPr lang="en-US" sz="16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pattFill prst="wdUpDiag">
                      <a:fgClr>
                        <a:schemeClr val="bg2">
                          <a:lumMod val="95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5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</a:rPr>
                        <a:t>Xxxxxxxxx</a:t>
                      </a:r>
                      <a:endParaRPr lang="en-US" sz="16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accent5">
                        <a:lumMod val="40000"/>
                        <a:lumOff val="6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1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</a:rPr>
                        <a:t>Xxxxxxx</a:t>
                      </a:r>
                      <a:endParaRPr lang="en-US" sz="16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5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</a:rPr>
                        <a:t>Xxxxxx</a:t>
                      </a:r>
                      <a:endParaRPr lang="en-US" sz="16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pattFill prst="wd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539787956"/>
                  </a:ext>
                </a:extLst>
              </a:tr>
            </a:tbl>
          </a:graphicData>
        </a:graphic>
      </p:graphicFrame>
      <p:grpSp>
        <p:nvGrpSpPr>
          <p:cNvPr id="19" name="Groupe 18">
            <a:extLst>
              <a:ext uri="{FF2B5EF4-FFF2-40B4-BE49-F238E27FC236}">
                <a16:creationId xmlns:a16="http://schemas.microsoft.com/office/drawing/2014/main" id="{5DC999A1-3641-400B-8E4C-CFD642505F41}"/>
              </a:ext>
            </a:extLst>
          </p:cNvPr>
          <p:cNvGrpSpPr/>
          <p:nvPr/>
        </p:nvGrpSpPr>
        <p:grpSpPr>
          <a:xfrm>
            <a:off x="1" y="794797"/>
            <a:ext cx="9144001" cy="3952683"/>
            <a:chOff x="1" y="1589593"/>
            <a:chExt cx="18288002" cy="7905366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E3086596-0852-A98B-09F4-20F419029623}"/>
                </a:ext>
              </a:extLst>
            </p:cNvPr>
            <p:cNvGrpSpPr/>
            <p:nvPr/>
          </p:nvGrpSpPr>
          <p:grpSpPr>
            <a:xfrm>
              <a:off x="4539705" y="1589593"/>
              <a:ext cx="10683380" cy="435565"/>
              <a:chOff x="3485069" y="1589593"/>
              <a:chExt cx="10683380" cy="43556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BF0594D-E4DD-44F2-B342-15CA73547FB4}"/>
                  </a:ext>
                </a:extLst>
              </p:cNvPr>
              <p:cNvSpPr/>
              <p:nvPr/>
            </p:nvSpPr>
            <p:spPr>
              <a:xfrm>
                <a:off x="3873731" y="1589593"/>
                <a:ext cx="9892145" cy="435565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 anchorCtr="0"/>
              <a:lstStyle/>
              <a:p>
                <a:pPr algn="ctr" defTabSz="685869">
                  <a:lnSpc>
                    <a:spcPct val="90000"/>
                  </a:lnSpc>
                  <a:defRPr/>
                </a:pPr>
                <a:r>
                  <a:rPr lang="en-US" sz="1400" b="1" noProof="0" dirty="0" err="1">
                    <a:solidFill>
                      <a:srgbClr val="00B0F0"/>
                    </a:solidFill>
                    <a:latin typeface="Calibri" pitchFamily="34" charset="0"/>
                    <a:cs typeface="Calibri" pitchFamily="34" charset="0"/>
                  </a:rPr>
                  <a:t>Xxxxxxxxxxx</a:t>
                </a:r>
                <a:r>
                  <a:rPr lang="en-US" sz="1400" b="1" noProof="0" dirty="0">
                    <a:solidFill>
                      <a:srgbClr val="00B0F0"/>
                    </a:solidFill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en-US" sz="1400" b="1" noProof="0" dirty="0" err="1">
                    <a:solidFill>
                      <a:srgbClr val="00B0F0"/>
                    </a:solidFill>
                    <a:latin typeface="Calibri" pitchFamily="34" charset="0"/>
                    <a:cs typeface="Calibri" pitchFamily="34" charset="0"/>
                  </a:rPr>
                  <a:t>xxxx</a:t>
                </a:r>
                <a:r>
                  <a:rPr lang="en-US" sz="1400" b="1" noProof="0" dirty="0">
                    <a:solidFill>
                      <a:srgbClr val="00B0F0"/>
                    </a:solidFill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en-US" sz="1400" b="1" noProof="0" dirty="0" err="1">
                    <a:solidFill>
                      <a:srgbClr val="00B0F0"/>
                    </a:solidFill>
                    <a:latin typeface="Calibri" pitchFamily="34" charset="0"/>
                    <a:cs typeface="Calibri" pitchFamily="34" charset="0"/>
                  </a:rPr>
                  <a:t>xxxxxx</a:t>
                </a:r>
                <a:endParaRPr lang="en-US" sz="1400" noProof="0" dirty="0">
                  <a:solidFill>
                    <a:srgbClr val="00B0F0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cxnSp>
            <p:nvCxnSpPr>
              <p:cNvPr id="42" name="Connecteur droit 41">
                <a:extLst>
                  <a:ext uri="{FF2B5EF4-FFF2-40B4-BE49-F238E27FC236}">
                    <a16:creationId xmlns:a16="http://schemas.microsoft.com/office/drawing/2014/main" id="{C17BEC04-843F-D19F-B6F2-794D60692C2C}"/>
                  </a:ext>
                </a:extLst>
              </p:cNvPr>
              <p:cNvCxnSpPr/>
              <p:nvPr/>
            </p:nvCxnSpPr>
            <p:spPr>
              <a:xfrm flipH="1">
                <a:off x="3485071" y="1719184"/>
                <a:ext cx="3295291" cy="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eur droit 42">
                <a:extLst>
                  <a:ext uri="{FF2B5EF4-FFF2-40B4-BE49-F238E27FC236}">
                    <a16:creationId xmlns:a16="http://schemas.microsoft.com/office/drawing/2014/main" id="{71AB2005-006F-3107-5B51-9782F66741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936411" y="1719184"/>
                <a:ext cx="3232038" cy="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cteur droit 43">
                <a:extLst>
                  <a:ext uri="{FF2B5EF4-FFF2-40B4-BE49-F238E27FC236}">
                    <a16:creationId xmlns:a16="http://schemas.microsoft.com/office/drawing/2014/main" id="{9D045CD2-009D-FCB6-E143-066A59409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68449" y="1719184"/>
                <a:ext cx="0" cy="305974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eur droit 47">
                <a:extLst>
                  <a:ext uri="{FF2B5EF4-FFF2-40B4-BE49-F238E27FC236}">
                    <a16:creationId xmlns:a16="http://schemas.microsoft.com/office/drawing/2014/main" id="{D5560C8A-1A73-B55D-F98E-F2B42CE986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85069" y="1719184"/>
                <a:ext cx="0" cy="305974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5911313-0D9C-CFF9-5F93-DFCF70D7D69B}"/>
                </a:ext>
              </a:extLst>
            </p:cNvPr>
            <p:cNvSpPr/>
            <p:nvPr/>
          </p:nvSpPr>
          <p:spPr>
            <a:xfrm>
              <a:off x="1369572" y="4142368"/>
              <a:ext cx="2189119" cy="525421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75" noProof="0" dirty="0"/>
                <a:t>XXXX%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5FA29BCE-D016-BD58-00F2-229A6620558D}"/>
                </a:ext>
              </a:extLst>
            </p:cNvPr>
            <p:cNvSpPr/>
            <p:nvPr/>
          </p:nvSpPr>
          <p:spPr>
            <a:xfrm>
              <a:off x="5862492" y="4166112"/>
              <a:ext cx="2189119" cy="525421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75" noProof="0" dirty="0"/>
                <a:t>XXXX%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2CD8F496-573B-8842-3C9D-1A393CBFBC83}"/>
                </a:ext>
              </a:extLst>
            </p:cNvPr>
            <p:cNvSpPr/>
            <p:nvPr/>
          </p:nvSpPr>
          <p:spPr>
            <a:xfrm>
              <a:off x="11576757" y="4145419"/>
              <a:ext cx="2189119" cy="525421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75" noProof="0" dirty="0"/>
                <a:t>XXXX%</a:t>
              </a:r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D4D072D2-822F-E791-5428-9E52199032CA}"/>
                </a:ext>
              </a:extLst>
            </p:cNvPr>
            <p:cNvGrpSpPr/>
            <p:nvPr/>
          </p:nvGrpSpPr>
          <p:grpSpPr>
            <a:xfrm>
              <a:off x="1" y="4862801"/>
              <a:ext cx="18288002" cy="4632158"/>
              <a:chOff x="1" y="4862801"/>
              <a:chExt cx="18288002" cy="463215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E323625-D8C3-6B00-8C97-3343733B8C37}"/>
                  </a:ext>
                </a:extLst>
              </p:cNvPr>
              <p:cNvSpPr/>
              <p:nvPr/>
            </p:nvSpPr>
            <p:spPr>
              <a:xfrm rot="16200000">
                <a:off x="7225409" y="-1567636"/>
                <a:ext cx="4632156" cy="17493033"/>
              </a:xfrm>
              <a:prstGeom prst="rect">
                <a:avLst/>
              </a:prstGeom>
              <a:solidFill>
                <a:schemeClr val="accent3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b="1" spc="150" noProof="0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909963-C6B2-46DB-5F74-65D9E714085A}"/>
                  </a:ext>
                </a:extLst>
              </p:cNvPr>
              <p:cNvSpPr/>
              <p:nvPr/>
            </p:nvSpPr>
            <p:spPr>
              <a:xfrm rot="16200000">
                <a:off x="-1912039" y="6774841"/>
                <a:ext cx="4632158" cy="80807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spc="150" noProof="0" dirty="0"/>
                  <a:t>LOREM IPSUM</a:t>
                </a:r>
              </a:p>
            </p:txBody>
          </p:sp>
        </p:grpSp>
      </p:grpSp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AC186A08-FE09-AB39-B1F7-F95FDC2776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AC186A08-FE09-AB39-B1F7-F95FDC2776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44C2DDB-A1EE-148F-68E8-03C555EE53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B8EDD7-1698-9D89-5F90-F508EF7A90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722E6B-73CB-48FE-9263-E7D60A4BD49D}"/>
              </a:ext>
            </a:extLst>
          </p:cNvPr>
          <p:cNvSpPr/>
          <p:nvPr/>
        </p:nvSpPr>
        <p:spPr>
          <a:xfrm>
            <a:off x="2139520" y="843864"/>
            <a:ext cx="4864960" cy="255973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 defTabSz="685869">
              <a:lnSpc>
                <a:spcPct val="90000"/>
              </a:lnSpc>
              <a:defRPr/>
            </a:pPr>
            <a:endParaRPr lang="en-US" sz="1400" b="1" noProof="0" dirty="0">
              <a:solidFill>
                <a:srgbClr val="063C67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49EC363-655A-7146-A889-96ABCC31B5E3}"/>
              </a:ext>
            </a:extLst>
          </p:cNvPr>
          <p:cNvSpPr txBox="1">
            <a:spLocks/>
          </p:cNvSpPr>
          <p:nvPr/>
        </p:nvSpPr>
        <p:spPr>
          <a:xfrm>
            <a:off x="587656" y="2612060"/>
            <a:ext cx="1385302" cy="206651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>
                <a:solidFill>
                  <a:srgbClr val="002060"/>
                </a:solidFill>
              </a:rPr>
              <a:t>Lorem ipsum dolor sit </a:t>
            </a:r>
            <a:r>
              <a:rPr lang="en-US" sz="1100" noProof="0" dirty="0" err="1">
                <a:solidFill>
                  <a:srgbClr val="002060"/>
                </a:solidFill>
              </a:rPr>
              <a:t>amet</a:t>
            </a:r>
            <a:r>
              <a:rPr lang="en-US" sz="1100" noProof="0" dirty="0">
                <a:solidFill>
                  <a:srgbClr val="002060"/>
                </a:solidFill>
              </a:rPr>
              <a:t>, </a:t>
            </a:r>
            <a:r>
              <a:rPr lang="en-US" sz="1100" noProof="0" dirty="0" err="1">
                <a:solidFill>
                  <a:srgbClr val="002060"/>
                </a:solidFill>
              </a:rPr>
              <a:t>consectetur</a:t>
            </a:r>
            <a:r>
              <a:rPr lang="en-US" sz="1100" noProof="0" dirty="0">
                <a:solidFill>
                  <a:srgbClr val="002060"/>
                </a:solidFill>
              </a:rPr>
              <a:t> </a:t>
            </a:r>
            <a:r>
              <a:rPr lang="en-US" sz="1100" noProof="0" dirty="0" err="1">
                <a:solidFill>
                  <a:srgbClr val="002060"/>
                </a:solidFill>
              </a:rPr>
              <a:t>adipiscing</a:t>
            </a:r>
            <a:r>
              <a:rPr lang="en-US" sz="1100" noProof="0" dirty="0">
                <a:solidFill>
                  <a:srgbClr val="002060"/>
                </a:solidFill>
              </a:rPr>
              <a:t> </a:t>
            </a:r>
            <a:r>
              <a:rPr lang="en-US" sz="1100" noProof="0" dirty="0" err="1">
                <a:solidFill>
                  <a:srgbClr val="002060"/>
                </a:solidFill>
              </a:rPr>
              <a:t>elit</a:t>
            </a:r>
            <a:endParaRPr lang="en-US" sz="1100" noProof="0" dirty="0">
              <a:solidFill>
                <a:srgbClr val="002060"/>
              </a:solidFill>
            </a:endParaRPr>
          </a:p>
          <a:p>
            <a:endParaRPr lang="en-US" sz="1100" b="1" noProof="0" dirty="0">
              <a:solidFill>
                <a:srgbClr val="002060"/>
              </a:solidFill>
            </a:endParaRPr>
          </a:p>
          <a:p>
            <a:pPr algn="l" rtl="0"/>
            <a:endParaRPr lang="en-US" sz="1100" b="1" noProof="0" dirty="0">
              <a:solidFill>
                <a:srgbClr val="002060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2FD4520-3B6F-C1F9-EB80-9AA400AC74DA}"/>
              </a:ext>
            </a:extLst>
          </p:cNvPr>
          <p:cNvSpPr txBox="1">
            <a:spLocks/>
          </p:cNvSpPr>
          <p:nvPr/>
        </p:nvSpPr>
        <p:spPr>
          <a:xfrm>
            <a:off x="2543314" y="2612060"/>
            <a:ext cx="2180735" cy="206651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14F31570-732F-50EA-224D-38F04AE746A6}"/>
              </a:ext>
            </a:extLst>
          </p:cNvPr>
          <p:cNvSpPr txBox="1">
            <a:spLocks/>
          </p:cNvSpPr>
          <p:nvPr/>
        </p:nvSpPr>
        <p:spPr>
          <a:xfrm>
            <a:off x="5019235" y="2612060"/>
            <a:ext cx="2647511" cy="2189776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</p:txBody>
      </p:sp>
      <p:sp>
        <p:nvSpPr>
          <p:cNvPr id="40" name="Titre 1">
            <a:extLst>
              <a:ext uri="{FF2B5EF4-FFF2-40B4-BE49-F238E27FC236}">
                <a16:creationId xmlns:a16="http://schemas.microsoft.com/office/drawing/2014/main" id="{5DFB3EBD-82E1-2FF9-C838-9B8F6D5A965D}"/>
              </a:ext>
            </a:extLst>
          </p:cNvPr>
          <p:cNvSpPr txBox="1">
            <a:spLocks/>
          </p:cNvSpPr>
          <p:nvPr/>
        </p:nvSpPr>
        <p:spPr>
          <a:xfrm>
            <a:off x="7770326" y="2612060"/>
            <a:ext cx="1257588" cy="177426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0762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4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D43110F5-FFB0-354F-AD01-6C4EBB705635}"/>
              </a:ext>
            </a:extLst>
          </p:cNvPr>
          <p:cNvSpPr/>
          <p:nvPr/>
        </p:nvSpPr>
        <p:spPr>
          <a:xfrm>
            <a:off x="0" y="2660395"/>
            <a:ext cx="9144000" cy="24831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/>
            <a:endParaRPr lang="en-US" sz="1000" b="1" kern="0" cap="all" spc="150" noProof="0" dirty="0">
              <a:solidFill>
                <a:schemeClr val="accent3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F8519-BFA5-4478-8255-FD76B77848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Horizontal sections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FE93717-C6BB-52BD-C627-9E4410D2AF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BD44564-8816-E248-97FB-CBBCA3BA11DA}"/>
              </a:ext>
            </a:extLst>
          </p:cNvPr>
          <p:cNvGrpSpPr/>
          <p:nvPr/>
        </p:nvGrpSpPr>
        <p:grpSpPr>
          <a:xfrm>
            <a:off x="7387037" y="1572255"/>
            <a:ext cx="370240" cy="371097"/>
            <a:chOff x="18806507" y="6704029"/>
            <a:chExt cx="512818" cy="514006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B0992E5A-E705-0F4A-8A53-37D893BE07CD}"/>
                </a:ext>
              </a:extLst>
            </p:cNvPr>
            <p:cNvSpPr/>
            <p:nvPr/>
          </p:nvSpPr>
          <p:spPr>
            <a:xfrm>
              <a:off x="18806507" y="6728161"/>
              <a:ext cx="489874" cy="489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grpSp>
          <p:nvGrpSpPr>
            <p:cNvPr id="31" name="Graphique 163">
              <a:extLst>
                <a:ext uri="{FF2B5EF4-FFF2-40B4-BE49-F238E27FC236}">
                  <a16:creationId xmlns:a16="http://schemas.microsoft.com/office/drawing/2014/main" id="{687D7CAF-F6B5-CD40-A348-DF5A5A55B7C5}"/>
                </a:ext>
              </a:extLst>
            </p:cNvPr>
            <p:cNvGrpSpPr/>
            <p:nvPr/>
          </p:nvGrpSpPr>
          <p:grpSpPr>
            <a:xfrm>
              <a:off x="18806507" y="6704029"/>
              <a:ext cx="512818" cy="512818"/>
              <a:chOff x="15191306" y="8392376"/>
              <a:chExt cx="512818" cy="512818"/>
            </a:xfrm>
            <a:solidFill>
              <a:srgbClr val="00A7AE"/>
            </a:solidFill>
          </p:grpSpPr>
          <p:sp>
            <p:nvSpPr>
              <p:cNvPr id="32" name="Graphique 163">
                <a:extLst>
                  <a:ext uri="{FF2B5EF4-FFF2-40B4-BE49-F238E27FC236}">
                    <a16:creationId xmlns:a16="http://schemas.microsoft.com/office/drawing/2014/main" id="{D1D3B5F9-3CBD-4D46-8EF1-5E483B5261BA}"/>
                  </a:ext>
                </a:extLst>
              </p:cNvPr>
              <p:cNvSpPr/>
              <p:nvPr/>
            </p:nvSpPr>
            <p:spPr>
              <a:xfrm>
                <a:off x="15319703" y="8571798"/>
                <a:ext cx="256313" cy="179294"/>
              </a:xfrm>
              <a:custGeom>
                <a:avLst/>
                <a:gdLst>
                  <a:gd name="connsiteX0" fmla="*/ 248781 w 256313"/>
                  <a:gd name="connsiteY0" fmla="*/ 7500 h 179294"/>
                  <a:gd name="connsiteX1" fmla="*/ 212628 w 256313"/>
                  <a:gd name="connsiteY1" fmla="*/ 7500 h 179294"/>
                  <a:gd name="connsiteX2" fmla="*/ 102628 w 256313"/>
                  <a:gd name="connsiteY2" fmla="*/ 117500 h 179294"/>
                  <a:gd name="connsiteX3" fmla="*/ 43654 w 256313"/>
                  <a:gd name="connsiteY3" fmla="*/ 58782 h 179294"/>
                  <a:gd name="connsiteX4" fmla="*/ 7500 w 256313"/>
                  <a:gd name="connsiteY4" fmla="*/ 58782 h 179294"/>
                  <a:gd name="connsiteX5" fmla="*/ 7500 w 256313"/>
                  <a:gd name="connsiteY5" fmla="*/ 94936 h 179294"/>
                  <a:gd name="connsiteX6" fmla="*/ 84423 w 256313"/>
                  <a:gd name="connsiteY6" fmla="*/ 171858 h 179294"/>
                  <a:gd name="connsiteX7" fmla="*/ 102628 w 256313"/>
                  <a:gd name="connsiteY7" fmla="*/ 179294 h 179294"/>
                  <a:gd name="connsiteX8" fmla="*/ 120833 w 256313"/>
                  <a:gd name="connsiteY8" fmla="*/ 171858 h 179294"/>
                  <a:gd name="connsiteX9" fmla="*/ 249038 w 256313"/>
                  <a:gd name="connsiteY9" fmla="*/ 43654 h 179294"/>
                  <a:gd name="connsiteX10" fmla="*/ 248781 w 256313"/>
                  <a:gd name="connsiteY10" fmla="*/ 7500 h 179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313" h="179294">
                    <a:moveTo>
                      <a:pt x="248781" y="7500"/>
                    </a:moveTo>
                    <a:cubicBezTo>
                      <a:pt x="238781" y="-2500"/>
                      <a:pt x="222628" y="-2500"/>
                      <a:pt x="212628" y="7500"/>
                    </a:cubicBezTo>
                    <a:lnTo>
                      <a:pt x="102628" y="117500"/>
                    </a:lnTo>
                    <a:lnTo>
                      <a:pt x="43654" y="58782"/>
                    </a:lnTo>
                    <a:cubicBezTo>
                      <a:pt x="33654" y="48782"/>
                      <a:pt x="17500" y="48782"/>
                      <a:pt x="7500" y="58782"/>
                    </a:cubicBezTo>
                    <a:cubicBezTo>
                      <a:pt x="-2500" y="68782"/>
                      <a:pt x="-2500" y="84936"/>
                      <a:pt x="7500" y="94936"/>
                    </a:cubicBezTo>
                    <a:lnTo>
                      <a:pt x="84423" y="171858"/>
                    </a:lnTo>
                    <a:cubicBezTo>
                      <a:pt x="89551" y="176987"/>
                      <a:pt x="95961" y="179294"/>
                      <a:pt x="102628" y="179294"/>
                    </a:cubicBezTo>
                    <a:cubicBezTo>
                      <a:pt x="109295" y="179294"/>
                      <a:pt x="115705" y="176730"/>
                      <a:pt x="120833" y="171858"/>
                    </a:cubicBezTo>
                    <a:lnTo>
                      <a:pt x="249038" y="43654"/>
                    </a:lnTo>
                    <a:cubicBezTo>
                      <a:pt x="258781" y="33654"/>
                      <a:pt x="258781" y="17500"/>
                      <a:pt x="248781" y="7500"/>
                    </a:cubicBezTo>
                    <a:close/>
                  </a:path>
                </a:pathLst>
              </a:custGeom>
              <a:solidFill>
                <a:srgbClr val="00A7AE"/>
              </a:solidFill>
              <a:ln w="25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3" name="Graphique 163">
                <a:extLst>
                  <a:ext uri="{FF2B5EF4-FFF2-40B4-BE49-F238E27FC236}">
                    <a16:creationId xmlns:a16="http://schemas.microsoft.com/office/drawing/2014/main" id="{4FD4C532-D720-3A44-ABC8-2DD45B2C4AB4}"/>
                  </a:ext>
                </a:extLst>
              </p:cNvPr>
              <p:cNvSpPr/>
              <p:nvPr/>
            </p:nvSpPr>
            <p:spPr>
              <a:xfrm>
                <a:off x="15191306" y="8392376"/>
                <a:ext cx="512818" cy="512818"/>
              </a:xfrm>
              <a:custGeom>
                <a:avLst/>
                <a:gdLst>
                  <a:gd name="connsiteX0" fmla="*/ 256410 w 512818"/>
                  <a:gd name="connsiteY0" fmla="*/ 0 h 512818"/>
                  <a:gd name="connsiteX1" fmla="*/ 0 w 512818"/>
                  <a:gd name="connsiteY1" fmla="*/ 256410 h 512818"/>
                  <a:gd name="connsiteX2" fmla="*/ 256410 w 512818"/>
                  <a:gd name="connsiteY2" fmla="*/ 512819 h 512818"/>
                  <a:gd name="connsiteX3" fmla="*/ 512819 w 512818"/>
                  <a:gd name="connsiteY3" fmla="*/ 256410 h 512818"/>
                  <a:gd name="connsiteX4" fmla="*/ 256410 w 512818"/>
                  <a:gd name="connsiteY4" fmla="*/ 0 h 512818"/>
                  <a:gd name="connsiteX5" fmla="*/ 256410 w 512818"/>
                  <a:gd name="connsiteY5" fmla="*/ 461281 h 512818"/>
                  <a:gd name="connsiteX6" fmla="*/ 51282 w 512818"/>
                  <a:gd name="connsiteY6" fmla="*/ 256153 h 512818"/>
                  <a:gd name="connsiteX7" fmla="*/ 256410 w 512818"/>
                  <a:gd name="connsiteY7" fmla="*/ 51025 h 512818"/>
                  <a:gd name="connsiteX8" fmla="*/ 461537 w 512818"/>
                  <a:gd name="connsiteY8" fmla="*/ 256153 h 512818"/>
                  <a:gd name="connsiteX9" fmla="*/ 256410 w 512818"/>
                  <a:gd name="connsiteY9" fmla="*/ 461281 h 512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818" h="512818">
                    <a:moveTo>
                      <a:pt x="256410" y="0"/>
                    </a:moveTo>
                    <a:cubicBezTo>
                      <a:pt x="115128" y="0"/>
                      <a:pt x="0" y="114871"/>
                      <a:pt x="0" y="256410"/>
                    </a:cubicBezTo>
                    <a:cubicBezTo>
                      <a:pt x="0" y="397948"/>
                      <a:pt x="114871" y="512819"/>
                      <a:pt x="256410" y="512819"/>
                    </a:cubicBezTo>
                    <a:cubicBezTo>
                      <a:pt x="397948" y="512819"/>
                      <a:pt x="512819" y="397948"/>
                      <a:pt x="512819" y="256410"/>
                    </a:cubicBezTo>
                    <a:cubicBezTo>
                      <a:pt x="512819" y="114871"/>
                      <a:pt x="397948" y="0"/>
                      <a:pt x="256410" y="0"/>
                    </a:cubicBezTo>
                    <a:close/>
                    <a:moveTo>
                      <a:pt x="256410" y="461281"/>
                    </a:moveTo>
                    <a:cubicBezTo>
                      <a:pt x="143333" y="461281"/>
                      <a:pt x="51282" y="369230"/>
                      <a:pt x="51282" y="256153"/>
                    </a:cubicBezTo>
                    <a:cubicBezTo>
                      <a:pt x="51282" y="143077"/>
                      <a:pt x="143333" y="51025"/>
                      <a:pt x="256410" y="51025"/>
                    </a:cubicBezTo>
                    <a:cubicBezTo>
                      <a:pt x="369486" y="51025"/>
                      <a:pt x="461537" y="143077"/>
                      <a:pt x="461537" y="256153"/>
                    </a:cubicBezTo>
                    <a:cubicBezTo>
                      <a:pt x="461537" y="369230"/>
                      <a:pt x="369486" y="461281"/>
                      <a:pt x="256410" y="461281"/>
                    </a:cubicBezTo>
                    <a:close/>
                  </a:path>
                </a:pathLst>
              </a:custGeom>
              <a:solidFill>
                <a:srgbClr val="00A7AE"/>
              </a:solidFill>
              <a:ln w="25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</p:grp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4E2DDF8-24B5-B247-9D0C-AEFEEAD450BD}"/>
              </a:ext>
            </a:extLst>
          </p:cNvPr>
          <p:cNvGrpSpPr/>
          <p:nvPr/>
        </p:nvGrpSpPr>
        <p:grpSpPr>
          <a:xfrm>
            <a:off x="561" y="2658900"/>
            <a:ext cx="673832" cy="2484600"/>
            <a:chOff x="1122" y="1442582"/>
            <a:chExt cx="1347664" cy="496920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2969391-FF19-4310-84AB-1919CC419556}"/>
                </a:ext>
              </a:extLst>
            </p:cNvPr>
            <p:cNvSpPr/>
            <p:nvPr/>
          </p:nvSpPr>
          <p:spPr>
            <a:xfrm rot="16200000">
              <a:off x="-1895083" y="3338787"/>
              <a:ext cx="4969200" cy="117679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22860" rIns="45720" bIns="22860" rtlCol="0" anchor="ctr"/>
            <a:lstStyle/>
            <a:p>
              <a:pPr algn="ctr" defTabSz="685835"/>
              <a:r>
                <a:rPr lang="en-US" sz="1000" spc="150" noProof="0" dirty="0">
                  <a:solidFill>
                    <a:schemeClr val="bg1"/>
                  </a:solidFill>
                  <a:cs typeface="Calibri"/>
                </a:rPr>
                <a:t>Lorem ipsum dolor </a:t>
              </a:r>
              <a:endParaRPr lang="en-US" sz="1000" spc="150" noProof="0" dirty="0">
                <a:solidFill>
                  <a:schemeClr val="bg1"/>
                </a:solidFill>
                <a:latin typeface="Calibri" panose="020F0502020204030204"/>
                <a:cs typeface="Calibri"/>
              </a:endParaRPr>
            </a:p>
          </p:txBody>
        </p:sp>
        <p:sp>
          <p:nvSpPr>
            <p:cNvPr id="37" name="Triangle 36">
              <a:extLst>
                <a:ext uri="{FF2B5EF4-FFF2-40B4-BE49-F238E27FC236}">
                  <a16:creationId xmlns:a16="http://schemas.microsoft.com/office/drawing/2014/main" id="{E412EDBC-F01B-0940-BCD2-EB77AC296270}"/>
                </a:ext>
              </a:extLst>
            </p:cNvPr>
            <p:cNvSpPr/>
            <p:nvPr/>
          </p:nvSpPr>
          <p:spPr>
            <a:xfrm rot="5400000">
              <a:off x="1059617" y="3822515"/>
              <a:ext cx="403848" cy="17449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63BB16D-DD6F-BA4E-8853-D08346659F5B}"/>
              </a:ext>
            </a:extLst>
          </p:cNvPr>
          <p:cNvGrpSpPr/>
          <p:nvPr/>
        </p:nvGrpSpPr>
        <p:grpSpPr>
          <a:xfrm>
            <a:off x="561" y="725833"/>
            <a:ext cx="673832" cy="1955031"/>
            <a:chOff x="1122" y="6376938"/>
            <a:chExt cx="1347664" cy="3910062"/>
          </a:xfrm>
          <a:solidFill>
            <a:schemeClr val="tx1">
              <a:alpha val="85000"/>
            </a:schemeClr>
          </a:solidFill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7FFCFFE-670D-4AF6-9501-07930DAE8630}"/>
                </a:ext>
              </a:extLst>
            </p:cNvPr>
            <p:cNvSpPr/>
            <p:nvPr/>
          </p:nvSpPr>
          <p:spPr>
            <a:xfrm rot="16200000">
              <a:off x="-1365309" y="7743369"/>
              <a:ext cx="3910062" cy="117720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22860" rIns="45720" bIns="22860" rtlCol="0" anchor="ctr"/>
            <a:lstStyle/>
            <a:p>
              <a:pPr algn="ctr" defTabSz="685835"/>
              <a:r>
                <a:rPr lang="en-US" sz="1000" spc="150" noProof="0" dirty="0">
                  <a:solidFill>
                    <a:schemeClr val="bg1"/>
                  </a:solidFill>
                  <a:cs typeface="Calibri"/>
                </a:rPr>
                <a:t>Lorem ipsum dolor </a:t>
              </a:r>
              <a:endParaRPr lang="en-US" sz="1000" spc="150" noProof="0" dirty="0">
                <a:solidFill>
                  <a:schemeClr val="bg1"/>
                </a:solidFill>
                <a:latin typeface="Calibri" panose="020F0502020204030204"/>
                <a:cs typeface="Calibri"/>
              </a:endParaRPr>
            </a:p>
          </p:txBody>
        </p:sp>
        <p:sp>
          <p:nvSpPr>
            <p:cNvPr id="42" name="Triangle 41">
              <a:extLst>
                <a:ext uri="{FF2B5EF4-FFF2-40B4-BE49-F238E27FC236}">
                  <a16:creationId xmlns:a16="http://schemas.microsoft.com/office/drawing/2014/main" id="{1AB4901D-CE00-A44B-8CBB-93FF51B1B712}"/>
                </a:ext>
              </a:extLst>
            </p:cNvPr>
            <p:cNvSpPr/>
            <p:nvPr/>
          </p:nvSpPr>
          <p:spPr>
            <a:xfrm rot="5400000">
              <a:off x="1059617" y="8244724"/>
              <a:ext cx="403848" cy="17449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sp>
        <p:nvSpPr>
          <p:cNvPr id="38" name="Google Shape;208;p23">
            <a:extLst>
              <a:ext uri="{FF2B5EF4-FFF2-40B4-BE49-F238E27FC236}">
                <a16:creationId xmlns:a16="http://schemas.microsoft.com/office/drawing/2014/main" id="{3D27108E-92E4-D342-B508-AAA36F586F15}"/>
              </a:ext>
            </a:extLst>
          </p:cNvPr>
          <p:cNvSpPr txBox="1"/>
          <p:nvPr/>
        </p:nvSpPr>
        <p:spPr>
          <a:xfrm>
            <a:off x="1354987" y="3226950"/>
            <a:ext cx="2275026" cy="140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endParaRPr lang="en-US" sz="800" noProof="0" dirty="0">
              <a:solidFill>
                <a:schemeClr val="accent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</a:t>
            </a:r>
            <a:r>
              <a:rPr lang="en-US" sz="800" noProof="0" dirty="0">
                <a:solidFill>
                  <a:schemeClr val="accent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|</a:t>
            </a: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ipsum </a:t>
            </a:r>
            <a:r>
              <a:rPr lang="en-US" sz="800" noProof="0" dirty="0">
                <a:solidFill>
                  <a:schemeClr val="accent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|</a:t>
            </a: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dolor </a:t>
            </a:r>
            <a:r>
              <a:rPr lang="en-US" sz="800" noProof="0" dirty="0">
                <a:solidFill>
                  <a:schemeClr val="accent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|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endParaRPr lang="en-US" sz="800" noProof="0" dirty="0">
              <a:solidFill>
                <a:schemeClr val="accent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A3367322-D744-C349-B63C-C33EDBA85EB0}"/>
              </a:ext>
            </a:extLst>
          </p:cNvPr>
          <p:cNvGrpSpPr/>
          <p:nvPr/>
        </p:nvGrpSpPr>
        <p:grpSpPr>
          <a:xfrm>
            <a:off x="1354987" y="2884618"/>
            <a:ext cx="2100854" cy="229415"/>
            <a:chOff x="212726" y="2789886"/>
            <a:chExt cx="3923846" cy="458830"/>
          </a:xfrm>
          <a:solidFill>
            <a:schemeClr val="accent4"/>
          </a:solidFill>
        </p:grpSpPr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F438E603-D513-C645-B4E3-FC17AEFFB08B}"/>
                </a:ext>
              </a:extLst>
            </p:cNvPr>
            <p:cNvSpPr txBox="1"/>
            <p:nvPr/>
          </p:nvSpPr>
          <p:spPr>
            <a:xfrm>
              <a:off x="212726" y="2789886"/>
              <a:ext cx="3923846" cy="382698"/>
            </a:xfrm>
            <a:prstGeom prst="rect">
              <a:avLst/>
            </a:prstGeom>
            <a:grpFill/>
          </p:spPr>
          <p:txBody>
            <a:bodyPr lIns="0" tIns="0" rIns="0" bIns="0" anchor="ctr" anchorCtr="0"/>
            <a:lstStyle>
              <a:defPPr>
                <a:defRPr lang="uk-UA"/>
              </a:defPPr>
              <a:lvl1pPr algn="ctr">
                <a:lnSpc>
                  <a:spcPct val="90000"/>
                </a:lnSpc>
                <a:spcBef>
                  <a:spcPct val="0"/>
                </a:spcBef>
                <a:buNone/>
                <a:defRPr sz="2000" b="1" kern="0" cap="all" spc="300">
                  <a:solidFill>
                    <a:schemeClr val="accent5"/>
                  </a:solidFill>
                  <a:latin typeface="Calibri" panose="020F0502020204030204" pitchFamily="34" charset="0"/>
                  <a:ea typeface="+mj-ea"/>
                  <a:cs typeface="Calibri" panose="020F0502020204030204" pitchFamily="34" charset="0"/>
                </a:defRPr>
              </a:lvl1pPr>
            </a:lstStyle>
            <a:p>
              <a:pPr defTabSz="685835"/>
              <a:r>
                <a:rPr lang="en-US" sz="900" noProof="0" dirty="0">
                  <a:solidFill>
                    <a:srgbClr val="FFFFFF"/>
                  </a:solidFill>
                </a:rPr>
                <a:t>TITLE</a:t>
              </a:r>
            </a:p>
          </p:txBody>
        </p:sp>
        <p:sp>
          <p:nvSpPr>
            <p:cNvPr id="44" name="Triangle 31">
              <a:extLst>
                <a:ext uri="{FF2B5EF4-FFF2-40B4-BE49-F238E27FC236}">
                  <a16:creationId xmlns:a16="http://schemas.microsoft.com/office/drawing/2014/main" id="{87F2A3DC-2328-7D44-B3E5-7977E6615D05}"/>
                </a:ext>
              </a:extLst>
            </p:cNvPr>
            <p:cNvSpPr/>
            <p:nvPr/>
          </p:nvSpPr>
          <p:spPr>
            <a:xfrm rot="10800000">
              <a:off x="1997127" y="3086957"/>
              <a:ext cx="355044" cy="16175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706D7E93-3FA8-BC49-95D1-68F0C4A283B0}"/>
              </a:ext>
            </a:extLst>
          </p:cNvPr>
          <p:cNvGrpSpPr/>
          <p:nvPr/>
        </p:nvGrpSpPr>
        <p:grpSpPr>
          <a:xfrm>
            <a:off x="4015441" y="2901936"/>
            <a:ext cx="4141904" cy="229415"/>
            <a:chOff x="-311656" y="2789886"/>
            <a:chExt cx="4448228" cy="458830"/>
          </a:xfrm>
          <a:solidFill>
            <a:schemeClr val="accent5">
              <a:lumMod val="50000"/>
            </a:schemeClr>
          </a:solidFill>
        </p:grpSpPr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6DF698F7-C747-4A4C-A1E2-A77998759351}"/>
                </a:ext>
              </a:extLst>
            </p:cNvPr>
            <p:cNvSpPr txBox="1"/>
            <p:nvPr/>
          </p:nvSpPr>
          <p:spPr>
            <a:xfrm>
              <a:off x="-311656" y="2789886"/>
              <a:ext cx="4448228" cy="382698"/>
            </a:xfrm>
            <a:prstGeom prst="rect">
              <a:avLst/>
            </a:prstGeom>
            <a:grpFill/>
          </p:spPr>
          <p:txBody>
            <a:bodyPr lIns="0" tIns="0" rIns="0" bIns="0" anchor="ctr" anchorCtr="0"/>
            <a:lstStyle>
              <a:defPPr>
                <a:defRPr lang="uk-UA"/>
              </a:defPPr>
              <a:lvl1pPr algn="ctr">
                <a:lnSpc>
                  <a:spcPct val="90000"/>
                </a:lnSpc>
                <a:spcBef>
                  <a:spcPct val="0"/>
                </a:spcBef>
                <a:buNone/>
                <a:defRPr sz="2000" b="1" kern="0" cap="all" spc="300">
                  <a:solidFill>
                    <a:schemeClr val="accent5"/>
                  </a:solidFill>
                  <a:latin typeface="Calibri" panose="020F0502020204030204" pitchFamily="34" charset="0"/>
                  <a:ea typeface="+mj-ea"/>
                  <a:cs typeface="Calibri" panose="020F0502020204030204" pitchFamily="34" charset="0"/>
                </a:defRPr>
              </a:lvl1pPr>
            </a:lstStyle>
            <a:p>
              <a:pPr defTabSz="685835"/>
              <a:r>
                <a:rPr lang="en-US" sz="900" noProof="0" dirty="0">
                  <a:solidFill>
                    <a:srgbClr val="FFFFFF"/>
                  </a:solidFill>
                </a:rPr>
                <a:t>TITLE</a:t>
              </a:r>
            </a:p>
          </p:txBody>
        </p:sp>
        <p:sp>
          <p:nvSpPr>
            <p:cNvPr id="52" name="Triangle 42">
              <a:extLst>
                <a:ext uri="{FF2B5EF4-FFF2-40B4-BE49-F238E27FC236}">
                  <a16:creationId xmlns:a16="http://schemas.microsoft.com/office/drawing/2014/main" id="{64E9C582-AC1C-784E-AC3A-26F742EA5823}"/>
                </a:ext>
              </a:extLst>
            </p:cNvPr>
            <p:cNvSpPr/>
            <p:nvPr/>
          </p:nvSpPr>
          <p:spPr>
            <a:xfrm rot="10800000">
              <a:off x="1734936" y="3086957"/>
              <a:ext cx="355044" cy="16175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graphicFrame>
        <p:nvGraphicFramePr>
          <p:cNvPr id="53" name="Tableau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48292"/>
              </p:ext>
            </p:extLst>
          </p:nvPr>
        </p:nvGraphicFramePr>
        <p:xfrm>
          <a:off x="4015441" y="3265961"/>
          <a:ext cx="4141904" cy="1662500"/>
        </p:xfrm>
        <a:graphic>
          <a:graphicData uri="http://schemas.openxmlformats.org/drawingml/2006/table">
            <a:tbl>
              <a:tblPr bandRow="1"/>
              <a:tblGrid>
                <a:gridCol w="1333498">
                  <a:extLst>
                    <a:ext uri="{9D8B030D-6E8A-4147-A177-3AD203B41FA5}">
                      <a16:colId xmlns:a16="http://schemas.microsoft.com/office/drawing/2014/main" val="2848955456"/>
                    </a:ext>
                  </a:extLst>
                </a:gridCol>
                <a:gridCol w="2808406">
                  <a:extLst>
                    <a:ext uri="{9D8B030D-6E8A-4147-A177-3AD203B41FA5}">
                      <a16:colId xmlns:a16="http://schemas.microsoft.com/office/drawing/2014/main" val="3541537273"/>
                    </a:ext>
                  </a:extLst>
                </a:gridCol>
              </a:tblGrid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Lorem ipsum dolor sit </a:t>
                      </a:r>
                      <a:r>
                        <a:rPr lang="en-US" sz="7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amet</a:t>
                      </a:r>
                      <a:r>
                        <a:rPr lang="en-US" sz="7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US" sz="7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consectetur</a:t>
                      </a:r>
                      <a:r>
                        <a:rPr lang="en-US" sz="7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7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adipiscing</a:t>
                      </a:r>
                      <a:r>
                        <a:rPr lang="en-US" sz="7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7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elit</a:t>
                      </a:r>
                      <a:r>
                        <a:rPr lang="en-US" sz="7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sed do </a:t>
                      </a:r>
                      <a:r>
                        <a:rPr lang="en-US" sz="7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eiusmod</a:t>
                      </a:r>
                      <a:endParaRPr lang="en-US" sz="7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491672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881703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806946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50795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869224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686934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066471"/>
                  </a:ext>
                </a:extLst>
              </a:tr>
            </a:tbl>
          </a:graphicData>
        </a:graphic>
      </p:graphicFrame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2A30BE7-CB09-C24C-8C89-A787F84E513C}"/>
              </a:ext>
            </a:extLst>
          </p:cNvPr>
          <p:cNvCxnSpPr>
            <a:cxnSpLocks/>
          </p:cNvCxnSpPr>
          <p:nvPr/>
        </p:nvCxnSpPr>
        <p:spPr>
          <a:xfrm>
            <a:off x="3733851" y="2901936"/>
            <a:ext cx="0" cy="2026525"/>
          </a:xfrm>
          <a:prstGeom prst="line">
            <a:avLst/>
          </a:prstGeom>
          <a:ln w="15875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Diagramme 13">
            <a:extLst>
              <a:ext uri="{FF2B5EF4-FFF2-40B4-BE49-F238E27FC236}">
                <a16:creationId xmlns:a16="http://schemas.microsoft.com/office/drawing/2014/main" id="{68044285-76C4-CB42-ADCC-6643875134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7316491"/>
              </p:ext>
            </p:extLst>
          </p:nvPr>
        </p:nvGraphicFramePr>
        <p:xfrm>
          <a:off x="2190700" y="1416765"/>
          <a:ext cx="4991100" cy="682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5" name="Rectangle 64">
            <a:extLst>
              <a:ext uri="{FF2B5EF4-FFF2-40B4-BE49-F238E27FC236}">
                <a16:creationId xmlns:a16="http://schemas.microsoft.com/office/drawing/2014/main" id="{D3A7C13F-BCF9-6A43-B3CA-7BB28451F5C0}"/>
              </a:ext>
            </a:extLst>
          </p:cNvPr>
          <p:cNvSpPr/>
          <p:nvPr/>
        </p:nvSpPr>
        <p:spPr>
          <a:xfrm>
            <a:off x="3238500" y="2054610"/>
            <a:ext cx="952500" cy="265714"/>
          </a:xfrm>
          <a:prstGeom prst="rect">
            <a:avLst/>
          </a:prstGeom>
        </p:spPr>
        <p:txBody>
          <a:bodyPr wrap="square" lIns="45720" tIns="22860" rIns="45720" bIns="22860" anchor="t">
            <a:spAutoFit/>
          </a:bodyPr>
          <a:lstStyle/>
          <a:p>
            <a:pPr marL="72000" indent="-72000">
              <a:lnSpc>
                <a:spcPct val="90000"/>
              </a:lnSpc>
              <a:spcAft>
                <a:spcPts val="2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700" noProof="0" dirty="0">
                <a:solidFill>
                  <a:srgbClr val="063D67"/>
                </a:solidFill>
                <a:latin typeface="Calibri" panose="020F0502020204030204" pitchFamily="34" charset="0"/>
              </a:rPr>
              <a:t>Lorem ipsum </a:t>
            </a:r>
          </a:p>
          <a:p>
            <a:pPr marL="72000" indent="-72000">
              <a:lnSpc>
                <a:spcPct val="90000"/>
              </a:lnSpc>
              <a:spcAft>
                <a:spcPts val="2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700" noProof="0" dirty="0">
                <a:solidFill>
                  <a:srgbClr val="063D67"/>
                </a:solidFill>
                <a:latin typeface="Calibri" panose="020F0502020204030204" pitchFamily="34" charset="0"/>
              </a:rPr>
              <a:t>Lorem ipsum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0A1EEC2-D68B-FB40-BDFC-CE5F09EF5691}"/>
              </a:ext>
            </a:extLst>
          </p:cNvPr>
          <p:cNvSpPr/>
          <p:nvPr/>
        </p:nvSpPr>
        <p:spPr>
          <a:xfrm>
            <a:off x="6096000" y="2054610"/>
            <a:ext cx="952500" cy="265714"/>
          </a:xfrm>
          <a:prstGeom prst="rect">
            <a:avLst/>
          </a:prstGeom>
        </p:spPr>
        <p:txBody>
          <a:bodyPr wrap="square" lIns="45720" tIns="22860" rIns="45720" bIns="22860" anchor="t">
            <a:spAutoFit/>
          </a:bodyPr>
          <a:lstStyle/>
          <a:p>
            <a:pPr marL="72000" indent="-72000">
              <a:lnSpc>
                <a:spcPct val="90000"/>
              </a:lnSpc>
              <a:spcAft>
                <a:spcPts val="2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700" noProof="0" dirty="0">
                <a:solidFill>
                  <a:srgbClr val="063D67"/>
                </a:solidFill>
                <a:latin typeface="Calibri" panose="020F0502020204030204" pitchFamily="34" charset="0"/>
              </a:rPr>
              <a:t>Lorem ipsum </a:t>
            </a:r>
          </a:p>
          <a:p>
            <a:pPr marL="72000" indent="-72000">
              <a:lnSpc>
                <a:spcPct val="90000"/>
              </a:lnSpc>
              <a:spcAft>
                <a:spcPts val="2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700" noProof="0" dirty="0">
                <a:solidFill>
                  <a:srgbClr val="063D67"/>
                </a:solidFill>
                <a:latin typeface="Calibri" panose="020F0502020204030204" pitchFamily="34" charset="0"/>
              </a:rPr>
              <a:t>Lorem ipsum</a:t>
            </a:r>
          </a:p>
        </p:txBody>
      </p:sp>
      <p:sp>
        <p:nvSpPr>
          <p:cNvPr id="68" name="TextBox 3">
            <a:extLst>
              <a:ext uri="{FF2B5EF4-FFF2-40B4-BE49-F238E27FC236}">
                <a16:creationId xmlns:a16="http://schemas.microsoft.com/office/drawing/2014/main" id="{2588F544-027E-604E-BAFA-DF5E6E51FC21}"/>
              </a:ext>
            </a:extLst>
          </p:cNvPr>
          <p:cNvSpPr txBox="1"/>
          <p:nvPr/>
        </p:nvSpPr>
        <p:spPr>
          <a:xfrm>
            <a:off x="587147" y="893374"/>
            <a:ext cx="8556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1800" noProof="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Ipsum| Lorem Ipsum</a:t>
            </a: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A642EB10-0E59-E14C-B445-1E989D96FD53}"/>
              </a:ext>
            </a:extLst>
          </p:cNvPr>
          <p:cNvCxnSpPr>
            <a:cxnSpLocks/>
          </p:cNvCxnSpPr>
          <p:nvPr/>
        </p:nvCxnSpPr>
        <p:spPr>
          <a:xfrm>
            <a:off x="781298" y="1084287"/>
            <a:ext cx="2674543" cy="0"/>
          </a:xfrm>
          <a:prstGeom prst="line">
            <a:avLst/>
          </a:prstGeom>
          <a:ln w="12700" cap="sq">
            <a:solidFill>
              <a:schemeClr val="accent5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BFC9C03C-5061-8E45-A3DF-7E8F3B0AC33F}"/>
              </a:ext>
            </a:extLst>
          </p:cNvPr>
          <p:cNvCxnSpPr>
            <a:cxnSpLocks/>
          </p:cNvCxnSpPr>
          <p:nvPr/>
        </p:nvCxnSpPr>
        <p:spPr>
          <a:xfrm>
            <a:off x="6251690" y="1084287"/>
            <a:ext cx="2612163" cy="0"/>
          </a:xfrm>
          <a:prstGeom prst="line">
            <a:avLst/>
          </a:prstGeom>
          <a:ln w="12700" cap="sq">
            <a:solidFill>
              <a:schemeClr val="accent5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8234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B0D5B63-13BF-6584-2ADE-68FD738D39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0749" y="742950"/>
            <a:ext cx="6422502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6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965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>
            <a:extLst>
              <a:ext uri="{FF2B5EF4-FFF2-40B4-BE49-F238E27FC236}">
                <a16:creationId xmlns:a16="http://schemas.microsoft.com/office/drawing/2014/main" id="{C0EFB7E7-3B2E-DB29-1FF6-29DA7A52260B}"/>
              </a:ext>
            </a:extLst>
          </p:cNvPr>
          <p:cNvSpPr txBox="1"/>
          <p:nvPr/>
        </p:nvSpPr>
        <p:spPr>
          <a:xfrm>
            <a:off x="1406053" y="2681390"/>
            <a:ext cx="6313115" cy="9210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2700" b="1" spc="150" noProof="0" dirty="0">
                <a:solidFill>
                  <a:srgbClr val="FFFFFF"/>
                </a:solidFill>
                <a:latin typeface="Calibri" panose="020F0502020204030204" pitchFamily="34" charset="0"/>
              </a:rPr>
              <a:t>TO LEARN MORE ABOUT</a:t>
            </a:r>
          </a:p>
          <a:p>
            <a:pPr algn="ctr"/>
            <a:r>
              <a:rPr lang="en-US" sz="1550" noProof="0" dirty="0">
                <a:solidFill>
                  <a:srgbClr val="FFFFFF"/>
                </a:solidFill>
                <a:latin typeface="Calibri" panose="020F0502020204030204" pitchFamily="34" charset="0"/>
              </a:rPr>
              <a:t>OUR VISION, COMMITMENT &amp; OPPORTUNITIES</a:t>
            </a:r>
            <a:br>
              <a:rPr lang="en-US" sz="1550" noProof="0" dirty="0">
                <a:solidFill>
                  <a:srgbClr val="FFFFFF"/>
                </a:solidFill>
                <a:latin typeface="Calibri" panose="020F0502020204030204" pitchFamily="34" charset="0"/>
              </a:rPr>
            </a:br>
            <a:r>
              <a:rPr lang="en-US" sz="3300" b="1" spc="150" noProof="0" dirty="0">
                <a:solidFill>
                  <a:schemeClr val="accent5"/>
                </a:solidFill>
                <a:latin typeface="Calibri" panose="020F0502020204030204" pitchFamily="34" charset="0"/>
              </a:rPr>
              <a:t>VISIT OUR WEBSITE</a:t>
            </a:r>
            <a:endParaRPr lang="en-US" sz="3150" b="1" spc="150" noProof="0" dirty="0">
              <a:solidFill>
                <a:schemeClr val="accent5"/>
              </a:solidFill>
              <a:latin typeface="Calibri" panose="020F0502020204030204" pitchFamily="34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49591FB-9B36-B28B-D666-BC89622715BC}"/>
              </a:ext>
            </a:extLst>
          </p:cNvPr>
          <p:cNvGrpSpPr/>
          <p:nvPr/>
        </p:nvGrpSpPr>
        <p:grpSpPr>
          <a:xfrm>
            <a:off x="3340077" y="4120690"/>
            <a:ext cx="2351631" cy="628954"/>
            <a:chOff x="6505856" y="8241380"/>
            <a:chExt cx="4703262" cy="1257907"/>
          </a:xfrm>
        </p:grpSpPr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A510EA1F-8919-6799-BFE3-699CEB162E6E}"/>
                </a:ext>
              </a:extLst>
            </p:cNvPr>
            <p:cNvCxnSpPr/>
            <p:nvPr/>
          </p:nvCxnSpPr>
          <p:spPr>
            <a:xfrm>
              <a:off x="9752115" y="8383506"/>
              <a:ext cx="0" cy="1097853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aphique 5">
              <a:extLst>
                <a:ext uri="{FF2B5EF4-FFF2-40B4-BE49-F238E27FC236}">
                  <a16:creationId xmlns:a16="http://schemas.microsoft.com/office/drawing/2014/main" id="{297A012A-7179-0CFB-1B3D-F2C106D73C4E}"/>
                </a:ext>
              </a:extLst>
            </p:cNvPr>
            <p:cNvGrpSpPr/>
            <p:nvPr/>
          </p:nvGrpSpPr>
          <p:grpSpPr>
            <a:xfrm>
              <a:off x="10118730" y="8390788"/>
              <a:ext cx="1090388" cy="1090571"/>
              <a:chOff x="6309044" y="2316159"/>
              <a:chExt cx="5669911" cy="5670863"/>
            </a:xfrm>
            <a:solidFill>
              <a:srgbClr val="FFFFFF"/>
            </a:solidFill>
          </p:grpSpPr>
          <p:sp>
            <p:nvSpPr>
              <p:cNvPr id="8" name="Forme libre 7">
                <a:extLst>
                  <a:ext uri="{FF2B5EF4-FFF2-40B4-BE49-F238E27FC236}">
                    <a16:creationId xmlns:a16="http://schemas.microsoft.com/office/drawing/2014/main" id="{8274725D-DB79-4451-6C1B-4BAF3F09C498}"/>
                  </a:ext>
                </a:extLst>
              </p:cNvPr>
              <p:cNvSpPr/>
              <p:nvPr/>
            </p:nvSpPr>
            <p:spPr>
              <a:xfrm>
                <a:off x="8125395" y="5040628"/>
                <a:ext cx="2930152" cy="2943539"/>
              </a:xfrm>
              <a:custGeom>
                <a:avLst/>
                <a:gdLst>
                  <a:gd name="connsiteX0" fmla="*/ 679704 w 2930152"/>
                  <a:gd name="connsiteY0" fmla="*/ 2943540 h 2943539"/>
                  <a:gd name="connsiteX1" fmla="*/ 679704 w 2930152"/>
                  <a:gd name="connsiteY1" fmla="*/ 2740771 h 2943539"/>
                  <a:gd name="connsiteX2" fmla="*/ 643529 w 2930152"/>
                  <a:gd name="connsiteY2" fmla="*/ 2705548 h 2943539"/>
                  <a:gd name="connsiteX3" fmla="*/ 499782 w 2930152"/>
                  <a:gd name="connsiteY3" fmla="*/ 2706500 h 2943539"/>
                  <a:gd name="connsiteX4" fmla="*/ 455040 w 2930152"/>
                  <a:gd name="connsiteY4" fmla="*/ 2664613 h 2943539"/>
                  <a:gd name="connsiteX5" fmla="*/ 455040 w 2930152"/>
                  <a:gd name="connsiteY5" fmla="*/ 2520867 h 2943539"/>
                  <a:gd name="connsiteX6" fmla="*/ 416961 w 2930152"/>
                  <a:gd name="connsiteY6" fmla="*/ 2482788 h 2943539"/>
                  <a:gd name="connsiteX7" fmla="*/ 257983 w 2930152"/>
                  <a:gd name="connsiteY7" fmla="*/ 2482788 h 2943539"/>
                  <a:gd name="connsiteX8" fmla="*/ 224664 w 2930152"/>
                  <a:gd name="connsiteY8" fmla="*/ 2449469 h 2943539"/>
                  <a:gd name="connsiteX9" fmla="*/ 224664 w 2930152"/>
                  <a:gd name="connsiteY9" fmla="*/ 2295250 h 2943539"/>
                  <a:gd name="connsiteX10" fmla="*/ 179922 w 2930152"/>
                  <a:gd name="connsiteY10" fmla="*/ 2250508 h 2943539"/>
                  <a:gd name="connsiteX11" fmla="*/ 25703 w 2930152"/>
                  <a:gd name="connsiteY11" fmla="*/ 2251460 h 2943539"/>
                  <a:gd name="connsiteX12" fmla="*/ 0 w 2930152"/>
                  <a:gd name="connsiteY12" fmla="*/ 2224805 h 2943539"/>
                  <a:gd name="connsiteX13" fmla="*/ 0 w 2930152"/>
                  <a:gd name="connsiteY13" fmla="*/ 2132464 h 2943539"/>
                  <a:gd name="connsiteX14" fmla="*/ 0 w 2930152"/>
                  <a:gd name="connsiteY14" fmla="*/ 1844018 h 2943539"/>
                  <a:gd name="connsiteX15" fmla="*/ 37127 w 2930152"/>
                  <a:gd name="connsiteY15" fmla="*/ 1807844 h 2943539"/>
                  <a:gd name="connsiteX16" fmla="*/ 408394 w 2930152"/>
                  <a:gd name="connsiteY16" fmla="*/ 1807844 h 2943539"/>
                  <a:gd name="connsiteX17" fmla="*/ 443616 w 2930152"/>
                  <a:gd name="connsiteY17" fmla="*/ 1843066 h 2943539"/>
                  <a:gd name="connsiteX18" fmla="*/ 443616 w 2930152"/>
                  <a:gd name="connsiteY18" fmla="*/ 1991573 h 2943539"/>
                  <a:gd name="connsiteX19" fmla="*/ 490263 w 2930152"/>
                  <a:gd name="connsiteY19" fmla="*/ 2038219 h 2943539"/>
                  <a:gd name="connsiteX20" fmla="*/ 634010 w 2930152"/>
                  <a:gd name="connsiteY20" fmla="*/ 2038219 h 2943539"/>
                  <a:gd name="connsiteX21" fmla="*/ 667329 w 2930152"/>
                  <a:gd name="connsiteY21" fmla="*/ 2072490 h 2943539"/>
                  <a:gd name="connsiteX22" fmla="*/ 667329 w 2930152"/>
                  <a:gd name="connsiteY22" fmla="*/ 2216237 h 2943539"/>
                  <a:gd name="connsiteX23" fmla="*/ 713023 w 2930152"/>
                  <a:gd name="connsiteY23" fmla="*/ 2261932 h 2943539"/>
                  <a:gd name="connsiteX24" fmla="*/ 861530 w 2930152"/>
                  <a:gd name="connsiteY24" fmla="*/ 2261932 h 2943539"/>
                  <a:gd name="connsiteX25" fmla="*/ 896752 w 2930152"/>
                  <a:gd name="connsiteY25" fmla="*/ 2296203 h 2943539"/>
                  <a:gd name="connsiteX26" fmla="*/ 895800 w 2930152"/>
                  <a:gd name="connsiteY26" fmla="*/ 2459940 h 2943539"/>
                  <a:gd name="connsiteX27" fmla="*/ 926263 w 2930152"/>
                  <a:gd name="connsiteY27" fmla="*/ 2491356 h 2943539"/>
                  <a:gd name="connsiteX28" fmla="*/ 1094761 w 2930152"/>
                  <a:gd name="connsiteY28" fmla="*/ 2491356 h 2943539"/>
                  <a:gd name="connsiteX29" fmla="*/ 1131888 w 2930152"/>
                  <a:gd name="connsiteY29" fmla="*/ 2455181 h 2943539"/>
                  <a:gd name="connsiteX30" fmla="*/ 1131888 w 2930152"/>
                  <a:gd name="connsiteY30" fmla="*/ 2281923 h 2943539"/>
                  <a:gd name="connsiteX31" fmla="*/ 1091906 w 2930152"/>
                  <a:gd name="connsiteY31" fmla="*/ 2249556 h 2943539"/>
                  <a:gd name="connsiteX32" fmla="*/ 940543 w 2930152"/>
                  <a:gd name="connsiteY32" fmla="*/ 2249556 h 2943539"/>
                  <a:gd name="connsiteX33" fmla="*/ 908176 w 2930152"/>
                  <a:gd name="connsiteY33" fmla="*/ 2217189 h 2943539"/>
                  <a:gd name="connsiteX34" fmla="*/ 908176 w 2930152"/>
                  <a:gd name="connsiteY34" fmla="*/ 2070587 h 2943539"/>
                  <a:gd name="connsiteX35" fmla="*/ 940543 w 2930152"/>
                  <a:gd name="connsiteY35" fmla="*/ 2038219 h 2943539"/>
                  <a:gd name="connsiteX36" fmla="*/ 1087146 w 2930152"/>
                  <a:gd name="connsiteY36" fmla="*/ 2038219 h 2943539"/>
                  <a:gd name="connsiteX37" fmla="*/ 1131888 w 2930152"/>
                  <a:gd name="connsiteY37" fmla="*/ 1994429 h 2943539"/>
                  <a:gd name="connsiteX38" fmla="*/ 1131888 w 2930152"/>
                  <a:gd name="connsiteY38" fmla="*/ 1627922 h 2943539"/>
                  <a:gd name="connsiteX39" fmla="*/ 1176631 w 2930152"/>
                  <a:gd name="connsiteY39" fmla="*/ 1583180 h 2943539"/>
                  <a:gd name="connsiteX40" fmla="*/ 1313714 w 2930152"/>
                  <a:gd name="connsiteY40" fmla="*/ 1583180 h 2943539"/>
                  <a:gd name="connsiteX41" fmla="*/ 1351792 w 2930152"/>
                  <a:gd name="connsiteY41" fmla="*/ 1619354 h 2943539"/>
                  <a:gd name="connsiteX42" fmla="*/ 1351792 w 2930152"/>
                  <a:gd name="connsiteY42" fmla="*/ 1987765 h 2943539"/>
                  <a:gd name="connsiteX43" fmla="*/ 1401295 w 2930152"/>
                  <a:gd name="connsiteY43" fmla="*/ 2037268 h 2943539"/>
                  <a:gd name="connsiteX44" fmla="*/ 1547897 w 2930152"/>
                  <a:gd name="connsiteY44" fmla="*/ 2037268 h 2943539"/>
                  <a:gd name="connsiteX45" fmla="*/ 1585976 w 2930152"/>
                  <a:gd name="connsiteY45" fmla="*/ 2000141 h 2943539"/>
                  <a:gd name="connsiteX46" fmla="*/ 1585976 w 2930152"/>
                  <a:gd name="connsiteY46" fmla="*/ 1624114 h 2943539"/>
                  <a:gd name="connsiteX47" fmla="*/ 1627863 w 2930152"/>
                  <a:gd name="connsiteY47" fmla="*/ 1582228 h 2943539"/>
                  <a:gd name="connsiteX48" fmla="*/ 1779225 w 2930152"/>
                  <a:gd name="connsiteY48" fmla="*/ 1582228 h 2943539"/>
                  <a:gd name="connsiteX49" fmla="*/ 1812544 w 2930152"/>
                  <a:gd name="connsiteY49" fmla="*/ 1548909 h 2943539"/>
                  <a:gd name="connsiteX50" fmla="*/ 1811592 w 2930152"/>
                  <a:gd name="connsiteY50" fmla="*/ 935842 h 2943539"/>
                  <a:gd name="connsiteX51" fmla="*/ 1841103 w 2930152"/>
                  <a:gd name="connsiteY51" fmla="*/ 904428 h 2943539"/>
                  <a:gd name="connsiteX52" fmla="*/ 2004841 w 2930152"/>
                  <a:gd name="connsiteY52" fmla="*/ 905379 h 2943539"/>
                  <a:gd name="connsiteX53" fmla="*/ 2036256 w 2930152"/>
                  <a:gd name="connsiteY53" fmla="*/ 873965 h 2943539"/>
                  <a:gd name="connsiteX54" fmla="*/ 2036256 w 2930152"/>
                  <a:gd name="connsiteY54" fmla="*/ 702611 h 2943539"/>
                  <a:gd name="connsiteX55" fmla="*/ 2001985 w 2930152"/>
                  <a:gd name="connsiteY55" fmla="*/ 668340 h 2943539"/>
                  <a:gd name="connsiteX56" fmla="*/ 1147120 w 2930152"/>
                  <a:gd name="connsiteY56" fmla="*/ 669292 h 2943539"/>
                  <a:gd name="connsiteX57" fmla="*/ 1131888 w 2930152"/>
                  <a:gd name="connsiteY57" fmla="*/ 667388 h 2943539"/>
                  <a:gd name="connsiteX58" fmla="*/ 1131888 w 2930152"/>
                  <a:gd name="connsiteY58" fmla="*/ 480803 h 2943539"/>
                  <a:gd name="connsiteX59" fmla="*/ 1161399 w 2930152"/>
                  <a:gd name="connsiteY59" fmla="*/ 455099 h 2943539"/>
                  <a:gd name="connsiteX60" fmla="*/ 1309906 w 2930152"/>
                  <a:gd name="connsiteY60" fmla="*/ 455099 h 2943539"/>
                  <a:gd name="connsiteX61" fmla="*/ 1361312 w 2930152"/>
                  <a:gd name="connsiteY61" fmla="*/ 402741 h 2943539"/>
                  <a:gd name="connsiteX62" fmla="*/ 1361312 w 2930152"/>
                  <a:gd name="connsiteY62" fmla="*/ 260898 h 2943539"/>
                  <a:gd name="connsiteX63" fmla="*/ 1395583 w 2930152"/>
                  <a:gd name="connsiteY63" fmla="*/ 225675 h 2943539"/>
                  <a:gd name="connsiteX64" fmla="*/ 1551705 w 2930152"/>
                  <a:gd name="connsiteY64" fmla="*/ 225675 h 2943539"/>
                  <a:gd name="connsiteX65" fmla="*/ 1585024 w 2930152"/>
                  <a:gd name="connsiteY65" fmla="*/ 193309 h 2943539"/>
                  <a:gd name="connsiteX66" fmla="*/ 1585024 w 2930152"/>
                  <a:gd name="connsiteY66" fmla="*/ 27667 h 2943539"/>
                  <a:gd name="connsiteX67" fmla="*/ 1611679 w 2930152"/>
                  <a:gd name="connsiteY67" fmla="*/ 1011 h 2943539"/>
                  <a:gd name="connsiteX68" fmla="*/ 1775417 w 2930152"/>
                  <a:gd name="connsiteY68" fmla="*/ 60 h 2943539"/>
                  <a:gd name="connsiteX69" fmla="*/ 1804928 w 2930152"/>
                  <a:gd name="connsiteY69" fmla="*/ 30522 h 2943539"/>
                  <a:gd name="connsiteX70" fmla="*/ 1803976 w 2930152"/>
                  <a:gd name="connsiteY70" fmla="*/ 184741 h 2943539"/>
                  <a:gd name="connsiteX71" fmla="*/ 1844911 w 2930152"/>
                  <a:gd name="connsiteY71" fmla="*/ 224723 h 2943539"/>
                  <a:gd name="connsiteX72" fmla="*/ 2220938 w 2930152"/>
                  <a:gd name="connsiteY72" fmla="*/ 223772 h 2943539"/>
                  <a:gd name="connsiteX73" fmla="*/ 2251401 w 2930152"/>
                  <a:gd name="connsiteY73" fmla="*/ 255186 h 2943539"/>
                  <a:gd name="connsiteX74" fmla="*/ 2250449 w 2930152"/>
                  <a:gd name="connsiteY74" fmla="*/ 411309 h 2943539"/>
                  <a:gd name="connsiteX75" fmla="*/ 2292335 w 2930152"/>
                  <a:gd name="connsiteY75" fmla="*/ 453195 h 2943539"/>
                  <a:gd name="connsiteX76" fmla="*/ 2448458 w 2930152"/>
                  <a:gd name="connsiteY76" fmla="*/ 452244 h 2943539"/>
                  <a:gd name="connsiteX77" fmla="*/ 2477969 w 2930152"/>
                  <a:gd name="connsiteY77" fmla="*/ 482706 h 2943539"/>
                  <a:gd name="connsiteX78" fmla="*/ 2477969 w 2930152"/>
                  <a:gd name="connsiteY78" fmla="*/ 641685 h 2943539"/>
                  <a:gd name="connsiteX79" fmla="*/ 2452266 w 2930152"/>
                  <a:gd name="connsiteY79" fmla="*/ 667388 h 2943539"/>
                  <a:gd name="connsiteX80" fmla="*/ 2283767 w 2930152"/>
                  <a:gd name="connsiteY80" fmla="*/ 666436 h 2943539"/>
                  <a:gd name="connsiteX81" fmla="*/ 2250449 w 2930152"/>
                  <a:gd name="connsiteY81" fmla="*/ 699755 h 2943539"/>
                  <a:gd name="connsiteX82" fmla="*/ 2250449 w 2930152"/>
                  <a:gd name="connsiteY82" fmla="*/ 875869 h 2943539"/>
                  <a:gd name="connsiteX83" fmla="*/ 2278056 w 2930152"/>
                  <a:gd name="connsiteY83" fmla="*/ 903476 h 2943539"/>
                  <a:gd name="connsiteX84" fmla="*/ 2456073 w 2930152"/>
                  <a:gd name="connsiteY84" fmla="*/ 903476 h 2943539"/>
                  <a:gd name="connsiteX85" fmla="*/ 2487488 w 2930152"/>
                  <a:gd name="connsiteY85" fmla="*/ 871109 h 2943539"/>
                  <a:gd name="connsiteX86" fmla="*/ 2486536 w 2930152"/>
                  <a:gd name="connsiteY86" fmla="*/ 705466 h 2943539"/>
                  <a:gd name="connsiteX87" fmla="*/ 2515095 w 2930152"/>
                  <a:gd name="connsiteY87" fmla="*/ 676907 h 2943539"/>
                  <a:gd name="connsiteX88" fmla="*/ 2674074 w 2930152"/>
                  <a:gd name="connsiteY88" fmla="*/ 676907 h 2943539"/>
                  <a:gd name="connsiteX89" fmla="*/ 2701681 w 2930152"/>
                  <a:gd name="connsiteY89" fmla="*/ 706418 h 2943539"/>
                  <a:gd name="connsiteX90" fmla="*/ 2700729 w 2930152"/>
                  <a:gd name="connsiteY90" fmla="*/ 867301 h 2943539"/>
                  <a:gd name="connsiteX91" fmla="*/ 2734999 w 2930152"/>
                  <a:gd name="connsiteY91" fmla="*/ 903476 h 2943539"/>
                  <a:gd name="connsiteX92" fmla="*/ 2898738 w 2930152"/>
                  <a:gd name="connsiteY92" fmla="*/ 903476 h 2943539"/>
                  <a:gd name="connsiteX93" fmla="*/ 2930153 w 2930152"/>
                  <a:gd name="connsiteY93" fmla="*/ 933938 h 2943539"/>
                  <a:gd name="connsiteX94" fmla="*/ 2930153 w 2930152"/>
                  <a:gd name="connsiteY94" fmla="*/ 1988717 h 2943539"/>
                  <a:gd name="connsiteX95" fmla="*/ 2893978 w 2930152"/>
                  <a:gd name="connsiteY95" fmla="*/ 2023940 h 2943539"/>
                  <a:gd name="connsiteX96" fmla="*/ 2505576 w 2930152"/>
                  <a:gd name="connsiteY96" fmla="*/ 2022036 h 2943539"/>
                  <a:gd name="connsiteX97" fmla="*/ 2477017 w 2930152"/>
                  <a:gd name="connsiteY97" fmla="*/ 2051547 h 2943539"/>
                  <a:gd name="connsiteX98" fmla="*/ 2477017 w 2930152"/>
                  <a:gd name="connsiteY98" fmla="*/ 2212429 h 2943539"/>
                  <a:gd name="connsiteX99" fmla="*/ 2443698 w 2930152"/>
                  <a:gd name="connsiteY99" fmla="*/ 2246700 h 2943539"/>
                  <a:gd name="connsiteX100" fmla="*/ 2284719 w 2930152"/>
                  <a:gd name="connsiteY100" fmla="*/ 2246700 h 2943539"/>
                  <a:gd name="connsiteX101" fmla="*/ 2256160 w 2930152"/>
                  <a:gd name="connsiteY101" fmla="*/ 2218141 h 2943539"/>
                  <a:gd name="connsiteX102" fmla="*/ 2257112 w 2930152"/>
                  <a:gd name="connsiteY102" fmla="*/ 2063923 h 2943539"/>
                  <a:gd name="connsiteX103" fmla="*/ 2214274 w 2930152"/>
                  <a:gd name="connsiteY103" fmla="*/ 2022036 h 2943539"/>
                  <a:gd name="connsiteX104" fmla="*/ 2065767 w 2930152"/>
                  <a:gd name="connsiteY104" fmla="*/ 2022036 h 2943539"/>
                  <a:gd name="connsiteX105" fmla="*/ 2025784 w 2930152"/>
                  <a:gd name="connsiteY105" fmla="*/ 2061067 h 2943539"/>
                  <a:gd name="connsiteX106" fmla="*/ 2026736 w 2930152"/>
                  <a:gd name="connsiteY106" fmla="*/ 2215286 h 2943539"/>
                  <a:gd name="connsiteX107" fmla="*/ 1996274 w 2930152"/>
                  <a:gd name="connsiteY107" fmla="*/ 2246700 h 2943539"/>
                  <a:gd name="connsiteX108" fmla="*/ 1840151 w 2930152"/>
                  <a:gd name="connsiteY108" fmla="*/ 2245748 h 2943539"/>
                  <a:gd name="connsiteX109" fmla="*/ 1803024 w 2930152"/>
                  <a:gd name="connsiteY109" fmla="*/ 2282875 h 2943539"/>
                  <a:gd name="connsiteX110" fmla="*/ 1803024 w 2930152"/>
                  <a:gd name="connsiteY110" fmla="*/ 2446613 h 2943539"/>
                  <a:gd name="connsiteX111" fmla="*/ 1770658 w 2930152"/>
                  <a:gd name="connsiteY111" fmla="*/ 2478028 h 2943539"/>
                  <a:gd name="connsiteX112" fmla="*/ 1614535 w 2930152"/>
                  <a:gd name="connsiteY112" fmla="*/ 2478028 h 2943539"/>
                  <a:gd name="connsiteX113" fmla="*/ 1584072 w 2930152"/>
                  <a:gd name="connsiteY113" fmla="*/ 2448517 h 2943539"/>
                  <a:gd name="connsiteX114" fmla="*/ 1585024 w 2930152"/>
                  <a:gd name="connsiteY114" fmla="*/ 2289539 h 2943539"/>
                  <a:gd name="connsiteX115" fmla="*/ 1542186 w 2930152"/>
                  <a:gd name="connsiteY115" fmla="*/ 2245748 h 2943539"/>
                  <a:gd name="connsiteX116" fmla="*/ 1381303 w 2930152"/>
                  <a:gd name="connsiteY116" fmla="*/ 2245748 h 2943539"/>
                  <a:gd name="connsiteX117" fmla="*/ 1350840 w 2930152"/>
                  <a:gd name="connsiteY117" fmla="*/ 2277163 h 2943539"/>
                  <a:gd name="connsiteX118" fmla="*/ 1350840 w 2930152"/>
                  <a:gd name="connsiteY118" fmla="*/ 2897845 h 2943539"/>
                  <a:gd name="connsiteX119" fmla="*/ 1350840 w 2930152"/>
                  <a:gd name="connsiteY119" fmla="*/ 2938780 h 2943539"/>
                  <a:gd name="connsiteX120" fmla="*/ 679704 w 2930152"/>
                  <a:gd name="connsiteY120" fmla="*/ 2943540 h 2943539"/>
                  <a:gd name="connsiteX121" fmla="*/ 2031496 w 2930152"/>
                  <a:gd name="connsiteY121" fmla="*/ 1464184 h 2943539"/>
                  <a:gd name="connsiteX122" fmla="*/ 2031496 w 2930152"/>
                  <a:gd name="connsiteY122" fmla="*/ 1769765 h 2943539"/>
                  <a:gd name="connsiteX123" fmla="*/ 2070527 w 2930152"/>
                  <a:gd name="connsiteY123" fmla="*/ 1809748 h 2943539"/>
                  <a:gd name="connsiteX124" fmla="*/ 2671218 w 2930152"/>
                  <a:gd name="connsiteY124" fmla="*/ 1809748 h 2943539"/>
                  <a:gd name="connsiteX125" fmla="*/ 2716912 w 2930152"/>
                  <a:gd name="connsiteY125" fmla="*/ 1765005 h 2943539"/>
                  <a:gd name="connsiteX126" fmla="*/ 2716912 w 2930152"/>
                  <a:gd name="connsiteY126" fmla="*/ 1164314 h 2943539"/>
                  <a:gd name="connsiteX127" fmla="*/ 2677881 w 2930152"/>
                  <a:gd name="connsiteY127" fmla="*/ 1125284 h 2943539"/>
                  <a:gd name="connsiteX128" fmla="*/ 2067671 w 2930152"/>
                  <a:gd name="connsiteY128" fmla="*/ 1125284 h 2943539"/>
                  <a:gd name="connsiteX129" fmla="*/ 2032448 w 2930152"/>
                  <a:gd name="connsiteY129" fmla="*/ 1160507 h 2943539"/>
                  <a:gd name="connsiteX130" fmla="*/ 2031496 w 2930152"/>
                  <a:gd name="connsiteY130" fmla="*/ 1464184 h 2943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2930152" h="2943539">
                    <a:moveTo>
                      <a:pt x="679704" y="2943540"/>
                    </a:moveTo>
                    <a:cubicBezTo>
                      <a:pt x="679704" y="2875950"/>
                      <a:pt x="679704" y="2808361"/>
                      <a:pt x="679704" y="2740771"/>
                    </a:cubicBezTo>
                    <a:cubicBezTo>
                      <a:pt x="679704" y="2715068"/>
                      <a:pt x="670184" y="2705548"/>
                      <a:pt x="643529" y="2705548"/>
                    </a:cubicBezTo>
                    <a:cubicBezTo>
                      <a:pt x="595931" y="2705548"/>
                      <a:pt x="547381" y="2705548"/>
                      <a:pt x="499782" y="2706500"/>
                    </a:cubicBezTo>
                    <a:cubicBezTo>
                      <a:pt x="460752" y="2707452"/>
                      <a:pt x="455040" y="2701740"/>
                      <a:pt x="455040" y="2664613"/>
                    </a:cubicBezTo>
                    <a:cubicBezTo>
                      <a:pt x="455040" y="2617015"/>
                      <a:pt x="455040" y="2568465"/>
                      <a:pt x="455040" y="2520867"/>
                    </a:cubicBezTo>
                    <a:cubicBezTo>
                      <a:pt x="455040" y="2491356"/>
                      <a:pt x="446472" y="2482788"/>
                      <a:pt x="416961" y="2482788"/>
                    </a:cubicBezTo>
                    <a:cubicBezTo>
                      <a:pt x="363651" y="2482788"/>
                      <a:pt x="311293" y="2482788"/>
                      <a:pt x="257983" y="2482788"/>
                    </a:cubicBezTo>
                    <a:cubicBezTo>
                      <a:pt x="227520" y="2482788"/>
                      <a:pt x="224664" y="2480884"/>
                      <a:pt x="224664" y="2449469"/>
                    </a:cubicBezTo>
                    <a:cubicBezTo>
                      <a:pt x="224664" y="2398063"/>
                      <a:pt x="224664" y="2346657"/>
                      <a:pt x="224664" y="2295250"/>
                    </a:cubicBezTo>
                    <a:cubicBezTo>
                      <a:pt x="224664" y="2254316"/>
                      <a:pt x="219904" y="2250508"/>
                      <a:pt x="179922" y="2250508"/>
                    </a:cubicBezTo>
                    <a:cubicBezTo>
                      <a:pt x="128515" y="2250508"/>
                      <a:pt x="77109" y="2250508"/>
                      <a:pt x="25703" y="2251460"/>
                    </a:cubicBezTo>
                    <a:cubicBezTo>
                      <a:pt x="5712" y="2252412"/>
                      <a:pt x="0" y="2242892"/>
                      <a:pt x="0" y="2224805"/>
                    </a:cubicBezTo>
                    <a:cubicBezTo>
                      <a:pt x="0" y="2194342"/>
                      <a:pt x="0" y="2162927"/>
                      <a:pt x="0" y="2132464"/>
                    </a:cubicBezTo>
                    <a:cubicBezTo>
                      <a:pt x="0" y="2036316"/>
                      <a:pt x="0" y="1940167"/>
                      <a:pt x="0" y="1844018"/>
                    </a:cubicBezTo>
                    <a:cubicBezTo>
                      <a:pt x="0" y="1808796"/>
                      <a:pt x="1904" y="1807844"/>
                      <a:pt x="37127" y="1807844"/>
                    </a:cubicBezTo>
                    <a:cubicBezTo>
                      <a:pt x="160882" y="1808796"/>
                      <a:pt x="284638" y="1807844"/>
                      <a:pt x="408394" y="1807844"/>
                    </a:cubicBezTo>
                    <a:cubicBezTo>
                      <a:pt x="443616" y="1807844"/>
                      <a:pt x="443616" y="1807844"/>
                      <a:pt x="443616" y="1843066"/>
                    </a:cubicBezTo>
                    <a:cubicBezTo>
                      <a:pt x="443616" y="1892569"/>
                      <a:pt x="443616" y="1942071"/>
                      <a:pt x="443616" y="1991573"/>
                    </a:cubicBezTo>
                    <a:cubicBezTo>
                      <a:pt x="443616" y="2026796"/>
                      <a:pt x="454088" y="2038219"/>
                      <a:pt x="490263" y="2038219"/>
                    </a:cubicBezTo>
                    <a:cubicBezTo>
                      <a:pt x="537861" y="2038219"/>
                      <a:pt x="586411" y="2038219"/>
                      <a:pt x="634010" y="2038219"/>
                    </a:cubicBezTo>
                    <a:cubicBezTo>
                      <a:pt x="663521" y="2038219"/>
                      <a:pt x="667329" y="2042028"/>
                      <a:pt x="667329" y="2072490"/>
                    </a:cubicBezTo>
                    <a:cubicBezTo>
                      <a:pt x="667329" y="2120089"/>
                      <a:pt x="667329" y="2168639"/>
                      <a:pt x="667329" y="2216237"/>
                    </a:cubicBezTo>
                    <a:cubicBezTo>
                      <a:pt x="667329" y="2249556"/>
                      <a:pt x="678752" y="2261932"/>
                      <a:pt x="713023" y="2261932"/>
                    </a:cubicBezTo>
                    <a:cubicBezTo>
                      <a:pt x="762525" y="2261932"/>
                      <a:pt x="812027" y="2261932"/>
                      <a:pt x="861530" y="2261932"/>
                    </a:cubicBezTo>
                    <a:cubicBezTo>
                      <a:pt x="893896" y="2261932"/>
                      <a:pt x="896752" y="2264787"/>
                      <a:pt x="896752" y="2296203"/>
                    </a:cubicBezTo>
                    <a:cubicBezTo>
                      <a:pt x="896752" y="2350464"/>
                      <a:pt x="897704" y="2405679"/>
                      <a:pt x="895800" y="2459940"/>
                    </a:cubicBezTo>
                    <a:cubicBezTo>
                      <a:pt x="894848" y="2482788"/>
                      <a:pt x="905320" y="2491356"/>
                      <a:pt x="926263" y="2491356"/>
                    </a:cubicBezTo>
                    <a:cubicBezTo>
                      <a:pt x="982429" y="2491356"/>
                      <a:pt x="1038595" y="2491356"/>
                      <a:pt x="1094761" y="2491356"/>
                    </a:cubicBezTo>
                    <a:cubicBezTo>
                      <a:pt x="1118561" y="2491356"/>
                      <a:pt x="1131888" y="2479932"/>
                      <a:pt x="1131888" y="2455181"/>
                    </a:cubicBezTo>
                    <a:cubicBezTo>
                      <a:pt x="1132840" y="2397111"/>
                      <a:pt x="1132840" y="2339993"/>
                      <a:pt x="1131888" y="2281923"/>
                    </a:cubicBezTo>
                    <a:cubicBezTo>
                      <a:pt x="1131888" y="2258124"/>
                      <a:pt x="1119513" y="2249556"/>
                      <a:pt x="1091906" y="2249556"/>
                    </a:cubicBezTo>
                    <a:cubicBezTo>
                      <a:pt x="1041451" y="2249556"/>
                      <a:pt x="990997" y="2249556"/>
                      <a:pt x="940543" y="2249556"/>
                    </a:cubicBezTo>
                    <a:cubicBezTo>
                      <a:pt x="911984" y="2249556"/>
                      <a:pt x="908176" y="2245748"/>
                      <a:pt x="908176" y="2217189"/>
                    </a:cubicBezTo>
                    <a:cubicBezTo>
                      <a:pt x="908176" y="2168639"/>
                      <a:pt x="908176" y="2119137"/>
                      <a:pt x="908176" y="2070587"/>
                    </a:cubicBezTo>
                    <a:cubicBezTo>
                      <a:pt x="908176" y="2042028"/>
                      <a:pt x="911984" y="2038219"/>
                      <a:pt x="940543" y="2038219"/>
                    </a:cubicBezTo>
                    <a:cubicBezTo>
                      <a:pt x="989093" y="2038219"/>
                      <a:pt x="1038595" y="2038219"/>
                      <a:pt x="1087146" y="2038219"/>
                    </a:cubicBezTo>
                    <a:cubicBezTo>
                      <a:pt x="1124272" y="2038219"/>
                      <a:pt x="1131888" y="2029652"/>
                      <a:pt x="1131888" y="1994429"/>
                    </a:cubicBezTo>
                    <a:cubicBezTo>
                      <a:pt x="1131888" y="1872577"/>
                      <a:pt x="1131888" y="1749774"/>
                      <a:pt x="1131888" y="1627922"/>
                    </a:cubicBezTo>
                    <a:cubicBezTo>
                      <a:pt x="1131888" y="1588891"/>
                      <a:pt x="1137600" y="1583180"/>
                      <a:pt x="1176631" y="1583180"/>
                    </a:cubicBezTo>
                    <a:cubicBezTo>
                      <a:pt x="1222325" y="1583180"/>
                      <a:pt x="1268019" y="1583180"/>
                      <a:pt x="1313714" y="1583180"/>
                    </a:cubicBezTo>
                    <a:cubicBezTo>
                      <a:pt x="1345128" y="1583180"/>
                      <a:pt x="1351792" y="1588891"/>
                      <a:pt x="1351792" y="1619354"/>
                    </a:cubicBezTo>
                    <a:cubicBezTo>
                      <a:pt x="1351792" y="1742158"/>
                      <a:pt x="1351792" y="1864962"/>
                      <a:pt x="1351792" y="1987765"/>
                    </a:cubicBezTo>
                    <a:cubicBezTo>
                      <a:pt x="1351792" y="2028700"/>
                      <a:pt x="1360360" y="2038219"/>
                      <a:pt x="1401295" y="2037268"/>
                    </a:cubicBezTo>
                    <a:cubicBezTo>
                      <a:pt x="1449845" y="2037268"/>
                      <a:pt x="1499347" y="2037268"/>
                      <a:pt x="1547897" y="2037268"/>
                    </a:cubicBezTo>
                    <a:cubicBezTo>
                      <a:pt x="1582168" y="2037268"/>
                      <a:pt x="1585976" y="2033460"/>
                      <a:pt x="1585976" y="2000141"/>
                    </a:cubicBezTo>
                    <a:cubicBezTo>
                      <a:pt x="1585976" y="1874481"/>
                      <a:pt x="1585976" y="1749774"/>
                      <a:pt x="1585976" y="1624114"/>
                    </a:cubicBezTo>
                    <a:cubicBezTo>
                      <a:pt x="1585976" y="1582228"/>
                      <a:pt x="1585976" y="1582228"/>
                      <a:pt x="1627863" y="1582228"/>
                    </a:cubicBezTo>
                    <a:cubicBezTo>
                      <a:pt x="1678317" y="1582228"/>
                      <a:pt x="1728771" y="1582228"/>
                      <a:pt x="1779225" y="1582228"/>
                    </a:cubicBezTo>
                    <a:cubicBezTo>
                      <a:pt x="1805880" y="1582228"/>
                      <a:pt x="1812544" y="1576516"/>
                      <a:pt x="1812544" y="1548909"/>
                    </a:cubicBezTo>
                    <a:cubicBezTo>
                      <a:pt x="1812544" y="1344236"/>
                      <a:pt x="1812544" y="1140515"/>
                      <a:pt x="1811592" y="935842"/>
                    </a:cubicBezTo>
                    <a:cubicBezTo>
                      <a:pt x="1811592" y="912995"/>
                      <a:pt x="1817304" y="903476"/>
                      <a:pt x="1841103" y="904428"/>
                    </a:cubicBezTo>
                    <a:cubicBezTo>
                      <a:pt x="1895365" y="905379"/>
                      <a:pt x="1950579" y="904428"/>
                      <a:pt x="2004841" y="905379"/>
                    </a:cubicBezTo>
                    <a:cubicBezTo>
                      <a:pt x="2027688" y="905379"/>
                      <a:pt x="2037208" y="896812"/>
                      <a:pt x="2036256" y="873965"/>
                    </a:cubicBezTo>
                    <a:cubicBezTo>
                      <a:pt x="2035304" y="816847"/>
                      <a:pt x="2036256" y="759729"/>
                      <a:pt x="2036256" y="702611"/>
                    </a:cubicBezTo>
                    <a:cubicBezTo>
                      <a:pt x="2036256" y="674052"/>
                      <a:pt x="2030544" y="668340"/>
                      <a:pt x="2001985" y="668340"/>
                    </a:cubicBezTo>
                    <a:cubicBezTo>
                      <a:pt x="1717347" y="668340"/>
                      <a:pt x="1431757" y="668340"/>
                      <a:pt x="1147120" y="669292"/>
                    </a:cubicBezTo>
                    <a:cubicBezTo>
                      <a:pt x="1141408" y="669292"/>
                      <a:pt x="1136648" y="668340"/>
                      <a:pt x="1131888" y="667388"/>
                    </a:cubicBezTo>
                    <a:cubicBezTo>
                      <a:pt x="1131888" y="603606"/>
                      <a:pt x="1131888" y="542680"/>
                      <a:pt x="1131888" y="480803"/>
                    </a:cubicBezTo>
                    <a:cubicBezTo>
                      <a:pt x="1131888" y="459859"/>
                      <a:pt x="1143312" y="454147"/>
                      <a:pt x="1161399" y="455099"/>
                    </a:cubicBezTo>
                    <a:cubicBezTo>
                      <a:pt x="1210901" y="455099"/>
                      <a:pt x="1260404" y="455099"/>
                      <a:pt x="1309906" y="455099"/>
                    </a:cubicBezTo>
                    <a:cubicBezTo>
                      <a:pt x="1356552" y="455099"/>
                      <a:pt x="1361312" y="450340"/>
                      <a:pt x="1361312" y="402741"/>
                    </a:cubicBezTo>
                    <a:cubicBezTo>
                      <a:pt x="1361312" y="355143"/>
                      <a:pt x="1361312" y="308497"/>
                      <a:pt x="1361312" y="260898"/>
                    </a:cubicBezTo>
                    <a:cubicBezTo>
                      <a:pt x="1361312" y="228532"/>
                      <a:pt x="1364168" y="225675"/>
                      <a:pt x="1395583" y="225675"/>
                    </a:cubicBezTo>
                    <a:cubicBezTo>
                      <a:pt x="1447941" y="225675"/>
                      <a:pt x="1499347" y="225675"/>
                      <a:pt x="1551705" y="225675"/>
                    </a:cubicBezTo>
                    <a:cubicBezTo>
                      <a:pt x="1579312" y="225675"/>
                      <a:pt x="1585024" y="221868"/>
                      <a:pt x="1585024" y="193309"/>
                    </a:cubicBezTo>
                    <a:cubicBezTo>
                      <a:pt x="1585976" y="138095"/>
                      <a:pt x="1585976" y="82880"/>
                      <a:pt x="1585024" y="27667"/>
                    </a:cubicBezTo>
                    <a:cubicBezTo>
                      <a:pt x="1585024" y="6723"/>
                      <a:pt x="1591688" y="1011"/>
                      <a:pt x="1611679" y="1011"/>
                    </a:cubicBezTo>
                    <a:cubicBezTo>
                      <a:pt x="1665941" y="1963"/>
                      <a:pt x="1721155" y="1963"/>
                      <a:pt x="1775417" y="60"/>
                    </a:cubicBezTo>
                    <a:cubicBezTo>
                      <a:pt x="1798265" y="-892"/>
                      <a:pt x="1805880" y="9579"/>
                      <a:pt x="1804928" y="30522"/>
                    </a:cubicBezTo>
                    <a:cubicBezTo>
                      <a:pt x="1803976" y="81928"/>
                      <a:pt x="1803976" y="133335"/>
                      <a:pt x="1803976" y="184741"/>
                    </a:cubicBezTo>
                    <a:cubicBezTo>
                      <a:pt x="1803976" y="219964"/>
                      <a:pt x="1809688" y="225675"/>
                      <a:pt x="1844911" y="224723"/>
                    </a:cubicBezTo>
                    <a:cubicBezTo>
                      <a:pt x="1970570" y="224723"/>
                      <a:pt x="2095278" y="224723"/>
                      <a:pt x="2220938" y="223772"/>
                    </a:cubicBezTo>
                    <a:cubicBezTo>
                      <a:pt x="2244737" y="223772"/>
                      <a:pt x="2252353" y="232339"/>
                      <a:pt x="2251401" y="255186"/>
                    </a:cubicBezTo>
                    <a:cubicBezTo>
                      <a:pt x="2250449" y="307545"/>
                      <a:pt x="2250449" y="358951"/>
                      <a:pt x="2250449" y="411309"/>
                    </a:cubicBezTo>
                    <a:cubicBezTo>
                      <a:pt x="2250449" y="450340"/>
                      <a:pt x="2254256" y="453195"/>
                      <a:pt x="2292335" y="453195"/>
                    </a:cubicBezTo>
                    <a:cubicBezTo>
                      <a:pt x="2344693" y="453195"/>
                      <a:pt x="2396100" y="453195"/>
                      <a:pt x="2448458" y="452244"/>
                    </a:cubicBezTo>
                    <a:cubicBezTo>
                      <a:pt x="2470353" y="452244"/>
                      <a:pt x="2478921" y="459859"/>
                      <a:pt x="2477969" y="482706"/>
                    </a:cubicBezTo>
                    <a:cubicBezTo>
                      <a:pt x="2477017" y="536017"/>
                      <a:pt x="2477017" y="588375"/>
                      <a:pt x="2477969" y="641685"/>
                    </a:cubicBezTo>
                    <a:cubicBezTo>
                      <a:pt x="2477969" y="660724"/>
                      <a:pt x="2471305" y="667388"/>
                      <a:pt x="2452266" y="667388"/>
                    </a:cubicBezTo>
                    <a:cubicBezTo>
                      <a:pt x="2396100" y="666436"/>
                      <a:pt x="2339933" y="666436"/>
                      <a:pt x="2283767" y="666436"/>
                    </a:cubicBezTo>
                    <a:cubicBezTo>
                      <a:pt x="2257112" y="666436"/>
                      <a:pt x="2250449" y="672148"/>
                      <a:pt x="2250449" y="699755"/>
                    </a:cubicBezTo>
                    <a:cubicBezTo>
                      <a:pt x="2250449" y="758777"/>
                      <a:pt x="2250449" y="816847"/>
                      <a:pt x="2250449" y="875869"/>
                    </a:cubicBezTo>
                    <a:cubicBezTo>
                      <a:pt x="2250449" y="894908"/>
                      <a:pt x="2259016" y="903476"/>
                      <a:pt x="2278056" y="903476"/>
                    </a:cubicBezTo>
                    <a:cubicBezTo>
                      <a:pt x="2337078" y="903476"/>
                      <a:pt x="2397051" y="903476"/>
                      <a:pt x="2456073" y="903476"/>
                    </a:cubicBezTo>
                    <a:cubicBezTo>
                      <a:pt x="2478921" y="903476"/>
                      <a:pt x="2488440" y="893956"/>
                      <a:pt x="2487488" y="871109"/>
                    </a:cubicBezTo>
                    <a:cubicBezTo>
                      <a:pt x="2486536" y="815895"/>
                      <a:pt x="2487488" y="760681"/>
                      <a:pt x="2486536" y="705466"/>
                    </a:cubicBezTo>
                    <a:cubicBezTo>
                      <a:pt x="2486536" y="684523"/>
                      <a:pt x="2493200" y="676907"/>
                      <a:pt x="2515095" y="676907"/>
                    </a:cubicBezTo>
                    <a:cubicBezTo>
                      <a:pt x="2568405" y="677859"/>
                      <a:pt x="2620763" y="677859"/>
                      <a:pt x="2674074" y="676907"/>
                    </a:cubicBezTo>
                    <a:cubicBezTo>
                      <a:pt x="2695969" y="676907"/>
                      <a:pt x="2702633" y="685475"/>
                      <a:pt x="2701681" y="706418"/>
                    </a:cubicBezTo>
                    <a:cubicBezTo>
                      <a:pt x="2700729" y="759729"/>
                      <a:pt x="2700729" y="813991"/>
                      <a:pt x="2700729" y="867301"/>
                    </a:cubicBezTo>
                    <a:cubicBezTo>
                      <a:pt x="2700729" y="897764"/>
                      <a:pt x="2705489" y="903476"/>
                      <a:pt x="2734999" y="903476"/>
                    </a:cubicBezTo>
                    <a:cubicBezTo>
                      <a:pt x="2789262" y="903476"/>
                      <a:pt x="2844476" y="904428"/>
                      <a:pt x="2898738" y="903476"/>
                    </a:cubicBezTo>
                    <a:cubicBezTo>
                      <a:pt x="2921585" y="903476"/>
                      <a:pt x="2930153" y="909188"/>
                      <a:pt x="2930153" y="933938"/>
                    </a:cubicBezTo>
                    <a:cubicBezTo>
                      <a:pt x="2929201" y="1285214"/>
                      <a:pt x="2930153" y="1637442"/>
                      <a:pt x="2930153" y="1988717"/>
                    </a:cubicBezTo>
                    <a:cubicBezTo>
                      <a:pt x="2930153" y="2018228"/>
                      <a:pt x="2924441" y="2023940"/>
                      <a:pt x="2893978" y="2023940"/>
                    </a:cubicBezTo>
                    <a:cubicBezTo>
                      <a:pt x="2764510" y="2023940"/>
                      <a:pt x="2635043" y="2023940"/>
                      <a:pt x="2505576" y="2022036"/>
                    </a:cubicBezTo>
                    <a:cubicBezTo>
                      <a:pt x="2483680" y="2022036"/>
                      <a:pt x="2477017" y="2032508"/>
                      <a:pt x="2477017" y="2051547"/>
                    </a:cubicBezTo>
                    <a:cubicBezTo>
                      <a:pt x="2477017" y="2104857"/>
                      <a:pt x="2477017" y="2159119"/>
                      <a:pt x="2477017" y="2212429"/>
                    </a:cubicBezTo>
                    <a:cubicBezTo>
                      <a:pt x="2477017" y="2242892"/>
                      <a:pt x="2474161" y="2246700"/>
                      <a:pt x="2443698" y="2246700"/>
                    </a:cubicBezTo>
                    <a:cubicBezTo>
                      <a:pt x="2390388" y="2246700"/>
                      <a:pt x="2338030" y="2245748"/>
                      <a:pt x="2284719" y="2246700"/>
                    </a:cubicBezTo>
                    <a:cubicBezTo>
                      <a:pt x="2262824" y="2246700"/>
                      <a:pt x="2256160" y="2239085"/>
                      <a:pt x="2256160" y="2218141"/>
                    </a:cubicBezTo>
                    <a:cubicBezTo>
                      <a:pt x="2257112" y="2166735"/>
                      <a:pt x="2257112" y="2115329"/>
                      <a:pt x="2257112" y="2063923"/>
                    </a:cubicBezTo>
                    <a:cubicBezTo>
                      <a:pt x="2257112" y="2026796"/>
                      <a:pt x="2250449" y="2022036"/>
                      <a:pt x="2214274" y="2022036"/>
                    </a:cubicBezTo>
                    <a:cubicBezTo>
                      <a:pt x="2164772" y="2022988"/>
                      <a:pt x="2115270" y="2022988"/>
                      <a:pt x="2065767" y="2022036"/>
                    </a:cubicBezTo>
                    <a:cubicBezTo>
                      <a:pt x="2032448" y="2021084"/>
                      <a:pt x="2025784" y="2026796"/>
                      <a:pt x="2025784" y="2061067"/>
                    </a:cubicBezTo>
                    <a:cubicBezTo>
                      <a:pt x="2025784" y="2112473"/>
                      <a:pt x="2024833" y="2163879"/>
                      <a:pt x="2026736" y="2215286"/>
                    </a:cubicBezTo>
                    <a:cubicBezTo>
                      <a:pt x="2027688" y="2238132"/>
                      <a:pt x="2020073" y="2247652"/>
                      <a:pt x="1996274" y="2246700"/>
                    </a:cubicBezTo>
                    <a:cubicBezTo>
                      <a:pt x="1943916" y="2244796"/>
                      <a:pt x="1892509" y="2245748"/>
                      <a:pt x="1840151" y="2245748"/>
                    </a:cubicBezTo>
                    <a:cubicBezTo>
                      <a:pt x="1809688" y="2245748"/>
                      <a:pt x="1803024" y="2251460"/>
                      <a:pt x="1803024" y="2282875"/>
                    </a:cubicBezTo>
                    <a:cubicBezTo>
                      <a:pt x="1803024" y="2337137"/>
                      <a:pt x="1803024" y="2392351"/>
                      <a:pt x="1803024" y="2446613"/>
                    </a:cubicBezTo>
                    <a:cubicBezTo>
                      <a:pt x="1803024" y="2475172"/>
                      <a:pt x="1799217" y="2478028"/>
                      <a:pt x="1770658" y="2478028"/>
                    </a:cubicBezTo>
                    <a:cubicBezTo>
                      <a:pt x="1718299" y="2478028"/>
                      <a:pt x="1666893" y="2477076"/>
                      <a:pt x="1614535" y="2478028"/>
                    </a:cubicBezTo>
                    <a:cubicBezTo>
                      <a:pt x="1592640" y="2478980"/>
                      <a:pt x="1583120" y="2470412"/>
                      <a:pt x="1584072" y="2448517"/>
                    </a:cubicBezTo>
                    <a:cubicBezTo>
                      <a:pt x="1585024" y="2395207"/>
                      <a:pt x="1585024" y="2342849"/>
                      <a:pt x="1585024" y="2289539"/>
                    </a:cubicBezTo>
                    <a:cubicBezTo>
                      <a:pt x="1585024" y="2259076"/>
                      <a:pt x="1573600" y="2246700"/>
                      <a:pt x="1542186" y="2245748"/>
                    </a:cubicBezTo>
                    <a:cubicBezTo>
                      <a:pt x="1488875" y="2244796"/>
                      <a:pt x="1434614" y="2245748"/>
                      <a:pt x="1381303" y="2245748"/>
                    </a:cubicBezTo>
                    <a:cubicBezTo>
                      <a:pt x="1360360" y="2245748"/>
                      <a:pt x="1350840" y="2255268"/>
                      <a:pt x="1350840" y="2277163"/>
                    </a:cubicBezTo>
                    <a:cubicBezTo>
                      <a:pt x="1350840" y="2483740"/>
                      <a:pt x="1350840" y="2690316"/>
                      <a:pt x="1350840" y="2897845"/>
                    </a:cubicBezTo>
                    <a:cubicBezTo>
                      <a:pt x="1350840" y="2911173"/>
                      <a:pt x="1350840" y="2925452"/>
                      <a:pt x="1350840" y="2938780"/>
                    </a:cubicBezTo>
                    <a:cubicBezTo>
                      <a:pt x="1129032" y="2943540"/>
                      <a:pt x="904368" y="2943540"/>
                      <a:pt x="679704" y="2943540"/>
                    </a:cubicBezTo>
                    <a:close/>
                    <a:moveTo>
                      <a:pt x="2031496" y="1464184"/>
                    </a:moveTo>
                    <a:cubicBezTo>
                      <a:pt x="2031496" y="1566044"/>
                      <a:pt x="2031496" y="1667905"/>
                      <a:pt x="2031496" y="1769765"/>
                    </a:cubicBezTo>
                    <a:cubicBezTo>
                      <a:pt x="2031496" y="1804988"/>
                      <a:pt x="2036256" y="1809748"/>
                      <a:pt x="2070527" y="1809748"/>
                    </a:cubicBezTo>
                    <a:cubicBezTo>
                      <a:pt x="2270440" y="1809748"/>
                      <a:pt x="2471305" y="1809748"/>
                      <a:pt x="2671218" y="1809748"/>
                    </a:cubicBezTo>
                    <a:cubicBezTo>
                      <a:pt x="2710249" y="1809748"/>
                      <a:pt x="2716912" y="1803084"/>
                      <a:pt x="2716912" y="1765005"/>
                    </a:cubicBezTo>
                    <a:cubicBezTo>
                      <a:pt x="2716912" y="1565092"/>
                      <a:pt x="2716912" y="1364227"/>
                      <a:pt x="2716912" y="1164314"/>
                    </a:cubicBezTo>
                    <a:cubicBezTo>
                      <a:pt x="2716912" y="1130044"/>
                      <a:pt x="2713104" y="1125284"/>
                      <a:pt x="2677881" y="1125284"/>
                    </a:cubicBezTo>
                    <a:cubicBezTo>
                      <a:pt x="2474161" y="1125284"/>
                      <a:pt x="2271392" y="1125284"/>
                      <a:pt x="2067671" y="1125284"/>
                    </a:cubicBezTo>
                    <a:cubicBezTo>
                      <a:pt x="2036256" y="1125284"/>
                      <a:pt x="2032448" y="1129092"/>
                      <a:pt x="2032448" y="1160507"/>
                    </a:cubicBezTo>
                    <a:cubicBezTo>
                      <a:pt x="2031496" y="1260463"/>
                      <a:pt x="2031496" y="1362323"/>
                      <a:pt x="2031496" y="14641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4" name="Forme libre 13">
                <a:extLst>
                  <a:ext uri="{FF2B5EF4-FFF2-40B4-BE49-F238E27FC236}">
                    <a16:creationId xmlns:a16="http://schemas.microsoft.com/office/drawing/2014/main" id="{C30E82DB-6688-7A21-864D-94D51BAF324D}"/>
                  </a:ext>
                </a:extLst>
              </p:cNvPr>
              <p:cNvSpPr/>
              <p:nvPr/>
            </p:nvSpPr>
            <p:spPr>
              <a:xfrm>
                <a:off x="6309044" y="2317111"/>
                <a:ext cx="1588831" cy="1588831"/>
              </a:xfrm>
              <a:custGeom>
                <a:avLst/>
                <a:gdLst>
                  <a:gd name="connsiteX0" fmla="*/ 1587880 w 1588831"/>
                  <a:gd name="connsiteY0" fmla="*/ 0 h 1588831"/>
                  <a:gd name="connsiteX1" fmla="*/ 1588832 w 1588831"/>
                  <a:gd name="connsiteY1" fmla="*/ 1563129 h 1588831"/>
                  <a:gd name="connsiteX2" fmla="*/ 1563129 w 1588831"/>
                  <a:gd name="connsiteY2" fmla="*/ 1588832 h 1588831"/>
                  <a:gd name="connsiteX3" fmla="*/ 1424142 w 1588831"/>
                  <a:gd name="connsiteY3" fmla="*/ 1588832 h 1588831"/>
                  <a:gd name="connsiteX4" fmla="*/ 54262 w 1588831"/>
                  <a:gd name="connsiteY4" fmla="*/ 1588832 h 1588831"/>
                  <a:gd name="connsiteX5" fmla="*/ 952 w 1588831"/>
                  <a:gd name="connsiteY5" fmla="*/ 1588832 h 1588831"/>
                  <a:gd name="connsiteX6" fmla="*/ 0 w 1588831"/>
                  <a:gd name="connsiteY6" fmla="*/ 0 h 1588831"/>
                  <a:gd name="connsiteX7" fmla="*/ 1587880 w 1588831"/>
                  <a:gd name="connsiteY7" fmla="*/ 0 h 1588831"/>
                  <a:gd name="connsiteX8" fmla="*/ 1368928 w 1588831"/>
                  <a:gd name="connsiteY8" fmla="*/ 798700 h 1588831"/>
                  <a:gd name="connsiteX9" fmla="*/ 1368928 w 1588831"/>
                  <a:gd name="connsiteY9" fmla="*/ 276070 h 1588831"/>
                  <a:gd name="connsiteX10" fmla="*/ 1367024 w 1588831"/>
                  <a:gd name="connsiteY10" fmla="*/ 252271 h 1588831"/>
                  <a:gd name="connsiteX11" fmla="*/ 1343225 w 1588831"/>
                  <a:gd name="connsiteY11" fmla="*/ 228472 h 1588831"/>
                  <a:gd name="connsiteX12" fmla="*/ 1314666 w 1588831"/>
                  <a:gd name="connsiteY12" fmla="*/ 226568 h 1588831"/>
                  <a:gd name="connsiteX13" fmla="*/ 278926 w 1588831"/>
                  <a:gd name="connsiteY13" fmla="*/ 226568 h 1588831"/>
                  <a:gd name="connsiteX14" fmla="*/ 226568 w 1588831"/>
                  <a:gd name="connsiteY14" fmla="*/ 277974 h 1588831"/>
                  <a:gd name="connsiteX15" fmla="*/ 226568 w 1588831"/>
                  <a:gd name="connsiteY15" fmla="*/ 1318474 h 1588831"/>
                  <a:gd name="connsiteX16" fmla="*/ 277022 w 1588831"/>
                  <a:gd name="connsiteY16" fmla="*/ 1368928 h 1588831"/>
                  <a:gd name="connsiteX17" fmla="*/ 1317522 w 1588831"/>
                  <a:gd name="connsiteY17" fmla="*/ 1368928 h 1588831"/>
                  <a:gd name="connsiteX18" fmla="*/ 1368928 w 1588831"/>
                  <a:gd name="connsiteY18" fmla="*/ 1319425 h 1588831"/>
                  <a:gd name="connsiteX19" fmla="*/ 1368928 w 1588831"/>
                  <a:gd name="connsiteY19" fmla="*/ 798700 h 1588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88831" h="1588831">
                    <a:moveTo>
                      <a:pt x="1587880" y="0"/>
                    </a:moveTo>
                    <a:cubicBezTo>
                      <a:pt x="1587880" y="520726"/>
                      <a:pt x="1587880" y="1041451"/>
                      <a:pt x="1588832" y="1563129"/>
                    </a:cubicBezTo>
                    <a:cubicBezTo>
                      <a:pt x="1588832" y="1583120"/>
                      <a:pt x="1581216" y="1588832"/>
                      <a:pt x="1563129" y="1588832"/>
                    </a:cubicBezTo>
                    <a:cubicBezTo>
                      <a:pt x="1516483" y="1587880"/>
                      <a:pt x="1470788" y="1588832"/>
                      <a:pt x="1424142" y="1588832"/>
                    </a:cubicBezTo>
                    <a:cubicBezTo>
                      <a:pt x="967198" y="1588832"/>
                      <a:pt x="511206" y="1588832"/>
                      <a:pt x="54262" y="1588832"/>
                    </a:cubicBezTo>
                    <a:cubicBezTo>
                      <a:pt x="36175" y="1588832"/>
                      <a:pt x="18087" y="1588832"/>
                      <a:pt x="952" y="1588832"/>
                    </a:cubicBezTo>
                    <a:cubicBezTo>
                      <a:pt x="0" y="1058587"/>
                      <a:pt x="0" y="530245"/>
                      <a:pt x="0" y="0"/>
                    </a:cubicBezTo>
                    <a:cubicBezTo>
                      <a:pt x="529293" y="0"/>
                      <a:pt x="1058587" y="0"/>
                      <a:pt x="1587880" y="0"/>
                    </a:cubicBezTo>
                    <a:close/>
                    <a:moveTo>
                      <a:pt x="1368928" y="798700"/>
                    </a:moveTo>
                    <a:cubicBezTo>
                      <a:pt x="1368928" y="624490"/>
                      <a:pt x="1368928" y="450280"/>
                      <a:pt x="1368928" y="276070"/>
                    </a:cubicBezTo>
                    <a:cubicBezTo>
                      <a:pt x="1368928" y="267503"/>
                      <a:pt x="1370832" y="257983"/>
                      <a:pt x="1367024" y="252271"/>
                    </a:cubicBezTo>
                    <a:cubicBezTo>
                      <a:pt x="1361312" y="242751"/>
                      <a:pt x="1352744" y="233232"/>
                      <a:pt x="1343225" y="228472"/>
                    </a:cubicBezTo>
                    <a:cubicBezTo>
                      <a:pt x="1335609" y="224664"/>
                      <a:pt x="1324185" y="226568"/>
                      <a:pt x="1314666" y="226568"/>
                    </a:cubicBezTo>
                    <a:cubicBezTo>
                      <a:pt x="969102" y="226568"/>
                      <a:pt x="624490" y="226568"/>
                      <a:pt x="278926" y="226568"/>
                    </a:cubicBezTo>
                    <a:cubicBezTo>
                      <a:pt x="232280" y="226568"/>
                      <a:pt x="226568" y="232280"/>
                      <a:pt x="226568" y="277974"/>
                    </a:cubicBezTo>
                    <a:cubicBezTo>
                      <a:pt x="226568" y="624490"/>
                      <a:pt x="226568" y="971958"/>
                      <a:pt x="226568" y="1318474"/>
                    </a:cubicBezTo>
                    <a:cubicBezTo>
                      <a:pt x="226568" y="1363216"/>
                      <a:pt x="232280" y="1368928"/>
                      <a:pt x="277022" y="1368928"/>
                    </a:cubicBezTo>
                    <a:cubicBezTo>
                      <a:pt x="623538" y="1368928"/>
                      <a:pt x="971006" y="1368928"/>
                      <a:pt x="1317522" y="1368928"/>
                    </a:cubicBezTo>
                    <a:cubicBezTo>
                      <a:pt x="1363216" y="1368928"/>
                      <a:pt x="1368928" y="1364168"/>
                      <a:pt x="1368928" y="1319425"/>
                    </a:cubicBezTo>
                    <a:cubicBezTo>
                      <a:pt x="1368928" y="1145216"/>
                      <a:pt x="1368928" y="971958"/>
                      <a:pt x="1368928" y="798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1" name="Forme libre 30">
                <a:extLst>
                  <a:ext uri="{FF2B5EF4-FFF2-40B4-BE49-F238E27FC236}">
                    <a16:creationId xmlns:a16="http://schemas.microsoft.com/office/drawing/2014/main" id="{527BDE76-9929-3A4D-F8AB-2A9E022B4BAC}"/>
                  </a:ext>
                </a:extLst>
              </p:cNvPr>
              <p:cNvSpPr/>
              <p:nvPr/>
            </p:nvSpPr>
            <p:spPr>
              <a:xfrm>
                <a:off x="6309044" y="6396287"/>
                <a:ext cx="1589300" cy="1588831"/>
              </a:xfrm>
              <a:custGeom>
                <a:avLst/>
                <a:gdLst>
                  <a:gd name="connsiteX0" fmla="*/ 0 w 1589300"/>
                  <a:gd name="connsiteY0" fmla="*/ 0 h 1588831"/>
                  <a:gd name="connsiteX1" fmla="*/ 1541234 w 1589300"/>
                  <a:gd name="connsiteY1" fmla="*/ 0 h 1588831"/>
                  <a:gd name="connsiteX2" fmla="*/ 1588832 w 1589300"/>
                  <a:gd name="connsiteY2" fmla="*/ 47598 h 1588831"/>
                  <a:gd name="connsiteX3" fmla="*/ 1588832 w 1589300"/>
                  <a:gd name="connsiteY3" fmla="*/ 1532666 h 1588831"/>
                  <a:gd name="connsiteX4" fmla="*/ 1588832 w 1589300"/>
                  <a:gd name="connsiteY4" fmla="*/ 1588832 h 1588831"/>
                  <a:gd name="connsiteX5" fmla="*/ 952 w 1589300"/>
                  <a:gd name="connsiteY5" fmla="*/ 1588832 h 1588831"/>
                  <a:gd name="connsiteX6" fmla="*/ 0 w 1589300"/>
                  <a:gd name="connsiteY6" fmla="*/ 0 h 1588831"/>
                  <a:gd name="connsiteX7" fmla="*/ 226568 w 1589300"/>
                  <a:gd name="connsiteY7" fmla="*/ 789180 h 1588831"/>
                  <a:gd name="connsiteX8" fmla="*/ 226568 w 1589300"/>
                  <a:gd name="connsiteY8" fmla="*/ 1311810 h 1588831"/>
                  <a:gd name="connsiteX9" fmla="*/ 276070 w 1589300"/>
                  <a:gd name="connsiteY9" fmla="*/ 1361312 h 1588831"/>
                  <a:gd name="connsiteX10" fmla="*/ 1318473 w 1589300"/>
                  <a:gd name="connsiteY10" fmla="*/ 1361312 h 1588831"/>
                  <a:gd name="connsiteX11" fmla="*/ 1367976 w 1589300"/>
                  <a:gd name="connsiteY11" fmla="*/ 1312762 h 1588831"/>
                  <a:gd name="connsiteX12" fmla="*/ 1367976 w 1589300"/>
                  <a:gd name="connsiteY12" fmla="*/ 270358 h 1588831"/>
                  <a:gd name="connsiteX13" fmla="*/ 1317522 w 1589300"/>
                  <a:gd name="connsiteY13" fmla="*/ 219904 h 1588831"/>
                  <a:gd name="connsiteX14" fmla="*/ 277022 w 1589300"/>
                  <a:gd name="connsiteY14" fmla="*/ 219904 h 1588831"/>
                  <a:gd name="connsiteX15" fmla="*/ 255127 w 1589300"/>
                  <a:gd name="connsiteY15" fmla="*/ 220856 h 1588831"/>
                  <a:gd name="connsiteX16" fmla="*/ 226568 w 1589300"/>
                  <a:gd name="connsiteY16" fmla="*/ 248463 h 1588831"/>
                  <a:gd name="connsiteX17" fmla="*/ 225616 w 1589300"/>
                  <a:gd name="connsiteY17" fmla="*/ 275118 h 1588831"/>
                  <a:gd name="connsiteX18" fmla="*/ 226568 w 1589300"/>
                  <a:gd name="connsiteY18" fmla="*/ 789180 h 1588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89300" h="1588831">
                    <a:moveTo>
                      <a:pt x="0" y="0"/>
                    </a:moveTo>
                    <a:cubicBezTo>
                      <a:pt x="514062" y="0"/>
                      <a:pt x="1027172" y="0"/>
                      <a:pt x="1541234" y="0"/>
                    </a:cubicBezTo>
                    <a:cubicBezTo>
                      <a:pt x="1597400" y="0"/>
                      <a:pt x="1588832" y="0"/>
                      <a:pt x="1588832" y="47598"/>
                    </a:cubicBezTo>
                    <a:cubicBezTo>
                      <a:pt x="1588832" y="542621"/>
                      <a:pt x="1588832" y="1037643"/>
                      <a:pt x="1588832" y="1532666"/>
                    </a:cubicBezTo>
                    <a:cubicBezTo>
                      <a:pt x="1588832" y="1551705"/>
                      <a:pt x="1588832" y="1569793"/>
                      <a:pt x="1588832" y="1588832"/>
                    </a:cubicBezTo>
                    <a:cubicBezTo>
                      <a:pt x="1059539" y="1588832"/>
                      <a:pt x="531197" y="1588832"/>
                      <a:pt x="952" y="1588832"/>
                    </a:cubicBezTo>
                    <a:cubicBezTo>
                      <a:pt x="0" y="1058587"/>
                      <a:pt x="0" y="529293"/>
                      <a:pt x="0" y="0"/>
                    </a:cubicBezTo>
                    <a:close/>
                    <a:moveTo>
                      <a:pt x="226568" y="789180"/>
                    </a:moveTo>
                    <a:cubicBezTo>
                      <a:pt x="226568" y="963390"/>
                      <a:pt x="226568" y="1137600"/>
                      <a:pt x="226568" y="1311810"/>
                    </a:cubicBezTo>
                    <a:cubicBezTo>
                      <a:pt x="226568" y="1354648"/>
                      <a:pt x="233232" y="1361312"/>
                      <a:pt x="276070" y="1361312"/>
                    </a:cubicBezTo>
                    <a:cubicBezTo>
                      <a:pt x="623538" y="1361312"/>
                      <a:pt x="971006" y="1361312"/>
                      <a:pt x="1318473" y="1361312"/>
                    </a:cubicBezTo>
                    <a:cubicBezTo>
                      <a:pt x="1362264" y="1361312"/>
                      <a:pt x="1367976" y="1355600"/>
                      <a:pt x="1367976" y="1312762"/>
                    </a:cubicBezTo>
                    <a:cubicBezTo>
                      <a:pt x="1367976" y="965294"/>
                      <a:pt x="1367976" y="617826"/>
                      <a:pt x="1367976" y="270358"/>
                    </a:cubicBezTo>
                    <a:cubicBezTo>
                      <a:pt x="1367976" y="224664"/>
                      <a:pt x="1363216" y="219904"/>
                      <a:pt x="1317522" y="219904"/>
                    </a:cubicBezTo>
                    <a:cubicBezTo>
                      <a:pt x="971006" y="219904"/>
                      <a:pt x="623538" y="219904"/>
                      <a:pt x="277022" y="219904"/>
                    </a:cubicBezTo>
                    <a:cubicBezTo>
                      <a:pt x="269407" y="219904"/>
                      <a:pt x="262743" y="219904"/>
                      <a:pt x="255127" y="220856"/>
                    </a:cubicBezTo>
                    <a:cubicBezTo>
                      <a:pt x="237992" y="221808"/>
                      <a:pt x="228472" y="231328"/>
                      <a:pt x="226568" y="248463"/>
                    </a:cubicBezTo>
                    <a:cubicBezTo>
                      <a:pt x="225616" y="257031"/>
                      <a:pt x="225616" y="266551"/>
                      <a:pt x="225616" y="275118"/>
                    </a:cubicBezTo>
                    <a:cubicBezTo>
                      <a:pt x="226568" y="445520"/>
                      <a:pt x="226568" y="616874"/>
                      <a:pt x="226568" y="7891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4" name="Forme libre 33">
                <a:extLst>
                  <a:ext uri="{FF2B5EF4-FFF2-40B4-BE49-F238E27FC236}">
                    <a16:creationId xmlns:a16="http://schemas.microsoft.com/office/drawing/2014/main" id="{CE35933C-7FA9-86B5-CB77-8C93A76938C4}"/>
                  </a:ext>
                </a:extLst>
              </p:cNvPr>
              <p:cNvSpPr/>
              <p:nvPr/>
            </p:nvSpPr>
            <p:spPr>
              <a:xfrm>
                <a:off x="10386799" y="2316159"/>
                <a:ext cx="1589300" cy="1588831"/>
              </a:xfrm>
              <a:custGeom>
                <a:avLst/>
                <a:gdLst>
                  <a:gd name="connsiteX0" fmla="*/ 1589300 w 1589300"/>
                  <a:gd name="connsiteY0" fmla="*/ 1588832 h 1588831"/>
                  <a:gd name="connsiteX1" fmla="*/ 48067 w 1589300"/>
                  <a:gd name="connsiteY1" fmla="*/ 1588832 h 1588831"/>
                  <a:gd name="connsiteX2" fmla="*/ 468 w 1589300"/>
                  <a:gd name="connsiteY2" fmla="*/ 1541234 h 1588831"/>
                  <a:gd name="connsiteX3" fmla="*/ 468 w 1589300"/>
                  <a:gd name="connsiteY3" fmla="*/ 56166 h 1588831"/>
                  <a:gd name="connsiteX4" fmla="*/ 468 w 1589300"/>
                  <a:gd name="connsiteY4" fmla="*/ 0 h 1588831"/>
                  <a:gd name="connsiteX5" fmla="*/ 1588348 w 1589300"/>
                  <a:gd name="connsiteY5" fmla="*/ 0 h 1588831"/>
                  <a:gd name="connsiteX6" fmla="*/ 1589300 w 1589300"/>
                  <a:gd name="connsiteY6" fmla="*/ 1588832 h 1588831"/>
                  <a:gd name="connsiteX7" fmla="*/ 792504 w 1589300"/>
                  <a:gd name="connsiteY7" fmla="*/ 1369880 h 1588831"/>
                  <a:gd name="connsiteX8" fmla="*/ 1312278 w 1589300"/>
                  <a:gd name="connsiteY8" fmla="*/ 1369880 h 1588831"/>
                  <a:gd name="connsiteX9" fmla="*/ 1361780 w 1589300"/>
                  <a:gd name="connsiteY9" fmla="*/ 1320377 h 1588831"/>
                  <a:gd name="connsiteX10" fmla="*/ 1361780 w 1589300"/>
                  <a:gd name="connsiteY10" fmla="*/ 277974 h 1588831"/>
                  <a:gd name="connsiteX11" fmla="*/ 1313230 w 1589300"/>
                  <a:gd name="connsiteY11" fmla="*/ 227520 h 1588831"/>
                  <a:gd name="connsiteX12" fmla="*/ 270827 w 1589300"/>
                  <a:gd name="connsiteY12" fmla="*/ 227520 h 1588831"/>
                  <a:gd name="connsiteX13" fmla="*/ 220372 w 1589300"/>
                  <a:gd name="connsiteY13" fmla="*/ 277974 h 1588831"/>
                  <a:gd name="connsiteX14" fmla="*/ 220372 w 1589300"/>
                  <a:gd name="connsiteY14" fmla="*/ 1318474 h 1588831"/>
                  <a:gd name="connsiteX15" fmla="*/ 269875 w 1589300"/>
                  <a:gd name="connsiteY15" fmla="*/ 1369880 h 1588831"/>
                  <a:gd name="connsiteX16" fmla="*/ 792504 w 1589300"/>
                  <a:gd name="connsiteY16" fmla="*/ 1369880 h 1588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89300" h="1588831">
                    <a:moveTo>
                      <a:pt x="1589300" y="1588832"/>
                    </a:moveTo>
                    <a:cubicBezTo>
                      <a:pt x="1075238" y="1588832"/>
                      <a:pt x="562128" y="1588832"/>
                      <a:pt x="48067" y="1588832"/>
                    </a:cubicBezTo>
                    <a:cubicBezTo>
                      <a:pt x="-8099" y="1588832"/>
                      <a:pt x="468" y="1588832"/>
                      <a:pt x="468" y="1541234"/>
                    </a:cubicBezTo>
                    <a:cubicBezTo>
                      <a:pt x="468" y="1046211"/>
                      <a:pt x="468" y="551189"/>
                      <a:pt x="468" y="56166"/>
                    </a:cubicBezTo>
                    <a:cubicBezTo>
                      <a:pt x="468" y="37127"/>
                      <a:pt x="468" y="19039"/>
                      <a:pt x="468" y="0"/>
                    </a:cubicBezTo>
                    <a:cubicBezTo>
                      <a:pt x="529762" y="0"/>
                      <a:pt x="1059055" y="0"/>
                      <a:pt x="1588348" y="0"/>
                    </a:cubicBezTo>
                    <a:cubicBezTo>
                      <a:pt x="1589300" y="530245"/>
                      <a:pt x="1589300" y="1059539"/>
                      <a:pt x="1589300" y="1588832"/>
                    </a:cubicBezTo>
                    <a:close/>
                    <a:moveTo>
                      <a:pt x="792504" y="1369880"/>
                    </a:moveTo>
                    <a:cubicBezTo>
                      <a:pt x="965762" y="1369880"/>
                      <a:pt x="1139020" y="1369880"/>
                      <a:pt x="1312278" y="1369880"/>
                    </a:cubicBezTo>
                    <a:cubicBezTo>
                      <a:pt x="1356068" y="1369880"/>
                      <a:pt x="1361780" y="1364168"/>
                      <a:pt x="1361780" y="1320377"/>
                    </a:cubicBezTo>
                    <a:cubicBezTo>
                      <a:pt x="1361780" y="972910"/>
                      <a:pt x="1361780" y="625442"/>
                      <a:pt x="1361780" y="277974"/>
                    </a:cubicBezTo>
                    <a:cubicBezTo>
                      <a:pt x="1361780" y="234184"/>
                      <a:pt x="1355117" y="227520"/>
                      <a:pt x="1313230" y="227520"/>
                    </a:cubicBezTo>
                    <a:cubicBezTo>
                      <a:pt x="965762" y="227520"/>
                      <a:pt x="618294" y="227520"/>
                      <a:pt x="270827" y="227520"/>
                    </a:cubicBezTo>
                    <a:cubicBezTo>
                      <a:pt x="226084" y="227520"/>
                      <a:pt x="220372" y="233232"/>
                      <a:pt x="220372" y="277974"/>
                    </a:cubicBezTo>
                    <a:cubicBezTo>
                      <a:pt x="220372" y="624490"/>
                      <a:pt x="220372" y="971958"/>
                      <a:pt x="220372" y="1318474"/>
                    </a:cubicBezTo>
                    <a:cubicBezTo>
                      <a:pt x="220372" y="1364168"/>
                      <a:pt x="225132" y="1369880"/>
                      <a:pt x="269875" y="1369880"/>
                    </a:cubicBezTo>
                    <a:cubicBezTo>
                      <a:pt x="444085" y="1369880"/>
                      <a:pt x="618294" y="1369880"/>
                      <a:pt x="792504" y="13698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5" name="Forme libre 34">
                <a:extLst>
                  <a:ext uri="{FF2B5EF4-FFF2-40B4-BE49-F238E27FC236}">
                    <a16:creationId xmlns:a16="http://schemas.microsoft.com/office/drawing/2014/main" id="{8831A4F7-2861-5D92-4D6E-D5CC993BD53C}"/>
                  </a:ext>
                </a:extLst>
              </p:cNvPr>
              <p:cNvSpPr/>
              <p:nvPr/>
            </p:nvSpPr>
            <p:spPr>
              <a:xfrm>
                <a:off x="10619547" y="6851327"/>
                <a:ext cx="1359407" cy="1135696"/>
              </a:xfrm>
              <a:custGeom>
                <a:avLst/>
                <a:gdLst>
                  <a:gd name="connsiteX0" fmla="*/ 1131888 w 1359407"/>
                  <a:gd name="connsiteY0" fmla="*/ 1132840 h 1135696"/>
                  <a:gd name="connsiteX1" fmla="*/ 1129984 w 1359407"/>
                  <a:gd name="connsiteY1" fmla="*/ 940543 h 1135696"/>
                  <a:gd name="connsiteX2" fmla="*/ 1086193 w 1359407"/>
                  <a:gd name="connsiteY2" fmla="*/ 895800 h 1135696"/>
                  <a:gd name="connsiteX3" fmla="*/ 683512 w 1359407"/>
                  <a:gd name="connsiteY3" fmla="*/ 897705 h 1135696"/>
                  <a:gd name="connsiteX4" fmla="*/ 677800 w 1359407"/>
                  <a:gd name="connsiteY4" fmla="*/ 895800 h 1135696"/>
                  <a:gd name="connsiteX5" fmla="*/ 677800 w 1359407"/>
                  <a:gd name="connsiteY5" fmla="*/ 715879 h 1135696"/>
                  <a:gd name="connsiteX6" fmla="*/ 634962 w 1359407"/>
                  <a:gd name="connsiteY6" fmla="*/ 673040 h 1135696"/>
                  <a:gd name="connsiteX7" fmla="*/ 488359 w 1359407"/>
                  <a:gd name="connsiteY7" fmla="*/ 673040 h 1135696"/>
                  <a:gd name="connsiteX8" fmla="*/ 441712 w 1359407"/>
                  <a:gd name="connsiteY8" fmla="*/ 720638 h 1135696"/>
                  <a:gd name="connsiteX9" fmla="*/ 442664 w 1359407"/>
                  <a:gd name="connsiteY9" fmla="*/ 862482 h 1135696"/>
                  <a:gd name="connsiteX10" fmla="*/ 405538 w 1359407"/>
                  <a:gd name="connsiteY10" fmla="*/ 897705 h 1135696"/>
                  <a:gd name="connsiteX11" fmla="*/ 46646 w 1359407"/>
                  <a:gd name="connsiteY11" fmla="*/ 897705 h 1135696"/>
                  <a:gd name="connsiteX12" fmla="*/ 0 w 1359407"/>
                  <a:gd name="connsiteY12" fmla="*/ 852962 h 1135696"/>
                  <a:gd name="connsiteX13" fmla="*/ 0 w 1359407"/>
                  <a:gd name="connsiteY13" fmla="*/ 715879 h 1135696"/>
                  <a:gd name="connsiteX14" fmla="*/ 32367 w 1359407"/>
                  <a:gd name="connsiteY14" fmla="*/ 683512 h 1135696"/>
                  <a:gd name="connsiteX15" fmla="*/ 186585 w 1359407"/>
                  <a:gd name="connsiteY15" fmla="*/ 683512 h 1135696"/>
                  <a:gd name="connsiteX16" fmla="*/ 224664 w 1359407"/>
                  <a:gd name="connsiteY16" fmla="*/ 645433 h 1135696"/>
                  <a:gd name="connsiteX17" fmla="*/ 223712 w 1359407"/>
                  <a:gd name="connsiteY17" fmla="*/ 484551 h 1135696"/>
                  <a:gd name="connsiteX18" fmla="*/ 253223 w 1359407"/>
                  <a:gd name="connsiteY18" fmla="*/ 455040 h 1135696"/>
                  <a:gd name="connsiteX19" fmla="*/ 873905 w 1359407"/>
                  <a:gd name="connsiteY19" fmla="*/ 455992 h 1135696"/>
                  <a:gd name="connsiteX20" fmla="*/ 908176 w 1359407"/>
                  <a:gd name="connsiteY20" fmla="*/ 419817 h 1135696"/>
                  <a:gd name="connsiteX21" fmla="*/ 908176 w 1359407"/>
                  <a:gd name="connsiteY21" fmla="*/ 45695 h 1135696"/>
                  <a:gd name="connsiteX22" fmla="*/ 908176 w 1359407"/>
                  <a:gd name="connsiteY22" fmla="*/ 23799 h 1135696"/>
                  <a:gd name="connsiteX23" fmla="*/ 933879 w 1359407"/>
                  <a:gd name="connsiteY23" fmla="*/ 0 h 1135696"/>
                  <a:gd name="connsiteX24" fmla="*/ 1290866 w 1359407"/>
                  <a:gd name="connsiteY24" fmla="*/ 952 h 1135696"/>
                  <a:gd name="connsiteX25" fmla="*/ 1359408 w 1359407"/>
                  <a:gd name="connsiteY25" fmla="*/ 1904 h 1135696"/>
                  <a:gd name="connsiteX26" fmla="*/ 1359408 w 1359407"/>
                  <a:gd name="connsiteY26" fmla="*/ 1135696 h 1135696"/>
                  <a:gd name="connsiteX27" fmla="*/ 1131888 w 1359407"/>
                  <a:gd name="connsiteY27" fmla="*/ 1132840 h 1135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59407" h="1135696">
                    <a:moveTo>
                      <a:pt x="1131888" y="1132840"/>
                    </a:moveTo>
                    <a:cubicBezTo>
                      <a:pt x="1130936" y="1069058"/>
                      <a:pt x="1129984" y="1004325"/>
                      <a:pt x="1129984" y="940543"/>
                    </a:cubicBezTo>
                    <a:cubicBezTo>
                      <a:pt x="1129984" y="899609"/>
                      <a:pt x="1126176" y="895800"/>
                      <a:pt x="1086193" y="895800"/>
                    </a:cubicBezTo>
                    <a:cubicBezTo>
                      <a:pt x="951966" y="896752"/>
                      <a:pt x="817739" y="896752"/>
                      <a:pt x="683512" y="897705"/>
                    </a:cubicBezTo>
                    <a:cubicBezTo>
                      <a:pt x="681608" y="897705"/>
                      <a:pt x="678752" y="896752"/>
                      <a:pt x="677800" y="895800"/>
                    </a:cubicBezTo>
                    <a:cubicBezTo>
                      <a:pt x="677800" y="834874"/>
                      <a:pt x="677800" y="775853"/>
                      <a:pt x="677800" y="715879"/>
                    </a:cubicBezTo>
                    <a:cubicBezTo>
                      <a:pt x="677800" y="675896"/>
                      <a:pt x="674944" y="673040"/>
                      <a:pt x="634962" y="673040"/>
                    </a:cubicBezTo>
                    <a:cubicBezTo>
                      <a:pt x="586411" y="673040"/>
                      <a:pt x="536909" y="673040"/>
                      <a:pt x="488359" y="673040"/>
                    </a:cubicBezTo>
                    <a:cubicBezTo>
                      <a:pt x="450280" y="673040"/>
                      <a:pt x="440760" y="682560"/>
                      <a:pt x="441712" y="720638"/>
                    </a:cubicBezTo>
                    <a:cubicBezTo>
                      <a:pt x="442664" y="768237"/>
                      <a:pt x="442664" y="814883"/>
                      <a:pt x="442664" y="862482"/>
                    </a:cubicBezTo>
                    <a:cubicBezTo>
                      <a:pt x="442664" y="890089"/>
                      <a:pt x="432193" y="897705"/>
                      <a:pt x="405538" y="897705"/>
                    </a:cubicBezTo>
                    <a:cubicBezTo>
                      <a:pt x="285590" y="897705"/>
                      <a:pt x="166594" y="896752"/>
                      <a:pt x="46646" y="897705"/>
                    </a:cubicBezTo>
                    <a:cubicBezTo>
                      <a:pt x="4760" y="897705"/>
                      <a:pt x="0" y="893896"/>
                      <a:pt x="0" y="852962"/>
                    </a:cubicBezTo>
                    <a:cubicBezTo>
                      <a:pt x="0" y="807268"/>
                      <a:pt x="0" y="761573"/>
                      <a:pt x="0" y="715879"/>
                    </a:cubicBezTo>
                    <a:cubicBezTo>
                      <a:pt x="0" y="687320"/>
                      <a:pt x="2856" y="683512"/>
                      <a:pt x="32367" y="683512"/>
                    </a:cubicBezTo>
                    <a:cubicBezTo>
                      <a:pt x="83773" y="683512"/>
                      <a:pt x="135179" y="683512"/>
                      <a:pt x="186585" y="683512"/>
                    </a:cubicBezTo>
                    <a:cubicBezTo>
                      <a:pt x="218952" y="683512"/>
                      <a:pt x="224664" y="677800"/>
                      <a:pt x="224664" y="645433"/>
                    </a:cubicBezTo>
                    <a:cubicBezTo>
                      <a:pt x="224664" y="592123"/>
                      <a:pt x="224664" y="537861"/>
                      <a:pt x="223712" y="484551"/>
                    </a:cubicBezTo>
                    <a:cubicBezTo>
                      <a:pt x="223712" y="462656"/>
                      <a:pt x="231328" y="455040"/>
                      <a:pt x="253223" y="455040"/>
                    </a:cubicBezTo>
                    <a:cubicBezTo>
                      <a:pt x="459800" y="455992"/>
                      <a:pt x="666377" y="455992"/>
                      <a:pt x="873905" y="455992"/>
                    </a:cubicBezTo>
                    <a:cubicBezTo>
                      <a:pt x="902464" y="455992"/>
                      <a:pt x="908176" y="451232"/>
                      <a:pt x="908176" y="419817"/>
                    </a:cubicBezTo>
                    <a:cubicBezTo>
                      <a:pt x="908176" y="295110"/>
                      <a:pt x="908176" y="170402"/>
                      <a:pt x="908176" y="45695"/>
                    </a:cubicBezTo>
                    <a:cubicBezTo>
                      <a:pt x="908176" y="38079"/>
                      <a:pt x="908176" y="31415"/>
                      <a:pt x="908176" y="23799"/>
                    </a:cubicBezTo>
                    <a:cubicBezTo>
                      <a:pt x="908176" y="5712"/>
                      <a:pt x="916744" y="0"/>
                      <a:pt x="933879" y="0"/>
                    </a:cubicBezTo>
                    <a:cubicBezTo>
                      <a:pt x="1052875" y="952"/>
                      <a:pt x="1171870" y="952"/>
                      <a:pt x="1290866" y="952"/>
                    </a:cubicBezTo>
                    <a:cubicBezTo>
                      <a:pt x="1313714" y="952"/>
                      <a:pt x="1336561" y="1904"/>
                      <a:pt x="1359408" y="1904"/>
                    </a:cubicBezTo>
                    <a:cubicBezTo>
                      <a:pt x="1359408" y="379835"/>
                      <a:pt x="1359408" y="757765"/>
                      <a:pt x="1359408" y="1135696"/>
                    </a:cubicBezTo>
                    <a:cubicBezTo>
                      <a:pt x="1281347" y="1132840"/>
                      <a:pt x="1206142" y="1132840"/>
                      <a:pt x="1131888" y="11328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6" name="Forme libre 35">
                <a:extLst>
                  <a:ext uri="{FF2B5EF4-FFF2-40B4-BE49-F238E27FC236}">
                    <a16:creationId xmlns:a16="http://schemas.microsoft.com/office/drawing/2014/main" id="{9A4EA49C-C202-32B1-2D52-A0EEE123774A}"/>
                  </a:ext>
                </a:extLst>
              </p:cNvPr>
              <p:cNvSpPr/>
              <p:nvPr/>
            </p:nvSpPr>
            <p:spPr>
              <a:xfrm>
                <a:off x="10386251" y="4360983"/>
                <a:ext cx="1589848" cy="894848"/>
              </a:xfrm>
              <a:custGeom>
                <a:avLst/>
                <a:gdLst>
                  <a:gd name="connsiteX0" fmla="*/ 1589849 w 1589848"/>
                  <a:gd name="connsiteY0" fmla="*/ 891993 h 894848"/>
                  <a:gd name="connsiteX1" fmla="*/ 1382320 w 1589848"/>
                  <a:gd name="connsiteY1" fmla="*/ 894848 h 894848"/>
                  <a:gd name="connsiteX2" fmla="*/ 1362328 w 1589848"/>
                  <a:gd name="connsiteY2" fmla="*/ 864386 h 894848"/>
                  <a:gd name="connsiteX3" fmla="*/ 1363281 w 1589848"/>
                  <a:gd name="connsiteY3" fmla="*/ 720639 h 894848"/>
                  <a:gd name="connsiteX4" fmla="*/ 1314730 w 1589848"/>
                  <a:gd name="connsiteY4" fmla="*/ 671136 h 894848"/>
                  <a:gd name="connsiteX5" fmla="*/ 728319 w 1589848"/>
                  <a:gd name="connsiteY5" fmla="*/ 671136 h 894848"/>
                  <a:gd name="connsiteX6" fmla="*/ 686433 w 1589848"/>
                  <a:gd name="connsiteY6" fmla="*/ 628298 h 894848"/>
                  <a:gd name="connsiteX7" fmla="*/ 687385 w 1589848"/>
                  <a:gd name="connsiteY7" fmla="*/ 247511 h 894848"/>
                  <a:gd name="connsiteX8" fmla="*/ 659777 w 1589848"/>
                  <a:gd name="connsiteY8" fmla="*/ 218952 h 894848"/>
                  <a:gd name="connsiteX9" fmla="*/ 478904 w 1589848"/>
                  <a:gd name="connsiteY9" fmla="*/ 218952 h 894848"/>
                  <a:gd name="connsiteX10" fmla="*/ 445585 w 1589848"/>
                  <a:gd name="connsiteY10" fmla="*/ 258935 h 894848"/>
                  <a:gd name="connsiteX11" fmla="*/ 445585 w 1589848"/>
                  <a:gd name="connsiteY11" fmla="*/ 633058 h 894848"/>
                  <a:gd name="connsiteX12" fmla="*/ 407506 w 1589848"/>
                  <a:gd name="connsiteY12" fmla="*/ 672088 h 894848"/>
                  <a:gd name="connsiteX13" fmla="*/ 270423 w 1589848"/>
                  <a:gd name="connsiteY13" fmla="*/ 672088 h 894848"/>
                  <a:gd name="connsiteX14" fmla="*/ 230441 w 1589848"/>
                  <a:gd name="connsiteY14" fmla="*/ 632106 h 894848"/>
                  <a:gd name="connsiteX15" fmla="*/ 230441 w 1589848"/>
                  <a:gd name="connsiteY15" fmla="*/ 477887 h 894848"/>
                  <a:gd name="connsiteX16" fmla="*/ 194266 w 1589848"/>
                  <a:gd name="connsiteY16" fmla="*/ 442664 h 894848"/>
                  <a:gd name="connsiteX17" fmla="*/ 30528 w 1589848"/>
                  <a:gd name="connsiteY17" fmla="*/ 443616 h 894848"/>
                  <a:gd name="connsiteX18" fmla="*/ 65 w 1589848"/>
                  <a:gd name="connsiteY18" fmla="*/ 414105 h 894848"/>
                  <a:gd name="connsiteX19" fmla="*/ 65 w 1589848"/>
                  <a:gd name="connsiteY19" fmla="*/ 257983 h 894848"/>
                  <a:gd name="connsiteX20" fmla="*/ 29576 w 1589848"/>
                  <a:gd name="connsiteY20" fmla="*/ 228472 h 894848"/>
                  <a:gd name="connsiteX21" fmla="*/ 190458 w 1589848"/>
                  <a:gd name="connsiteY21" fmla="*/ 229424 h 894848"/>
                  <a:gd name="connsiteX22" fmla="*/ 229489 w 1589848"/>
                  <a:gd name="connsiteY22" fmla="*/ 190393 h 894848"/>
                  <a:gd name="connsiteX23" fmla="*/ 229489 w 1589848"/>
                  <a:gd name="connsiteY23" fmla="*/ 31415 h 894848"/>
                  <a:gd name="connsiteX24" fmla="*/ 261856 w 1589848"/>
                  <a:gd name="connsiteY24" fmla="*/ 0 h 894848"/>
                  <a:gd name="connsiteX25" fmla="*/ 508415 w 1589848"/>
                  <a:gd name="connsiteY25" fmla="*/ 0 h 894848"/>
                  <a:gd name="connsiteX26" fmla="*/ 1309970 w 1589848"/>
                  <a:gd name="connsiteY26" fmla="*/ 0 h 894848"/>
                  <a:gd name="connsiteX27" fmla="*/ 1350905 w 1589848"/>
                  <a:gd name="connsiteY27" fmla="*/ 40935 h 894848"/>
                  <a:gd name="connsiteX28" fmla="*/ 1351857 w 1589848"/>
                  <a:gd name="connsiteY28" fmla="*/ 192297 h 894848"/>
                  <a:gd name="connsiteX29" fmla="*/ 1325202 w 1589848"/>
                  <a:gd name="connsiteY29" fmla="*/ 218952 h 894848"/>
                  <a:gd name="connsiteX30" fmla="*/ 944416 w 1589848"/>
                  <a:gd name="connsiteY30" fmla="*/ 218000 h 894848"/>
                  <a:gd name="connsiteX31" fmla="*/ 895865 w 1589848"/>
                  <a:gd name="connsiteY31" fmla="*/ 266551 h 894848"/>
                  <a:gd name="connsiteX32" fmla="*/ 895865 w 1589848"/>
                  <a:gd name="connsiteY32" fmla="*/ 417913 h 894848"/>
                  <a:gd name="connsiteX33" fmla="*/ 930136 w 1589848"/>
                  <a:gd name="connsiteY33" fmla="*/ 452184 h 894848"/>
                  <a:gd name="connsiteX34" fmla="*/ 1328058 w 1589848"/>
                  <a:gd name="connsiteY34" fmla="*/ 452184 h 894848"/>
                  <a:gd name="connsiteX35" fmla="*/ 1362328 w 1589848"/>
                  <a:gd name="connsiteY35" fmla="*/ 416961 h 894848"/>
                  <a:gd name="connsiteX36" fmla="*/ 1361377 w 1589848"/>
                  <a:gd name="connsiteY36" fmla="*/ 256079 h 894848"/>
                  <a:gd name="connsiteX37" fmla="*/ 1388984 w 1589848"/>
                  <a:gd name="connsiteY37" fmla="*/ 227520 h 894848"/>
                  <a:gd name="connsiteX38" fmla="*/ 1588897 w 1589848"/>
                  <a:gd name="connsiteY38" fmla="*/ 227520 h 894848"/>
                  <a:gd name="connsiteX39" fmla="*/ 1589849 w 1589848"/>
                  <a:gd name="connsiteY39" fmla="*/ 891993 h 894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589848" h="894848">
                    <a:moveTo>
                      <a:pt x="1589849" y="891993"/>
                    </a:moveTo>
                    <a:cubicBezTo>
                      <a:pt x="1520355" y="892945"/>
                      <a:pt x="1451814" y="894848"/>
                      <a:pt x="1382320" y="894848"/>
                    </a:cubicBezTo>
                    <a:cubicBezTo>
                      <a:pt x="1363281" y="894848"/>
                      <a:pt x="1362328" y="879617"/>
                      <a:pt x="1362328" y="864386"/>
                    </a:cubicBezTo>
                    <a:cubicBezTo>
                      <a:pt x="1362328" y="816787"/>
                      <a:pt x="1363281" y="768237"/>
                      <a:pt x="1363281" y="720639"/>
                    </a:cubicBezTo>
                    <a:cubicBezTo>
                      <a:pt x="1363281" y="681608"/>
                      <a:pt x="1352809" y="671136"/>
                      <a:pt x="1314730" y="671136"/>
                    </a:cubicBezTo>
                    <a:cubicBezTo>
                      <a:pt x="1119577" y="671136"/>
                      <a:pt x="923472" y="671136"/>
                      <a:pt x="728319" y="671136"/>
                    </a:cubicBezTo>
                    <a:cubicBezTo>
                      <a:pt x="688336" y="671136"/>
                      <a:pt x="686433" y="668280"/>
                      <a:pt x="686433" y="628298"/>
                    </a:cubicBezTo>
                    <a:cubicBezTo>
                      <a:pt x="686433" y="501686"/>
                      <a:pt x="686433" y="374123"/>
                      <a:pt x="687385" y="247511"/>
                    </a:cubicBezTo>
                    <a:cubicBezTo>
                      <a:pt x="687385" y="227520"/>
                      <a:pt x="678817" y="218952"/>
                      <a:pt x="659777" y="218952"/>
                    </a:cubicBezTo>
                    <a:cubicBezTo>
                      <a:pt x="599804" y="218952"/>
                      <a:pt x="538878" y="218000"/>
                      <a:pt x="478904" y="218952"/>
                    </a:cubicBezTo>
                    <a:cubicBezTo>
                      <a:pt x="452249" y="218952"/>
                      <a:pt x="445585" y="228472"/>
                      <a:pt x="445585" y="258935"/>
                    </a:cubicBezTo>
                    <a:cubicBezTo>
                      <a:pt x="445585" y="383642"/>
                      <a:pt x="445585" y="508350"/>
                      <a:pt x="445585" y="633058"/>
                    </a:cubicBezTo>
                    <a:cubicBezTo>
                      <a:pt x="445585" y="670184"/>
                      <a:pt x="443681" y="672088"/>
                      <a:pt x="407506" y="672088"/>
                    </a:cubicBezTo>
                    <a:cubicBezTo>
                      <a:pt x="361812" y="672088"/>
                      <a:pt x="316118" y="672088"/>
                      <a:pt x="270423" y="672088"/>
                    </a:cubicBezTo>
                    <a:cubicBezTo>
                      <a:pt x="237104" y="672088"/>
                      <a:pt x="230441" y="664473"/>
                      <a:pt x="230441" y="632106"/>
                    </a:cubicBezTo>
                    <a:cubicBezTo>
                      <a:pt x="230441" y="580699"/>
                      <a:pt x="230441" y="529293"/>
                      <a:pt x="230441" y="477887"/>
                    </a:cubicBezTo>
                    <a:cubicBezTo>
                      <a:pt x="230441" y="448376"/>
                      <a:pt x="224729" y="442664"/>
                      <a:pt x="194266" y="442664"/>
                    </a:cubicBezTo>
                    <a:cubicBezTo>
                      <a:pt x="140004" y="442664"/>
                      <a:pt x="84790" y="441713"/>
                      <a:pt x="30528" y="443616"/>
                    </a:cubicBezTo>
                    <a:cubicBezTo>
                      <a:pt x="8632" y="443616"/>
                      <a:pt x="-887" y="437904"/>
                      <a:pt x="65" y="414105"/>
                    </a:cubicBezTo>
                    <a:cubicBezTo>
                      <a:pt x="1017" y="361747"/>
                      <a:pt x="1017" y="310341"/>
                      <a:pt x="65" y="257983"/>
                    </a:cubicBezTo>
                    <a:cubicBezTo>
                      <a:pt x="65" y="236088"/>
                      <a:pt x="6729" y="227520"/>
                      <a:pt x="29576" y="228472"/>
                    </a:cubicBezTo>
                    <a:cubicBezTo>
                      <a:pt x="82886" y="230376"/>
                      <a:pt x="137148" y="229424"/>
                      <a:pt x="190458" y="229424"/>
                    </a:cubicBezTo>
                    <a:cubicBezTo>
                      <a:pt x="220921" y="229424"/>
                      <a:pt x="229489" y="220856"/>
                      <a:pt x="229489" y="190393"/>
                    </a:cubicBezTo>
                    <a:cubicBezTo>
                      <a:pt x="229489" y="137083"/>
                      <a:pt x="229489" y="84725"/>
                      <a:pt x="229489" y="31415"/>
                    </a:cubicBezTo>
                    <a:cubicBezTo>
                      <a:pt x="229489" y="1904"/>
                      <a:pt x="230441" y="0"/>
                      <a:pt x="261856" y="0"/>
                    </a:cubicBezTo>
                    <a:cubicBezTo>
                      <a:pt x="343725" y="0"/>
                      <a:pt x="426546" y="0"/>
                      <a:pt x="508415" y="0"/>
                    </a:cubicBezTo>
                    <a:cubicBezTo>
                      <a:pt x="775917" y="0"/>
                      <a:pt x="1042468" y="0"/>
                      <a:pt x="1309970" y="0"/>
                    </a:cubicBezTo>
                    <a:cubicBezTo>
                      <a:pt x="1351857" y="0"/>
                      <a:pt x="1351857" y="0"/>
                      <a:pt x="1350905" y="40935"/>
                    </a:cubicBezTo>
                    <a:cubicBezTo>
                      <a:pt x="1350905" y="91389"/>
                      <a:pt x="1350905" y="141843"/>
                      <a:pt x="1351857" y="192297"/>
                    </a:cubicBezTo>
                    <a:cubicBezTo>
                      <a:pt x="1351857" y="212289"/>
                      <a:pt x="1346146" y="219904"/>
                      <a:pt x="1325202" y="218952"/>
                    </a:cubicBezTo>
                    <a:cubicBezTo>
                      <a:pt x="1198591" y="218000"/>
                      <a:pt x="1071027" y="218952"/>
                      <a:pt x="944416" y="218000"/>
                    </a:cubicBezTo>
                    <a:cubicBezTo>
                      <a:pt x="908241" y="218000"/>
                      <a:pt x="896817" y="229424"/>
                      <a:pt x="895865" y="266551"/>
                    </a:cubicBezTo>
                    <a:cubicBezTo>
                      <a:pt x="895865" y="317005"/>
                      <a:pt x="895865" y="367459"/>
                      <a:pt x="895865" y="417913"/>
                    </a:cubicBezTo>
                    <a:cubicBezTo>
                      <a:pt x="895865" y="447424"/>
                      <a:pt x="901577" y="452184"/>
                      <a:pt x="930136" y="452184"/>
                    </a:cubicBezTo>
                    <a:cubicBezTo>
                      <a:pt x="1062459" y="452184"/>
                      <a:pt x="1195734" y="452184"/>
                      <a:pt x="1328058" y="452184"/>
                    </a:cubicBezTo>
                    <a:cubicBezTo>
                      <a:pt x="1355665" y="452184"/>
                      <a:pt x="1361377" y="446472"/>
                      <a:pt x="1362328" y="416961"/>
                    </a:cubicBezTo>
                    <a:cubicBezTo>
                      <a:pt x="1362328" y="363651"/>
                      <a:pt x="1363281" y="309389"/>
                      <a:pt x="1361377" y="256079"/>
                    </a:cubicBezTo>
                    <a:cubicBezTo>
                      <a:pt x="1360425" y="234184"/>
                      <a:pt x="1367088" y="227520"/>
                      <a:pt x="1388984" y="227520"/>
                    </a:cubicBezTo>
                    <a:cubicBezTo>
                      <a:pt x="1455622" y="228472"/>
                      <a:pt x="1522259" y="227520"/>
                      <a:pt x="1588897" y="227520"/>
                    </a:cubicBezTo>
                    <a:cubicBezTo>
                      <a:pt x="1589849" y="449328"/>
                      <a:pt x="1589849" y="671136"/>
                      <a:pt x="1589849" y="8919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7" name="Forme libre 36">
                <a:extLst>
                  <a:ext uri="{FF2B5EF4-FFF2-40B4-BE49-F238E27FC236}">
                    <a16:creationId xmlns:a16="http://schemas.microsoft.com/office/drawing/2014/main" id="{1DEDBB53-477B-C994-8C46-BA3170119BFC}"/>
                  </a:ext>
                </a:extLst>
              </p:cNvPr>
              <p:cNvSpPr/>
              <p:nvPr/>
            </p:nvSpPr>
            <p:spPr>
              <a:xfrm>
                <a:off x="10839452" y="5270111"/>
                <a:ext cx="1136647" cy="1119512"/>
              </a:xfrm>
              <a:custGeom>
                <a:avLst/>
                <a:gdLst>
                  <a:gd name="connsiteX0" fmla="*/ 1136648 w 1136647"/>
                  <a:gd name="connsiteY0" fmla="*/ 672088 h 1119512"/>
                  <a:gd name="connsiteX1" fmla="*/ 941495 w 1136647"/>
                  <a:gd name="connsiteY1" fmla="*/ 671136 h 1119512"/>
                  <a:gd name="connsiteX2" fmla="*/ 909128 w 1136647"/>
                  <a:gd name="connsiteY2" fmla="*/ 637818 h 1119512"/>
                  <a:gd name="connsiteX3" fmla="*/ 909128 w 1136647"/>
                  <a:gd name="connsiteY3" fmla="*/ 476935 h 1119512"/>
                  <a:gd name="connsiteX4" fmla="*/ 874857 w 1136647"/>
                  <a:gd name="connsiteY4" fmla="*/ 441713 h 1119512"/>
                  <a:gd name="connsiteX5" fmla="*/ 711119 w 1136647"/>
                  <a:gd name="connsiteY5" fmla="*/ 441713 h 1119512"/>
                  <a:gd name="connsiteX6" fmla="*/ 673992 w 1136647"/>
                  <a:gd name="connsiteY6" fmla="*/ 477887 h 1119512"/>
                  <a:gd name="connsiteX7" fmla="*/ 673992 w 1136647"/>
                  <a:gd name="connsiteY7" fmla="*/ 646385 h 1119512"/>
                  <a:gd name="connsiteX8" fmla="*/ 706359 w 1136647"/>
                  <a:gd name="connsiteY8" fmla="*/ 677800 h 1119512"/>
                  <a:gd name="connsiteX9" fmla="*/ 870097 w 1136647"/>
                  <a:gd name="connsiteY9" fmla="*/ 677800 h 1119512"/>
                  <a:gd name="connsiteX10" fmla="*/ 898656 w 1136647"/>
                  <a:gd name="connsiteY10" fmla="*/ 708263 h 1119512"/>
                  <a:gd name="connsiteX11" fmla="*/ 898656 w 1136647"/>
                  <a:gd name="connsiteY11" fmla="*/ 1087146 h 1119512"/>
                  <a:gd name="connsiteX12" fmla="*/ 869146 w 1136647"/>
                  <a:gd name="connsiteY12" fmla="*/ 1119513 h 1119512"/>
                  <a:gd name="connsiteX13" fmla="*/ 485503 w 1136647"/>
                  <a:gd name="connsiteY13" fmla="*/ 1119513 h 1119512"/>
                  <a:gd name="connsiteX14" fmla="*/ 455040 w 1136647"/>
                  <a:gd name="connsiteY14" fmla="*/ 1088098 h 1119512"/>
                  <a:gd name="connsiteX15" fmla="*/ 455992 w 1136647"/>
                  <a:gd name="connsiteY15" fmla="*/ 704455 h 1119512"/>
                  <a:gd name="connsiteX16" fmla="*/ 421721 w 1136647"/>
                  <a:gd name="connsiteY16" fmla="*/ 672088 h 1119512"/>
                  <a:gd name="connsiteX17" fmla="*/ 262743 w 1136647"/>
                  <a:gd name="connsiteY17" fmla="*/ 672088 h 1119512"/>
                  <a:gd name="connsiteX18" fmla="*/ 231328 w 1136647"/>
                  <a:gd name="connsiteY18" fmla="*/ 639722 h 1119512"/>
                  <a:gd name="connsiteX19" fmla="*/ 231328 w 1136647"/>
                  <a:gd name="connsiteY19" fmla="*/ 478839 h 1119512"/>
                  <a:gd name="connsiteX20" fmla="*/ 196105 w 1136647"/>
                  <a:gd name="connsiteY20" fmla="*/ 442664 h 1119512"/>
                  <a:gd name="connsiteX21" fmla="*/ 39982 w 1136647"/>
                  <a:gd name="connsiteY21" fmla="*/ 442664 h 1119512"/>
                  <a:gd name="connsiteX22" fmla="*/ 0 w 1136647"/>
                  <a:gd name="connsiteY22" fmla="*/ 402682 h 1119512"/>
                  <a:gd name="connsiteX23" fmla="*/ 0 w 1136647"/>
                  <a:gd name="connsiteY23" fmla="*/ 34271 h 1119512"/>
                  <a:gd name="connsiteX24" fmla="*/ 35223 w 1136647"/>
                  <a:gd name="connsiteY24" fmla="*/ 0 h 1119512"/>
                  <a:gd name="connsiteX25" fmla="*/ 186585 w 1136647"/>
                  <a:gd name="connsiteY25" fmla="*/ 0 h 1119512"/>
                  <a:gd name="connsiteX26" fmla="*/ 219904 w 1136647"/>
                  <a:gd name="connsiteY26" fmla="*/ 33319 h 1119512"/>
                  <a:gd name="connsiteX27" fmla="*/ 218000 w 1136647"/>
                  <a:gd name="connsiteY27" fmla="*/ 198961 h 1119512"/>
                  <a:gd name="connsiteX28" fmla="*/ 246559 w 1136647"/>
                  <a:gd name="connsiteY28" fmla="*/ 229424 h 1119512"/>
                  <a:gd name="connsiteX29" fmla="*/ 649241 w 1136647"/>
                  <a:gd name="connsiteY29" fmla="*/ 229424 h 1119512"/>
                  <a:gd name="connsiteX30" fmla="*/ 683512 w 1136647"/>
                  <a:gd name="connsiteY30" fmla="*/ 192297 h 1119512"/>
                  <a:gd name="connsiteX31" fmla="*/ 683512 w 1136647"/>
                  <a:gd name="connsiteY31" fmla="*/ 33319 h 1119512"/>
                  <a:gd name="connsiteX32" fmla="*/ 716831 w 1136647"/>
                  <a:gd name="connsiteY32" fmla="*/ 0 h 1119512"/>
                  <a:gd name="connsiteX33" fmla="*/ 853914 w 1136647"/>
                  <a:gd name="connsiteY33" fmla="*/ 0 h 1119512"/>
                  <a:gd name="connsiteX34" fmla="*/ 897705 w 1136647"/>
                  <a:gd name="connsiteY34" fmla="*/ 43791 h 1119512"/>
                  <a:gd name="connsiteX35" fmla="*/ 896752 w 1136647"/>
                  <a:gd name="connsiteY35" fmla="*/ 198009 h 1119512"/>
                  <a:gd name="connsiteX36" fmla="*/ 929119 w 1136647"/>
                  <a:gd name="connsiteY36" fmla="*/ 230376 h 1119512"/>
                  <a:gd name="connsiteX37" fmla="*/ 1133792 w 1136647"/>
                  <a:gd name="connsiteY37" fmla="*/ 229424 h 1119512"/>
                  <a:gd name="connsiteX38" fmla="*/ 1136648 w 1136647"/>
                  <a:gd name="connsiteY38" fmla="*/ 672088 h 1119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136647" h="1119512">
                    <a:moveTo>
                      <a:pt x="1136648" y="672088"/>
                    </a:moveTo>
                    <a:cubicBezTo>
                      <a:pt x="1071914" y="672088"/>
                      <a:pt x="1006228" y="671136"/>
                      <a:pt x="941495" y="671136"/>
                    </a:cubicBezTo>
                    <a:cubicBezTo>
                      <a:pt x="909128" y="671136"/>
                      <a:pt x="909128" y="670185"/>
                      <a:pt x="909128" y="637818"/>
                    </a:cubicBezTo>
                    <a:cubicBezTo>
                      <a:pt x="910080" y="584508"/>
                      <a:pt x="910080" y="530245"/>
                      <a:pt x="909128" y="476935"/>
                    </a:cubicBezTo>
                    <a:cubicBezTo>
                      <a:pt x="909128" y="447424"/>
                      <a:pt x="903416" y="441713"/>
                      <a:pt x="874857" y="441713"/>
                    </a:cubicBezTo>
                    <a:cubicBezTo>
                      <a:pt x="820595" y="441713"/>
                      <a:pt x="765381" y="441713"/>
                      <a:pt x="711119" y="441713"/>
                    </a:cubicBezTo>
                    <a:cubicBezTo>
                      <a:pt x="683512" y="441713"/>
                      <a:pt x="674944" y="450280"/>
                      <a:pt x="673992" y="477887"/>
                    </a:cubicBezTo>
                    <a:cubicBezTo>
                      <a:pt x="673992" y="534053"/>
                      <a:pt x="674944" y="590219"/>
                      <a:pt x="673992" y="646385"/>
                    </a:cubicBezTo>
                    <a:cubicBezTo>
                      <a:pt x="673992" y="670185"/>
                      <a:pt x="684464" y="678752"/>
                      <a:pt x="706359" y="677800"/>
                    </a:cubicBezTo>
                    <a:cubicBezTo>
                      <a:pt x="760621" y="676848"/>
                      <a:pt x="815835" y="678752"/>
                      <a:pt x="870097" y="677800"/>
                    </a:cubicBezTo>
                    <a:cubicBezTo>
                      <a:pt x="892945" y="677800"/>
                      <a:pt x="898656" y="685416"/>
                      <a:pt x="898656" y="708263"/>
                    </a:cubicBezTo>
                    <a:cubicBezTo>
                      <a:pt x="897705" y="834875"/>
                      <a:pt x="897705" y="960534"/>
                      <a:pt x="898656" y="1087146"/>
                    </a:cubicBezTo>
                    <a:cubicBezTo>
                      <a:pt x="898656" y="1109993"/>
                      <a:pt x="892945" y="1119513"/>
                      <a:pt x="869146" y="1119513"/>
                    </a:cubicBezTo>
                    <a:cubicBezTo>
                      <a:pt x="741582" y="1118561"/>
                      <a:pt x="613066" y="1118561"/>
                      <a:pt x="485503" y="1119513"/>
                    </a:cubicBezTo>
                    <a:cubicBezTo>
                      <a:pt x="462656" y="1119513"/>
                      <a:pt x="454088" y="1111897"/>
                      <a:pt x="455040" y="1088098"/>
                    </a:cubicBezTo>
                    <a:cubicBezTo>
                      <a:pt x="455992" y="960534"/>
                      <a:pt x="455992" y="832019"/>
                      <a:pt x="455992" y="704455"/>
                    </a:cubicBezTo>
                    <a:cubicBezTo>
                      <a:pt x="455992" y="678752"/>
                      <a:pt x="449328" y="672088"/>
                      <a:pt x="421721" y="672088"/>
                    </a:cubicBezTo>
                    <a:cubicBezTo>
                      <a:pt x="368411" y="671136"/>
                      <a:pt x="316053" y="672088"/>
                      <a:pt x="262743" y="672088"/>
                    </a:cubicBezTo>
                    <a:cubicBezTo>
                      <a:pt x="233232" y="672088"/>
                      <a:pt x="231328" y="669233"/>
                      <a:pt x="231328" y="639722"/>
                    </a:cubicBezTo>
                    <a:cubicBezTo>
                      <a:pt x="231328" y="586411"/>
                      <a:pt x="231328" y="532149"/>
                      <a:pt x="231328" y="478839"/>
                    </a:cubicBezTo>
                    <a:cubicBezTo>
                      <a:pt x="231328" y="447424"/>
                      <a:pt x="226568" y="443616"/>
                      <a:pt x="196105" y="442664"/>
                    </a:cubicBezTo>
                    <a:cubicBezTo>
                      <a:pt x="143747" y="442664"/>
                      <a:pt x="92341" y="442664"/>
                      <a:pt x="39982" y="442664"/>
                    </a:cubicBezTo>
                    <a:cubicBezTo>
                      <a:pt x="6664" y="442664"/>
                      <a:pt x="0" y="436001"/>
                      <a:pt x="0" y="402682"/>
                    </a:cubicBezTo>
                    <a:cubicBezTo>
                      <a:pt x="0" y="279878"/>
                      <a:pt x="0" y="157074"/>
                      <a:pt x="0" y="34271"/>
                    </a:cubicBezTo>
                    <a:cubicBezTo>
                      <a:pt x="0" y="1904"/>
                      <a:pt x="1904" y="0"/>
                      <a:pt x="35223" y="0"/>
                    </a:cubicBezTo>
                    <a:cubicBezTo>
                      <a:pt x="85677" y="0"/>
                      <a:pt x="136131" y="0"/>
                      <a:pt x="186585" y="0"/>
                    </a:cubicBezTo>
                    <a:cubicBezTo>
                      <a:pt x="214192" y="0"/>
                      <a:pt x="219904" y="5712"/>
                      <a:pt x="219904" y="33319"/>
                    </a:cubicBezTo>
                    <a:cubicBezTo>
                      <a:pt x="219904" y="88533"/>
                      <a:pt x="219904" y="143747"/>
                      <a:pt x="218000" y="198961"/>
                    </a:cubicBezTo>
                    <a:cubicBezTo>
                      <a:pt x="217048" y="220856"/>
                      <a:pt x="226568" y="229424"/>
                      <a:pt x="246559" y="229424"/>
                    </a:cubicBezTo>
                    <a:cubicBezTo>
                      <a:pt x="380786" y="229424"/>
                      <a:pt x="515014" y="229424"/>
                      <a:pt x="649241" y="229424"/>
                    </a:cubicBezTo>
                    <a:cubicBezTo>
                      <a:pt x="674944" y="229424"/>
                      <a:pt x="683512" y="219904"/>
                      <a:pt x="683512" y="192297"/>
                    </a:cubicBezTo>
                    <a:cubicBezTo>
                      <a:pt x="684464" y="138987"/>
                      <a:pt x="683512" y="86629"/>
                      <a:pt x="683512" y="33319"/>
                    </a:cubicBezTo>
                    <a:cubicBezTo>
                      <a:pt x="683512" y="2856"/>
                      <a:pt x="686368" y="0"/>
                      <a:pt x="716831" y="0"/>
                    </a:cubicBezTo>
                    <a:cubicBezTo>
                      <a:pt x="762525" y="0"/>
                      <a:pt x="808219" y="0"/>
                      <a:pt x="853914" y="0"/>
                    </a:cubicBezTo>
                    <a:cubicBezTo>
                      <a:pt x="891992" y="0"/>
                      <a:pt x="897705" y="6664"/>
                      <a:pt x="897705" y="43791"/>
                    </a:cubicBezTo>
                    <a:cubicBezTo>
                      <a:pt x="896752" y="95197"/>
                      <a:pt x="897705" y="146603"/>
                      <a:pt x="896752" y="198009"/>
                    </a:cubicBezTo>
                    <a:cubicBezTo>
                      <a:pt x="896752" y="220856"/>
                      <a:pt x="907224" y="230376"/>
                      <a:pt x="929119" y="230376"/>
                    </a:cubicBezTo>
                    <a:cubicBezTo>
                      <a:pt x="997661" y="230376"/>
                      <a:pt x="1066202" y="230376"/>
                      <a:pt x="1133792" y="229424"/>
                    </a:cubicBezTo>
                    <a:cubicBezTo>
                      <a:pt x="1136648" y="375075"/>
                      <a:pt x="1136648" y="523582"/>
                      <a:pt x="1136648" y="6720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8" name="Forme libre 37">
                <a:extLst>
                  <a:ext uri="{FF2B5EF4-FFF2-40B4-BE49-F238E27FC236}">
                    <a16:creationId xmlns:a16="http://schemas.microsoft.com/office/drawing/2014/main" id="{C13F0DDC-B5E6-1DA1-92B3-5F7D44B29E03}"/>
                  </a:ext>
                </a:extLst>
              </p:cNvPr>
              <p:cNvSpPr/>
              <p:nvPr/>
            </p:nvSpPr>
            <p:spPr>
              <a:xfrm>
                <a:off x="8130110" y="2317111"/>
                <a:ext cx="1119617" cy="1358456"/>
              </a:xfrm>
              <a:custGeom>
                <a:avLst/>
                <a:gdLst>
                  <a:gd name="connsiteX0" fmla="*/ 894894 w 1119617"/>
                  <a:gd name="connsiteY0" fmla="*/ 0 h 1358456"/>
                  <a:gd name="connsiteX1" fmla="*/ 893941 w 1119617"/>
                  <a:gd name="connsiteY1" fmla="*/ 209433 h 1358456"/>
                  <a:gd name="connsiteX2" fmla="*/ 925357 w 1119617"/>
                  <a:gd name="connsiteY2" fmla="*/ 237040 h 1358456"/>
                  <a:gd name="connsiteX3" fmla="*/ 1081479 w 1119617"/>
                  <a:gd name="connsiteY3" fmla="*/ 236088 h 1358456"/>
                  <a:gd name="connsiteX4" fmla="*/ 1118606 w 1119617"/>
                  <a:gd name="connsiteY4" fmla="*/ 273214 h 1358456"/>
                  <a:gd name="connsiteX5" fmla="*/ 1118606 w 1119617"/>
                  <a:gd name="connsiteY5" fmla="*/ 416961 h 1358456"/>
                  <a:gd name="connsiteX6" fmla="*/ 1086239 w 1119617"/>
                  <a:gd name="connsiteY6" fmla="*/ 449328 h 1358456"/>
                  <a:gd name="connsiteX7" fmla="*/ 939636 w 1119617"/>
                  <a:gd name="connsiteY7" fmla="*/ 449328 h 1358456"/>
                  <a:gd name="connsiteX8" fmla="*/ 894894 w 1119617"/>
                  <a:gd name="connsiteY8" fmla="*/ 493119 h 1358456"/>
                  <a:gd name="connsiteX9" fmla="*/ 894894 w 1119617"/>
                  <a:gd name="connsiteY9" fmla="*/ 876761 h 1358456"/>
                  <a:gd name="connsiteX10" fmla="*/ 935828 w 1119617"/>
                  <a:gd name="connsiteY10" fmla="*/ 915792 h 1358456"/>
                  <a:gd name="connsiteX11" fmla="*/ 1087191 w 1119617"/>
                  <a:gd name="connsiteY11" fmla="*/ 914840 h 1358456"/>
                  <a:gd name="connsiteX12" fmla="*/ 1119558 w 1119617"/>
                  <a:gd name="connsiteY12" fmla="*/ 946255 h 1358456"/>
                  <a:gd name="connsiteX13" fmla="*/ 1119558 w 1119617"/>
                  <a:gd name="connsiteY13" fmla="*/ 1097617 h 1358456"/>
                  <a:gd name="connsiteX14" fmla="*/ 1079575 w 1119617"/>
                  <a:gd name="connsiteY14" fmla="*/ 1134744 h 1358456"/>
                  <a:gd name="connsiteX15" fmla="*/ 935828 w 1119617"/>
                  <a:gd name="connsiteY15" fmla="*/ 1134744 h 1358456"/>
                  <a:gd name="connsiteX16" fmla="*/ 895846 w 1119617"/>
                  <a:gd name="connsiteY16" fmla="*/ 1176630 h 1358456"/>
                  <a:gd name="connsiteX17" fmla="*/ 895846 w 1119617"/>
                  <a:gd name="connsiteY17" fmla="*/ 1320377 h 1358456"/>
                  <a:gd name="connsiteX18" fmla="*/ 856815 w 1119617"/>
                  <a:gd name="connsiteY18" fmla="*/ 1358456 h 1358456"/>
                  <a:gd name="connsiteX19" fmla="*/ 713068 w 1119617"/>
                  <a:gd name="connsiteY19" fmla="*/ 1358456 h 1358456"/>
                  <a:gd name="connsiteX20" fmla="*/ 676893 w 1119617"/>
                  <a:gd name="connsiteY20" fmla="*/ 1322281 h 1358456"/>
                  <a:gd name="connsiteX21" fmla="*/ 676893 w 1119617"/>
                  <a:gd name="connsiteY21" fmla="*/ 1173775 h 1358456"/>
                  <a:gd name="connsiteX22" fmla="*/ 637863 w 1119617"/>
                  <a:gd name="connsiteY22" fmla="*/ 1134744 h 1358456"/>
                  <a:gd name="connsiteX23" fmla="*/ 489356 w 1119617"/>
                  <a:gd name="connsiteY23" fmla="*/ 1134744 h 1358456"/>
                  <a:gd name="connsiteX24" fmla="*/ 453181 w 1119617"/>
                  <a:gd name="connsiteY24" fmla="*/ 1098569 h 1358456"/>
                  <a:gd name="connsiteX25" fmla="*/ 452229 w 1119617"/>
                  <a:gd name="connsiteY25" fmla="*/ 695887 h 1358456"/>
                  <a:gd name="connsiteX26" fmla="*/ 453181 w 1119617"/>
                  <a:gd name="connsiteY26" fmla="*/ 693032 h 1358456"/>
                  <a:gd name="connsiteX27" fmla="*/ 633103 w 1119617"/>
                  <a:gd name="connsiteY27" fmla="*/ 693032 h 1358456"/>
                  <a:gd name="connsiteX28" fmla="*/ 676893 w 1119617"/>
                  <a:gd name="connsiteY28" fmla="*/ 648289 h 1358456"/>
                  <a:gd name="connsiteX29" fmla="*/ 676893 w 1119617"/>
                  <a:gd name="connsiteY29" fmla="*/ 264647 h 1358456"/>
                  <a:gd name="connsiteX30" fmla="*/ 638815 w 1119617"/>
                  <a:gd name="connsiteY30" fmla="*/ 226568 h 1358456"/>
                  <a:gd name="connsiteX31" fmla="*/ 28604 w 1119617"/>
                  <a:gd name="connsiteY31" fmla="*/ 227520 h 1358456"/>
                  <a:gd name="connsiteX32" fmla="*/ 45 w 1119617"/>
                  <a:gd name="connsiteY32" fmla="*/ 207529 h 1358456"/>
                  <a:gd name="connsiteX33" fmla="*/ 2901 w 1119617"/>
                  <a:gd name="connsiteY33" fmla="*/ 0 h 1358456"/>
                  <a:gd name="connsiteX34" fmla="*/ 894894 w 1119617"/>
                  <a:gd name="connsiteY34" fmla="*/ 0 h 135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119617" h="1358456">
                    <a:moveTo>
                      <a:pt x="894894" y="0"/>
                    </a:moveTo>
                    <a:cubicBezTo>
                      <a:pt x="894894" y="69494"/>
                      <a:pt x="894894" y="139939"/>
                      <a:pt x="893941" y="209433"/>
                    </a:cubicBezTo>
                    <a:cubicBezTo>
                      <a:pt x="893941" y="231328"/>
                      <a:pt x="906317" y="237040"/>
                      <a:pt x="925357" y="237040"/>
                    </a:cubicBezTo>
                    <a:cubicBezTo>
                      <a:pt x="977715" y="237040"/>
                      <a:pt x="1029121" y="237040"/>
                      <a:pt x="1081479" y="236088"/>
                    </a:cubicBezTo>
                    <a:cubicBezTo>
                      <a:pt x="1115750" y="236088"/>
                      <a:pt x="1118606" y="237992"/>
                      <a:pt x="1118606" y="273214"/>
                    </a:cubicBezTo>
                    <a:cubicBezTo>
                      <a:pt x="1118606" y="320813"/>
                      <a:pt x="1118606" y="369363"/>
                      <a:pt x="1118606" y="416961"/>
                    </a:cubicBezTo>
                    <a:cubicBezTo>
                      <a:pt x="1118606" y="444568"/>
                      <a:pt x="1114798" y="449328"/>
                      <a:pt x="1086239" y="449328"/>
                    </a:cubicBezTo>
                    <a:cubicBezTo>
                      <a:pt x="1037688" y="449328"/>
                      <a:pt x="988186" y="449328"/>
                      <a:pt x="939636" y="449328"/>
                    </a:cubicBezTo>
                    <a:cubicBezTo>
                      <a:pt x="907269" y="449328"/>
                      <a:pt x="894894" y="460752"/>
                      <a:pt x="894894" y="493119"/>
                    </a:cubicBezTo>
                    <a:cubicBezTo>
                      <a:pt x="894894" y="620682"/>
                      <a:pt x="894894" y="749198"/>
                      <a:pt x="894894" y="876761"/>
                    </a:cubicBezTo>
                    <a:cubicBezTo>
                      <a:pt x="894894" y="906272"/>
                      <a:pt x="905365" y="915792"/>
                      <a:pt x="935828" y="915792"/>
                    </a:cubicBezTo>
                    <a:cubicBezTo>
                      <a:pt x="986282" y="915792"/>
                      <a:pt x="1036736" y="915792"/>
                      <a:pt x="1087191" y="914840"/>
                    </a:cubicBezTo>
                    <a:cubicBezTo>
                      <a:pt x="1110038" y="913888"/>
                      <a:pt x="1120510" y="922455"/>
                      <a:pt x="1119558" y="946255"/>
                    </a:cubicBezTo>
                    <a:cubicBezTo>
                      <a:pt x="1118606" y="996709"/>
                      <a:pt x="1119558" y="1047163"/>
                      <a:pt x="1119558" y="1097617"/>
                    </a:cubicBezTo>
                    <a:cubicBezTo>
                      <a:pt x="1119558" y="1128080"/>
                      <a:pt x="1110038" y="1135696"/>
                      <a:pt x="1079575" y="1134744"/>
                    </a:cubicBezTo>
                    <a:cubicBezTo>
                      <a:pt x="1031977" y="1133792"/>
                      <a:pt x="983426" y="1133792"/>
                      <a:pt x="935828" y="1134744"/>
                    </a:cubicBezTo>
                    <a:cubicBezTo>
                      <a:pt x="905365" y="1134744"/>
                      <a:pt x="895846" y="1147120"/>
                      <a:pt x="895846" y="1176630"/>
                    </a:cubicBezTo>
                    <a:cubicBezTo>
                      <a:pt x="895846" y="1224229"/>
                      <a:pt x="896798" y="1272779"/>
                      <a:pt x="895846" y="1320377"/>
                    </a:cubicBezTo>
                    <a:cubicBezTo>
                      <a:pt x="895846" y="1351792"/>
                      <a:pt x="887278" y="1358456"/>
                      <a:pt x="856815" y="1358456"/>
                    </a:cubicBezTo>
                    <a:cubicBezTo>
                      <a:pt x="809217" y="1358456"/>
                      <a:pt x="760666" y="1358456"/>
                      <a:pt x="713068" y="1358456"/>
                    </a:cubicBezTo>
                    <a:cubicBezTo>
                      <a:pt x="683557" y="1358456"/>
                      <a:pt x="676893" y="1351792"/>
                      <a:pt x="676893" y="1322281"/>
                    </a:cubicBezTo>
                    <a:cubicBezTo>
                      <a:pt x="676893" y="1272779"/>
                      <a:pt x="676893" y="1223277"/>
                      <a:pt x="676893" y="1173775"/>
                    </a:cubicBezTo>
                    <a:cubicBezTo>
                      <a:pt x="676893" y="1143312"/>
                      <a:pt x="668326" y="1134744"/>
                      <a:pt x="637863" y="1134744"/>
                    </a:cubicBezTo>
                    <a:cubicBezTo>
                      <a:pt x="588360" y="1134744"/>
                      <a:pt x="538858" y="1134744"/>
                      <a:pt x="489356" y="1134744"/>
                    </a:cubicBezTo>
                    <a:cubicBezTo>
                      <a:pt x="460797" y="1134744"/>
                      <a:pt x="453181" y="1127128"/>
                      <a:pt x="453181" y="1098569"/>
                    </a:cubicBezTo>
                    <a:cubicBezTo>
                      <a:pt x="453181" y="964342"/>
                      <a:pt x="453181" y="830115"/>
                      <a:pt x="452229" y="695887"/>
                    </a:cubicBezTo>
                    <a:cubicBezTo>
                      <a:pt x="452229" y="693984"/>
                      <a:pt x="453181" y="693032"/>
                      <a:pt x="453181" y="693032"/>
                    </a:cubicBezTo>
                    <a:cubicBezTo>
                      <a:pt x="513155" y="693032"/>
                      <a:pt x="573129" y="693032"/>
                      <a:pt x="633103" y="693032"/>
                    </a:cubicBezTo>
                    <a:cubicBezTo>
                      <a:pt x="674037" y="693032"/>
                      <a:pt x="676893" y="691128"/>
                      <a:pt x="676893" y="648289"/>
                    </a:cubicBezTo>
                    <a:cubicBezTo>
                      <a:pt x="676893" y="520726"/>
                      <a:pt x="676893" y="392210"/>
                      <a:pt x="676893" y="264647"/>
                    </a:cubicBezTo>
                    <a:cubicBezTo>
                      <a:pt x="676893" y="231328"/>
                      <a:pt x="672133" y="226568"/>
                      <a:pt x="638815" y="226568"/>
                    </a:cubicBezTo>
                    <a:cubicBezTo>
                      <a:pt x="435094" y="226568"/>
                      <a:pt x="231373" y="226568"/>
                      <a:pt x="28604" y="227520"/>
                    </a:cubicBezTo>
                    <a:cubicBezTo>
                      <a:pt x="13373" y="227520"/>
                      <a:pt x="-907" y="227520"/>
                      <a:pt x="45" y="207529"/>
                    </a:cubicBezTo>
                    <a:cubicBezTo>
                      <a:pt x="997" y="138035"/>
                      <a:pt x="1949" y="69494"/>
                      <a:pt x="2901" y="0"/>
                    </a:cubicBezTo>
                    <a:cubicBezTo>
                      <a:pt x="298962" y="0"/>
                      <a:pt x="596928" y="0"/>
                      <a:pt x="894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9" name="Forme libre 38">
                <a:extLst>
                  <a:ext uri="{FF2B5EF4-FFF2-40B4-BE49-F238E27FC236}">
                    <a16:creationId xmlns:a16="http://schemas.microsoft.com/office/drawing/2014/main" id="{170559C6-A614-1F3D-4835-67DA0FE7A748}"/>
                  </a:ext>
                </a:extLst>
              </p:cNvPr>
              <p:cNvSpPr/>
              <p:nvPr/>
            </p:nvSpPr>
            <p:spPr>
              <a:xfrm>
                <a:off x="6309044" y="4136319"/>
                <a:ext cx="1133791" cy="896752"/>
              </a:xfrm>
              <a:custGeom>
                <a:avLst/>
                <a:gdLst>
                  <a:gd name="connsiteX0" fmla="*/ 0 w 1133791"/>
                  <a:gd name="connsiteY0" fmla="*/ 2856 h 896752"/>
                  <a:gd name="connsiteX1" fmla="*/ 34271 w 1133791"/>
                  <a:gd name="connsiteY1" fmla="*/ 0 h 896752"/>
                  <a:gd name="connsiteX2" fmla="*/ 417913 w 1133791"/>
                  <a:gd name="connsiteY2" fmla="*/ 0 h 896752"/>
                  <a:gd name="connsiteX3" fmla="*/ 451232 w 1133791"/>
                  <a:gd name="connsiteY3" fmla="*/ 34271 h 896752"/>
                  <a:gd name="connsiteX4" fmla="*/ 451232 w 1133791"/>
                  <a:gd name="connsiteY4" fmla="*/ 185633 h 896752"/>
                  <a:gd name="connsiteX5" fmla="*/ 420769 w 1133791"/>
                  <a:gd name="connsiteY5" fmla="*/ 217048 h 896752"/>
                  <a:gd name="connsiteX6" fmla="*/ 261791 w 1133791"/>
                  <a:gd name="connsiteY6" fmla="*/ 217048 h 896752"/>
                  <a:gd name="connsiteX7" fmla="*/ 225616 w 1133791"/>
                  <a:gd name="connsiteY7" fmla="*/ 254175 h 896752"/>
                  <a:gd name="connsiteX8" fmla="*/ 225616 w 1133791"/>
                  <a:gd name="connsiteY8" fmla="*/ 417913 h 896752"/>
                  <a:gd name="connsiteX9" fmla="*/ 261791 w 1133791"/>
                  <a:gd name="connsiteY9" fmla="*/ 453136 h 896752"/>
                  <a:gd name="connsiteX10" fmla="*/ 420769 w 1133791"/>
                  <a:gd name="connsiteY10" fmla="*/ 453136 h 896752"/>
                  <a:gd name="connsiteX11" fmla="*/ 460752 w 1133791"/>
                  <a:gd name="connsiteY11" fmla="*/ 412201 h 896752"/>
                  <a:gd name="connsiteX12" fmla="*/ 459800 w 1133791"/>
                  <a:gd name="connsiteY12" fmla="*/ 251319 h 896752"/>
                  <a:gd name="connsiteX13" fmla="*/ 486455 w 1133791"/>
                  <a:gd name="connsiteY13" fmla="*/ 223712 h 896752"/>
                  <a:gd name="connsiteX14" fmla="*/ 652097 w 1133791"/>
                  <a:gd name="connsiteY14" fmla="*/ 223712 h 896752"/>
                  <a:gd name="connsiteX15" fmla="*/ 691128 w 1133791"/>
                  <a:gd name="connsiteY15" fmla="*/ 183730 h 896752"/>
                  <a:gd name="connsiteX16" fmla="*/ 689224 w 1133791"/>
                  <a:gd name="connsiteY16" fmla="*/ 24751 h 896752"/>
                  <a:gd name="connsiteX17" fmla="*/ 718735 w 1133791"/>
                  <a:gd name="connsiteY17" fmla="*/ 0 h 896752"/>
                  <a:gd name="connsiteX18" fmla="*/ 913888 w 1133791"/>
                  <a:gd name="connsiteY18" fmla="*/ 0 h 896752"/>
                  <a:gd name="connsiteX19" fmla="*/ 1102377 w 1133791"/>
                  <a:gd name="connsiteY19" fmla="*/ 0 h 896752"/>
                  <a:gd name="connsiteX20" fmla="*/ 1133792 w 1133791"/>
                  <a:gd name="connsiteY20" fmla="*/ 32367 h 896752"/>
                  <a:gd name="connsiteX21" fmla="*/ 1133792 w 1133791"/>
                  <a:gd name="connsiteY21" fmla="*/ 183730 h 896752"/>
                  <a:gd name="connsiteX22" fmla="*/ 1100473 w 1133791"/>
                  <a:gd name="connsiteY22" fmla="*/ 216096 h 896752"/>
                  <a:gd name="connsiteX23" fmla="*/ 941495 w 1133791"/>
                  <a:gd name="connsiteY23" fmla="*/ 216096 h 896752"/>
                  <a:gd name="connsiteX24" fmla="*/ 902464 w 1133791"/>
                  <a:gd name="connsiteY24" fmla="*/ 256079 h 896752"/>
                  <a:gd name="connsiteX25" fmla="*/ 903416 w 1133791"/>
                  <a:gd name="connsiteY25" fmla="*/ 636866 h 896752"/>
                  <a:gd name="connsiteX26" fmla="*/ 874857 w 1133791"/>
                  <a:gd name="connsiteY26" fmla="*/ 666377 h 896752"/>
                  <a:gd name="connsiteX27" fmla="*/ 726350 w 1133791"/>
                  <a:gd name="connsiteY27" fmla="*/ 666377 h 896752"/>
                  <a:gd name="connsiteX28" fmla="*/ 678752 w 1133791"/>
                  <a:gd name="connsiteY28" fmla="*/ 713023 h 896752"/>
                  <a:gd name="connsiteX29" fmla="*/ 679704 w 1133791"/>
                  <a:gd name="connsiteY29" fmla="*/ 867241 h 896752"/>
                  <a:gd name="connsiteX30" fmla="*/ 651145 w 1133791"/>
                  <a:gd name="connsiteY30" fmla="*/ 896752 h 896752"/>
                  <a:gd name="connsiteX31" fmla="*/ 495023 w 1133791"/>
                  <a:gd name="connsiteY31" fmla="*/ 896752 h 896752"/>
                  <a:gd name="connsiteX32" fmla="*/ 460752 w 1133791"/>
                  <a:gd name="connsiteY32" fmla="*/ 859626 h 896752"/>
                  <a:gd name="connsiteX33" fmla="*/ 461704 w 1133791"/>
                  <a:gd name="connsiteY33" fmla="*/ 700647 h 896752"/>
                  <a:gd name="connsiteX34" fmla="*/ 430289 w 1133791"/>
                  <a:gd name="connsiteY34" fmla="*/ 667328 h 896752"/>
                  <a:gd name="connsiteX35" fmla="*/ 952 w 1133791"/>
                  <a:gd name="connsiteY35" fmla="*/ 668280 h 896752"/>
                  <a:gd name="connsiteX36" fmla="*/ 0 w 1133791"/>
                  <a:gd name="connsiteY36" fmla="*/ 2856 h 896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133791" h="896752">
                    <a:moveTo>
                      <a:pt x="0" y="2856"/>
                    </a:moveTo>
                    <a:cubicBezTo>
                      <a:pt x="11424" y="1904"/>
                      <a:pt x="22847" y="0"/>
                      <a:pt x="34271" y="0"/>
                    </a:cubicBezTo>
                    <a:cubicBezTo>
                      <a:pt x="161834" y="0"/>
                      <a:pt x="289398" y="0"/>
                      <a:pt x="417913" y="0"/>
                    </a:cubicBezTo>
                    <a:cubicBezTo>
                      <a:pt x="451232" y="0"/>
                      <a:pt x="452184" y="952"/>
                      <a:pt x="451232" y="34271"/>
                    </a:cubicBezTo>
                    <a:cubicBezTo>
                      <a:pt x="450280" y="84725"/>
                      <a:pt x="450280" y="135179"/>
                      <a:pt x="451232" y="185633"/>
                    </a:cubicBezTo>
                    <a:cubicBezTo>
                      <a:pt x="452184" y="208481"/>
                      <a:pt x="445520" y="218000"/>
                      <a:pt x="420769" y="217048"/>
                    </a:cubicBezTo>
                    <a:cubicBezTo>
                      <a:pt x="367459" y="216096"/>
                      <a:pt x="315101" y="216096"/>
                      <a:pt x="261791" y="217048"/>
                    </a:cubicBezTo>
                    <a:cubicBezTo>
                      <a:pt x="230376" y="217048"/>
                      <a:pt x="225616" y="222760"/>
                      <a:pt x="225616" y="254175"/>
                    </a:cubicBezTo>
                    <a:cubicBezTo>
                      <a:pt x="225616" y="308437"/>
                      <a:pt x="225616" y="363651"/>
                      <a:pt x="225616" y="417913"/>
                    </a:cubicBezTo>
                    <a:cubicBezTo>
                      <a:pt x="225616" y="447424"/>
                      <a:pt x="231328" y="453136"/>
                      <a:pt x="261791" y="453136"/>
                    </a:cubicBezTo>
                    <a:cubicBezTo>
                      <a:pt x="315101" y="453136"/>
                      <a:pt x="367459" y="453136"/>
                      <a:pt x="420769" y="453136"/>
                    </a:cubicBezTo>
                    <a:cubicBezTo>
                      <a:pt x="453136" y="453136"/>
                      <a:pt x="460752" y="445520"/>
                      <a:pt x="460752" y="412201"/>
                    </a:cubicBezTo>
                    <a:cubicBezTo>
                      <a:pt x="460752" y="358891"/>
                      <a:pt x="460752" y="304629"/>
                      <a:pt x="459800" y="251319"/>
                    </a:cubicBezTo>
                    <a:cubicBezTo>
                      <a:pt x="459800" y="231328"/>
                      <a:pt x="466464" y="223712"/>
                      <a:pt x="486455" y="223712"/>
                    </a:cubicBezTo>
                    <a:cubicBezTo>
                      <a:pt x="541669" y="224664"/>
                      <a:pt x="596883" y="223712"/>
                      <a:pt x="652097" y="223712"/>
                    </a:cubicBezTo>
                    <a:cubicBezTo>
                      <a:pt x="686368" y="223712"/>
                      <a:pt x="692080" y="218000"/>
                      <a:pt x="691128" y="183730"/>
                    </a:cubicBezTo>
                    <a:cubicBezTo>
                      <a:pt x="691128" y="130419"/>
                      <a:pt x="691128" y="78061"/>
                      <a:pt x="689224" y="24751"/>
                    </a:cubicBezTo>
                    <a:cubicBezTo>
                      <a:pt x="688272" y="1904"/>
                      <a:pt x="701599" y="0"/>
                      <a:pt x="718735" y="0"/>
                    </a:cubicBezTo>
                    <a:cubicBezTo>
                      <a:pt x="783468" y="0"/>
                      <a:pt x="849154" y="0"/>
                      <a:pt x="913888" y="0"/>
                    </a:cubicBezTo>
                    <a:cubicBezTo>
                      <a:pt x="976718" y="0"/>
                      <a:pt x="1039547" y="0"/>
                      <a:pt x="1102377" y="0"/>
                    </a:cubicBezTo>
                    <a:cubicBezTo>
                      <a:pt x="1131888" y="0"/>
                      <a:pt x="1133792" y="3808"/>
                      <a:pt x="1133792" y="32367"/>
                    </a:cubicBezTo>
                    <a:cubicBezTo>
                      <a:pt x="1132840" y="82821"/>
                      <a:pt x="1132840" y="133275"/>
                      <a:pt x="1133792" y="183730"/>
                    </a:cubicBezTo>
                    <a:cubicBezTo>
                      <a:pt x="1133792" y="215144"/>
                      <a:pt x="1132840" y="216096"/>
                      <a:pt x="1100473" y="216096"/>
                    </a:cubicBezTo>
                    <a:cubicBezTo>
                      <a:pt x="1047163" y="216096"/>
                      <a:pt x="994805" y="216096"/>
                      <a:pt x="941495" y="216096"/>
                    </a:cubicBezTo>
                    <a:cubicBezTo>
                      <a:pt x="907224" y="216096"/>
                      <a:pt x="902464" y="221808"/>
                      <a:pt x="902464" y="256079"/>
                    </a:cubicBezTo>
                    <a:cubicBezTo>
                      <a:pt x="902464" y="382690"/>
                      <a:pt x="902464" y="510254"/>
                      <a:pt x="903416" y="636866"/>
                    </a:cubicBezTo>
                    <a:cubicBezTo>
                      <a:pt x="903416" y="657809"/>
                      <a:pt x="894848" y="666377"/>
                      <a:pt x="874857" y="666377"/>
                    </a:cubicBezTo>
                    <a:cubicBezTo>
                      <a:pt x="825355" y="666377"/>
                      <a:pt x="775853" y="666377"/>
                      <a:pt x="726350" y="666377"/>
                    </a:cubicBezTo>
                    <a:cubicBezTo>
                      <a:pt x="691128" y="666377"/>
                      <a:pt x="679704" y="677800"/>
                      <a:pt x="678752" y="713023"/>
                    </a:cubicBezTo>
                    <a:cubicBezTo>
                      <a:pt x="678752" y="764429"/>
                      <a:pt x="678752" y="815835"/>
                      <a:pt x="679704" y="867241"/>
                    </a:cubicBezTo>
                    <a:cubicBezTo>
                      <a:pt x="679704" y="888185"/>
                      <a:pt x="672088" y="896752"/>
                      <a:pt x="651145" y="896752"/>
                    </a:cubicBezTo>
                    <a:cubicBezTo>
                      <a:pt x="598787" y="895800"/>
                      <a:pt x="547381" y="896752"/>
                      <a:pt x="495023" y="896752"/>
                    </a:cubicBezTo>
                    <a:cubicBezTo>
                      <a:pt x="466464" y="896752"/>
                      <a:pt x="459800" y="888185"/>
                      <a:pt x="460752" y="859626"/>
                    </a:cubicBezTo>
                    <a:cubicBezTo>
                      <a:pt x="460752" y="806316"/>
                      <a:pt x="460752" y="753957"/>
                      <a:pt x="461704" y="700647"/>
                    </a:cubicBezTo>
                    <a:cubicBezTo>
                      <a:pt x="461704" y="677800"/>
                      <a:pt x="453136" y="667328"/>
                      <a:pt x="430289" y="667328"/>
                    </a:cubicBezTo>
                    <a:cubicBezTo>
                      <a:pt x="287494" y="667328"/>
                      <a:pt x="143747" y="667328"/>
                      <a:pt x="952" y="668280"/>
                    </a:cubicBezTo>
                    <a:cubicBezTo>
                      <a:pt x="0" y="445520"/>
                      <a:pt x="0" y="224664"/>
                      <a:pt x="0" y="28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0" name="Forme libre 39">
                <a:extLst>
                  <a:ext uri="{FF2B5EF4-FFF2-40B4-BE49-F238E27FC236}">
                    <a16:creationId xmlns:a16="http://schemas.microsoft.com/office/drawing/2014/main" id="{8D75DB4F-553D-AE32-0DE1-91F851F7D6E8}"/>
                  </a:ext>
                </a:extLst>
              </p:cNvPr>
              <p:cNvSpPr/>
              <p:nvPr/>
            </p:nvSpPr>
            <p:spPr>
              <a:xfrm>
                <a:off x="6309044" y="5044495"/>
                <a:ext cx="451232" cy="1121416"/>
              </a:xfrm>
              <a:custGeom>
                <a:avLst/>
                <a:gdLst>
                  <a:gd name="connsiteX0" fmla="*/ 0 w 451232"/>
                  <a:gd name="connsiteY0" fmla="*/ 3808 h 1121416"/>
                  <a:gd name="connsiteX1" fmla="*/ 206577 w 451232"/>
                  <a:gd name="connsiteY1" fmla="*/ 0 h 1121416"/>
                  <a:gd name="connsiteX2" fmla="*/ 227520 w 451232"/>
                  <a:gd name="connsiteY2" fmla="*/ 30463 h 1121416"/>
                  <a:gd name="connsiteX3" fmla="*/ 226568 w 451232"/>
                  <a:gd name="connsiteY3" fmla="*/ 389354 h 1121416"/>
                  <a:gd name="connsiteX4" fmla="*/ 292254 w 451232"/>
                  <a:gd name="connsiteY4" fmla="*/ 454088 h 1121416"/>
                  <a:gd name="connsiteX5" fmla="*/ 423625 w 451232"/>
                  <a:gd name="connsiteY5" fmla="*/ 454088 h 1121416"/>
                  <a:gd name="connsiteX6" fmla="*/ 451232 w 451232"/>
                  <a:gd name="connsiteY6" fmla="*/ 481695 h 1121416"/>
                  <a:gd name="connsiteX7" fmla="*/ 451232 w 451232"/>
                  <a:gd name="connsiteY7" fmla="*/ 637818 h 1121416"/>
                  <a:gd name="connsiteX8" fmla="*/ 419817 w 451232"/>
                  <a:gd name="connsiteY8" fmla="*/ 669232 h 1121416"/>
                  <a:gd name="connsiteX9" fmla="*/ 260839 w 451232"/>
                  <a:gd name="connsiteY9" fmla="*/ 668280 h 1121416"/>
                  <a:gd name="connsiteX10" fmla="*/ 226568 w 451232"/>
                  <a:gd name="connsiteY10" fmla="*/ 702551 h 1121416"/>
                  <a:gd name="connsiteX11" fmla="*/ 227520 w 451232"/>
                  <a:gd name="connsiteY11" fmla="*/ 1095713 h 1121416"/>
                  <a:gd name="connsiteX12" fmla="*/ 209433 w 451232"/>
                  <a:gd name="connsiteY12" fmla="*/ 1121416 h 1121416"/>
                  <a:gd name="connsiteX13" fmla="*/ 0 w 451232"/>
                  <a:gd name="connsiteY13" fmla="*/ 1118561 h 1121416"/>
                  <a:gd name="connsiteX14" fmla="*/ 0 w 451232"/>
                  <a:gd name="connsiteY14" fmla="*/ 3808 h 1121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51232" h="1121416">
                    <a:moveTo>
                      <a:pt x="0" y="3808"/>
                    </a:moveTo>
                    <a:cubicBezTo>
                      <a:pt x="68542" y="2856"/>
                      <a:pt x="138035" y="952"/>
                      <a:pt x="206577" y="0"/>
                    </a:cubicBezTo>
                    <a:cubicBezTo>
                      <a:pt x="225616" y="0"/>
                      <a:pt x="227520" y="15232"/>
                      <a:pt x="227520" y="30463"/>
                    </a:cubicBezTo>
                    <a:cubicBezTo>
                      <a:pt x="227520" y="150411"/>
                      <a:pt x="226568" y="269406"/>
                      <a:pt x="226568" y="389354"/>
                    </a:cubicBezTo>
                    <a:cubicBezTo>
                      <a:pt x="226568" y="453136"/>
                      <a:pt x="227520" y="454088"/>
                      <a:pt x="292254" y="454088"/>
                    </a:cubicBezTo>
                    <a:cubicBezTo>
                      <a:pt x="336044" y="454088"/>
                      <a:pt x="379835" y="455040"/>
                      <a:pt x="423625" y="454088"/>
                    </a:cubicBezTo>
                    <a:cubicBezTo>
                      <a:pt x="443616" y="454088"/>
                      <a:pt x="451232" y="461704"/>
                      <a:pt x="451232" y="481695"/>
                    </a:cubicBezTo>
                    <a:cubicBezTo>
                      <a:pt x="450280" y="534053"/>
                      <a:pt x="450280" y="585459"/>
                      <a:pt x="451232" y="637818"/>
                    </a:cubicBezTo>
                    <a:cubicBezTo>
                      <a:pt x="451232" y="660665"/>
                      <a:pt x="443616" y="669232"/>
                      <a:pt x="419817" y="669232"/>
                    </a:cubicBezTo>
                    <a:cubicBezTo>
                      <a:pt x="367459" y="667329"/>
                      <a:pt x="314149" y="668280"/>
                      <a:pt x="260839" y="668280"/>
                    </a:cubicBezTo>
                    <a:cubicBezTo>
                      <a:pt x="232280" y="668280"/>
                      <a:pt x="226568" y="673992"/>
                      <a:pt x="226568" y="702551"/>
                    </a:cubicBezTo>
                    <a:cubicBezTo>
                      <a:pt x="226568" y="833923"/>
                      <a:pt x="226568" y="964342"/>
                      <a:pt x="227520" y="1095713"/>
                    </a:cubicBezTo>
                    <a:cubicBezTo>
                      <a:pt x="227520" y="1109041"/>
                      <a:pt x="226568" y="1121416"/>
                      <a:pt x="209433" y="1121416"/>
                    </a:cubicBezTo>
                    <a:cubicBezTo>
                      <a:pt x="139939" y="1120464"/>
                      <a:pt x="69494" y="1119513"/>
                      <a:pt x="0" y="1118561"/>
                    </a:cubicBezTo>
                    <a:cubicBezTo>
                      <a:pt x="0" y="746342"/>
                      <a:pt x="0" y="375075"/>
                      <a:pt x="0" y="38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1" name="Forme libre 40">
                <a:extLst>
                  <a:ext uri="{FF2B5EF4-FFF2-40B4-BE49-F238E27FC236}">
                    <a16:creationId xmlns:a16="http://schemas.microsoft.com/office/drawing/2014/main" id="{1D6A4BB4-24DF-7731-AFB3-8D5B9B418B5A}"/>
                  </a:ext>
                </a:extLst>
              </p:cNvPr>
              <p:cNvSpPr/>
              <p:nvPr/>
            </p:nvSpPr>
            <p:spPr>
              <a:xfrm>
                <a:off x="9938891" y="7756647"/>
                <a:ext cx="442664" cy="227520"/>
              </a:xfrm>
              <a:custGeom>
                <a:avLst/>
                <a:gdLst>
                  <a:gd name="connsiteX0" fmla="*/ 0 w 442664"/>
                  <a:gd name="connsiteY0" fmla="*/ 227520 h 227520"/>
                  <a:gd name="connsiteX1" fmla="*/ 952 w 442664"/>
                  <a:gd name="connsiteY1" fmla="*/ 32367 h 227520"/>
                  <a:gd name="connsiteX2" fmla="*/ 32367 w 442664"/>
                  <a:gd name="connsiteY2" fmla="*/ 0 h 227520"/>
                  <a:gd name="connsiteX3" fmla="*/ 411250 w 442664"/>
                  <a:gd name="connsiteY3" fmla="*/ 0 h 227520"/>
                  <a:gd name="connsiteX4" fmla="*/ 442664 w 442664"/>
                  <a:gd name="connsiteY4" fmla="*/ 32367 h 227520"/>
                  <a:gd name="connsiteX5" fmla="*/ 440760 w 442664"/>
                  <a:gd name="connsiteY5" fmla="*/ 227520 h 227520"/>
                  <a:gd name="connsiteX6" fmla="*/ 0 w 442664"/>
                  <a:gd name="connsiteY6" fmla="*/ 227520 h 227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2664" h="227520">
                    <a:moveTo>
                      <a:pt x="0" y="227520"/>
                    </a:moveTo>
                    <a:cubicBezTo>
                      <a:pt x="0" y="162786"/>
                      <a:pt x="952" y="97101"/>
                      <a:pt x="952" y="32367"/>
                    </a:cubicBezTo>
                    <a:cubicBezTo>
                      <a:pt x="952" y="1904"/>
                      <a:pt x="2856" y="0"/>
                      <a:pt x="32367" y="0"/>
                    </a:cubicBezTo>
                    <a:cubicBezTo>
                      <a:pt x="158979" y="0"/>
                      <a:pt x="284638" y="0"/>
                      <a:pt x="411250" y="0"/>
                    </a:cubicBezTo>
                    <a:cubicBezTo>
                      <a:pt x="440760" y="0"/>
                      <a:pt x="442664" y="1904"/>
                      <a:pt x="442664" y="32367"/>
                    </a:cubicBezTo>
                    <a:cubicBezTo>
                      <a:pt x="441712" y="97101"/>
                      <a:pt x="441712" y="162786"/>
                      <a:pt x="440760" y="227520"/>
                    </a:cubicBezTo>
                    <a:cubicBezTo>
                      <a:pt x="293206" y="227520"/>
                      <a:pt x="146603" y="227520"/>
                      <a:pt x="0" y="227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2" name="Forme libre 41">
                <a:extLst>
                  <a:ext uri="{FF2B5EF4-FFF2-40B4-BE49-F238E27FC236}">
                    <a16:creationId xmlns:a16="http://schemas.microsoft.com/office/drawing/2014/main" id="{849B51C1-9F29-711B-723A-F2FEE7BAE2B9}"/>
                  </a:ext>
                </a:extLst>
              </p:cNvPr>
              <p:cNvSpPr/>
              <p:nvPr/>
            </p:nvSpPr>
            <p:spPr>
              <a:xfrm>
                <a:off x="8127299" y="7532857"/>
                <a:ext cx="218952" cy="451310"/>
              </a:xfrm>
              <a:custGeom>
                <a:avLst/>
                <a:gdLst>
                  <a:gd name="connsiteX0" fmla="*/ 3808 w 218952"/>
                  <a:gd name="connsiteY0" fmla="*/ 451310 h 451310"/>
                  <a:gd name="connsiteX1" fmla="*/ 952 w 218952"/>
                  <a:gd name="connsiteY1" fmla="*/ 395144 h 451310"/>
                  <a:gd name="connsiteX2" fmla="*/ 0 w 218952"/>
                  <a:gd name="connsiteY2" fmla="*/ 29588 h 451310"/>
                  <a:gd name="connsiteX3" fmla="*/ 29511 w 218952"/>
                  <a:gd name="connsiteY3" fmla="*/ 78 h 451310"/>
                  <a:gd name="connsiteX4" fmla="*/ 185633 w 218952"/>
                  <a:gd name="connsiteY4" fmla="*/ 78 h 451310"/>
                  <a:gd name="connsiteX5" fmla="*/ 218000 w 218952"/>
                  <a:gd name="connsiteY5" fmla="*/ 32445 h 451310"/>
                  <a:gd name="connsiteX6" fmla="*/ 217048 w 218952"/>
                  <a:gd name="connsiteY6" fmla="*/ 444646 h 451310"/>
                  <a:gd name="connsiteX7" fmla="*/ 218952 w 218952"/>
                  <a:gd name="connsiteY7" fmla="*/ 451310 h 451310"/>
                  <a:gd name="connsiteX8" fmla="*/ 3808 w 218952"/>
                  <a:gd name="connsiteY8" fmla="*/ 451310 h 451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8952" h="451310">
                    <a:moveTo>
                      <a:pt x="3808" y="451310"/>
                    </a:moveTo>
                    <a:cubicBezTo>
                      <a:pt x="2856" y="432271"/>
                      <a:pt x="952" y="414183"/>
                      <a:pt x="952" y="395144"/>
                    </a:cubicBezTo>
                    <a:cubicBezTo>
                      <a:pt x="952" y="273292"/>
                      <a:pt x="952" y="151441"/>
                      <a:pt x="0" y="29588"/>
                    </a:cubicBezTo>
                    <a:cubicBezTo>
                      <a:pt x="0" y="7693"/>
                      <a:pt x="7616" y="-874"/>
                      <a:pt x="29511" y="78"/>
                    </a:cubicBezTo>
                    <a:cubicBezTo>
                      <a:pt x="81869" y="1029"/>
                      <a:pt x="133275" y="1029"/>
                      <a:pt x="185633" y="78"/>
                    </a:cubicBezTo>
                    <a:cubicBezTo>
                      <a:pt x="209433" y="-874"/>
                      <a:pt x="218000" y="6742"/>
                      <a:pt x="218000" y="32445"/>
                    </a:cubicBezTo>
                    <a:cubicBezTo>
                      <a:pt x="217048" y="169528"/>
                      <a:pt x="217048" y="307563"/>
                      <a:pt x="217048" y="444646"/>
                    </a:cubicBezTo>
                    <a:cubicBezTo>
                      <a:pt x="217048" y="446550"/>
                      <a:pt x="218000" y="449406"/>
                      <a:pt x="218952" y="451310"/>
                    </a:cubicBezTo>
                    <a:cubicBezTo>
                      <a:pt x="147555" y="451310"/>
                      <a:pt x="75205" y="451310"/>
                      <a:pt x="3808" y="4513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3" name="Forme libre 42">
                <a:extLst>
                  <a:ext uri="{FF2B5EF4-FFF2-40B4-BE49-F238E27FC236}">
                    <a16:creationId xmlns:a16="http://schemas.microsoft.com/office/drawing/2014/main" id="{4D03EFC5-497A-F63C-9651-7984B2BE2DDC}"/>
                  </a:ext>
                </a:extLst>
              </p:cNvPr>
              <p:cNvSpPr/>
              <p:nvPr/>
            </p:nvSpPr>
            <p:spPr>
              <a:xfrm>
                <a:off x="11748509" y="6395335"/>
                <a:ext cx="227590" cy="220856"/>
              </a:xfrm>
              <a:custGeom>
                <a:avLst/>
                <a:gdLst>
                  <a:gd name="connsiteX0" fmla="*/ 227591 w 227590"/>
                  <a:gd name="connsiteY0" fmla="*/ 220856 h 220856"/>
                  <a:gd name="connsiteX1" fmla="*/ 33390 w 227590"/>
                  <a:gd name="connsiteY1" fmla="*/ 219904 h 220856"/>
                  <a:gd name="connsiteX2" fmla="*/ 71 w 227590"/>
                  <a:gd name="connsiteY2" fmla="*/ 186585 h 220856"/>
                  <a:gd name="connsiteX3" fmla="*/ 71 w 227590"/>
                  <a:gd name="connsiteY3" fmla="*/ 30463 h 220856"/>
                  <a:gd name="connsiteX4" fmla="*/ 30534 w 227590"/>
                  <a:gd name="connsiteY4" fmla="*/ 0 h 220856"/>
                  <a:gd name="connsiteX5" fmla="*/ 227591 w 227590"/>
                  <a:gd name="connsiteY5" fmla="*/ 952 h 220856"/>
                  <a:gd name="connsiteX6" fmla="*/ 227591 w 227590"/>
                  <a:gd name="connsiteY6" fmla="*/ 220856 h 220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7590" h="220856">
                    <a:moveTo>
                      <a:pt x="227591" y="220856"/>
                    </a:moveTo>
                    <a:cubicBezTo>
                      <a:pt x="162857" y="220856"/>
                      <a:pt x="98124" y="219904"/>
                      <a:pt x="33390" y="219904"/>
                    </a:cubicBezTo>
                    <a:cubicBezTo>
                      <a:pt x="2927" y="219904"/>
                      <a:pt x="71" y="216096"/>
                      <a:pt x="71" y="186585"/>
                    </a:cubicBezTo>
                    <a:cubicBezTo>
                      <a:pt x="1023" y="134227"/>
                      <a:pt x="1975" y="82821"/>
                      <a:pt x="71" y="30463"/>
                    </a:cubicBezTo>
                    <a:cubicBezTo>
                      <a:pt x="-881" y="6664"/>
                      <a:pt x="7687" y="0"/>
                      <a:pt x="30534" y="0"/>
                    </a:cubicBezTo>
                    <a:cubicBezTo>
                      <a:pt x="96220" y="952"/>
                      <a:pt x="161905" y="952"/>
                      <a:pt x="227591" y="952"/>
                    </a:cubicBezTo>
                    <a:cubicBezTo>
                      <a:pt x="227591" y="74253"/>
                      <a:pt x="227591" y="147555"/>
                      <a:pt x="227591" y="2208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4" name="Forme libre 43">
                <a:extLst>
                  <a:ext uri="{FF2B5EF4-FFF2-40B4-BE49-F238E27FC236}">
                    <a16:creationId xmlns:a16="http://schemas.microsoft.com/office/drawing/2014/main" id="{678A177C-DB80-7E4A-F5DB-ED3D44CDB02C}"/>
                  </a:ext>
                </a:extLst>
              </p:cNvPr>
              <p:cNvSpPr/>
              <p:nvPr/>
            </p:nvSpPr>
            <p:spPr>
              <a:xfrm>
                <a:off x="9938891" y="2317111"/>
                <a:ext cx="217307" cy="227519"/>
              </a:xfrm>
              <a:custGeom>
                <a:avLst/>
                <a:gdLst>
                  <a:gd name="connsiteX0" fmla="*/ 215144 w 217307"/>
                  <a:gd name="connsiteY0" fmla="*/ 0 h 227519"/>
                  <a:gd name="connsiteX1" fmla="*/ 217048 w 217307"/>
                  <a:gd name="connsiteY1" fmla="*/ 209433 h 227519"/>
                  <a:gd name="connsiteX2" fmla="*/ 197057 w 217307"/>
                  <a:gd name="connsiteY2" fmla="*/ 226568 h 227519"/>
                  <a:gd name="connsiteX3" fmla="*/ 21895 w 217307"/>
                  <a:gd name="connsiteY3" fmla="*/ 227520 h 227519"/>
                  <a:gd name="connsiteX4" fmla="*/ 952 w 217307"/>
                  <a:gd name="connsiteY4" fmla="*/ 201817 h 227519"/>
                  <a:gd name="connsiteX5" fmla="*/ 1904 w 217307"/>
                  <a:gd name="connsiteY5" fmla="*/ 9520 h 227519"/>
                  <a:gd name="connsiteX6" fmla="*/ 0 w 217307"/>
                  <a:gd name="connsiteY6" fmla="*/ 0 h 227519"/>
                  <a:gd name="connsiteX7" fmla="*/ 215144 w 217307"/>
                  <a:gd name="connsiteY7" fmla="*/ 0 h 227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7307" h="227519">
                    <a:moveTo>
                      <a:pt x="215144" y="0"/>
                    </a:moveTo>
                    <a:cubicBezTo>
                      <a:pt x="216096" y="69494"/>
                      <a:pt x="218000" y="138987"/>
                      <a:pt x="217048" y="209433"/>
                    </a:cubicBezTo>
                    <a:cubicBezTo>
                      <a:pt x="217048" y="215144"/>
                      <a:pt x="203721" y="226568"/>
                      <a:pt x="197057" y="226568"/>
                    </a:cubicBezTo>
                    <a:cubicBezTo>
                      <a:pt x="138987" y="227520"/>
                      <a:pt x="79965" y="227520"/>
                      <a:pt x="21895" y="227520"/>
                    </a:cubicBezTo>
                    <a:cubicBezTo>
                      <a:pt x="3808" y="227520"/>
                      <a:pt x="952" y="217048"/>
                      <a:pt x="952" y="201817"/>
                    </a:cubicBezTo>
                    <a:cubicBezTo>
                      <a:pt x="1904" y="138035"/>
                      <a:pt x="1904" y="73301"/>
                      <a:pt x="1904" y="9520"/>
                    </a:cubicBezTo>
                    <a:cubicBezTo>
                      <a:pt x="1904" y="6664"/>
                      <a:pt x="952" y="2856"/>
                      <a:pt x="0" y="0"/>
                    </a:cubicBezTo>
                    <a:cubicBezTo>
                      <a:pt x="71397" y="0"/>
                      <a:pt x="142795" y="0"/>
                      <a:pt x="2151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5" name="Forme libre 44">
                <a:extLst>
                  <a:ext uri="{FF2B5EF4-FFF2-40B4-BE49-F238E27FC236}">
                    <a16:creationId xmlns:a16="http://schemas.microsoft.com/office/drawing/2014/main" id="{5A4925F4-F644-AAF9-25AF-EAD73B3E40CC}"/>
                  </a:ext>
                </a:extLst>
              </p:cNvPr>
              <p:cNvSpPr/>
              <p:nvPr/>
            </p:nvSpPr>
            <p:spPr>
              <a:xfrm>
                <a:off x="11747628" y="4137271"/>
                <a:ext cx="228471" cy="217048"/>
              </a:xfrm>
              <a:custGeom>
                <a:avLst/>
                <a:gdLst>
                  <a:gd name="connsiteX0" fmla="*/ 228472 w 228471"/>
                  <a:gd name="connsiteY0" fmla="*/ 217048 h 217048"/>
                  <a:gd name="connsiteX1" fmla="*/ 33319 w 228471"/>
                  <a:gd name="connsiteY1" fmla="*/ 216096 h 217048"/>
                  <a:gd name="connsiteX2" fmla="*/ 952 w 228471"/>
                  <a:gd name="connsiteY2" fmla="*/ 183730 h 217048"/>
                  <a:gd name="connsiteX3" fmla="*/ 0 w 228471"/>
                  <a:gd name="connsiteY3" fmla="*/ 25703 h 217048"/>
                  <a:gd name="connsiteX4" fmla="*/ 18088 w 228471"/>
                  <a:gd name="connsiteY4" fmla="*/ 0 h 217048"/>
                  <a:gd name="connsiteX5" fmla="*/ 227520 w 228471"/>
                  <a:gd name="connsiteY5" fmla="*/ 2856 h 217048"/>
                  <a:gd name="connsiteX6" fmla="*/ 228472 w 228471"/>
                  <a:gd name="connsiteY6" fmla="*/ 217048 h 217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8471" h="217048">
                    <a:moveTo>
                      <a:pt x="228472" y="217048"/>
                    </a:moveTo>
                    <a:cubicBezTo>
                      <a:pt x="163738" y="217048"/>
                      <a:pt x="99005" y="216096"/>
                      <a:pt x="33319" y="216096"/>
                    </a:cubicBezTo>
                    <a:cubicBezTo>
                      <a:pt x="952" y="216096"/>
                      <a:pt x="952" y="215144"/>
                      <a:pt x="952" y="183730"/>
                    </a:cubicBezTo>
                    <a:cubicBezTo>
                      <a:pt x="952" y="131371"/>
                      <a:pt x="952" y="78061"/>
                      <a:pt x="0" y="25703"/>
                    </a:cubicBezTo>
                    <a:cubicBezTo>
                      <a:pt x="0" y="11424"/>
                      <a:pt x="1904" y="0"/>
                      <a:pt x="18088" y="0"/>
                    </a:cubicBezTo>
                    <a:cubicBezTo>
                      <a:pt x="87581" y="952"/>
                      <a:pt x="158026" y="1904"/>
                      <a:pt x="227520" y="2856"/>
                    </a:cubicBezTo>
                    <a:cubicBezTo>
                      <a:pt x="228472" y="73301"/>
                      <a:pt x="228472" y="145651"/>
                      <a:pt x="228472" y="2170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6" name="Forme libre 45">
                <a:extLst>
                  <a:ext uri="{FF2B5EF4-FFF2-40B4-BE49-F238E27FC236}">
                    <a16:creationId xmlns:a16="http://schemas.microsoft.com/office/drawing/2014/main" id="{342F3898-DA99-CAA5-EEFE-2C0C53B0DEB4}"/>
                  </a:ext>
                </a:extLst>
              </p:cNvPr>
              <p:cNvSpPr/>
              <p:nvPr/>
            </p:nvSpPr>
            <p:spPr>
              <a:xfrm>
                <a:off x="9488611" y="2317111"/>
                <a:ext cx="216096" cy="227584"/>
              </a:xfrm>
              <a:custGeom>
                <a:avLst/>
                <a:gdLst>
                  <a:gd name="connsiteX0" fmla="*/ 216096 w 216096"/>
                  <a:gd name="connsiteY0" fmla="*/ 0 h 227584"/>
                  <a:gd name="connsiteX1" fmla="*/ 215144 w 216096"/>
                  <a:gd name="connsiteY1" fmla="*/ 194201 h 227584"/>
                  <a:gd name="connsiteX2" fmla="*/ 182777 w 216096"/>
                  <a:gd name="connsiteY2" fmla="*/ 226568 h 227584"/>
                  <a:gd name="connsiteX3" fmla="*/ 29511 w 216096"/>
                  <a:gd name="connsiteY3" fmla="*/ 227520 h 227584"/>
                  <a:gd name="connsiteX4" fmla="*/ 0 w 216096"/>
                  <a:gd name="connsiteY4" fmla="*/ 197057 h 227584"/>
                  <a:gd name="connsiteX5" fmla="*/ 952 w 216096"/>
                  <a:gd name="connsiteY5" fmla="*/ 0 h 227584"/>
                  <a:gd name="connsiteX6" fmla="*/ 216096 w 216096"/>
                  <a:gd name="connsiteY6" fmla="*/ 0 h 227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6096" h="227584">
                    <a:moveTo>
                      <a:pt x="216096" y="0"/>
                    </a:moveTo>
                    <a:cubicBezTo>
                      <a:pt x="216096" y="64734"/>
                      <a:pt x="216096" y="129467"/>
                      <a:pt x="215144" y="194201"/>
                    </a:cubicBezTo>
                    <a:cubicBezTo>
                      <a:pt x="215144" y="222760"/>
                      <a:pt x="212288" y="226568"/>
                      <a:pt x="182777" y="226568"/>
                    </a:cubicBezTo>
                    <a:cubicBezTo>
                      <a:pt x="131371" y="226568"/>
                      <a:pt x="80917" y="226568"/>
                      <a:pt x="29511" y="227520"/>
                    </a:cubicBezTo>
                    <a:cubicBezTo>
                      <a:pt x="6664" y="228472"/>
                      <a:pt x="0" y="218952"/>
                      <a:pt x="0" y="197057"/>
                    </a:cubicBezTo>
                    <a:cubicBezTo>
                      <a:pt x="952" y="131371"/>
                      <a:pt x="952" y="65686"/>
                      <a:pt x="952" y="0"/>
                    </a:cubicBezTo>
                    <a:cubicBezTo>
                      <a:pt x="72349" y="0"/>
                      <a:pt x="143747" y="0"/>
                      <a:pt x="2160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7" name="Forme libre 46">
                <a:extLst>
                  <a:ext uri="{FF2B5EF4-FFF2-40B4-BE49-F238E27FC236}">
                    <a16:creationId xmlns:a16="http://schemas.microsoft.com/office/drawing/2014/main" id="{DBB79C6B-33FD-FC67-93DD-27BE64722DF2}"/>
                  </a:ext>
                </a:extLst>
              </p:cNvPr>
              <p:cNvSpPr/>
              <p:nvPr/>
            </p:nvSpPr>
            <p:spPr>
              <a:xfrm>
                <a:off x="11070715" y="7756647"/>
                <a:ext cx="212353" cy="227520"/>
              </a:xfrm>
              <a:custGeom>
                <a:avLst/>
                <a:gdLst>
                  <a:gd name="connsiteX0" fmla="*/ 1017 w 212353"/>
                  <a:gd name="connsiteY0" fmla="*/ 227520 h 227520"/>
                  <a:gd name="connsiteX1" fmla="*/ 65 w 212353"/>
                  <a:gd name="connsiteY1" fmla="*/ 32367 h 227520"/>
                  <a:gd name="connsiteX2" fmla="*/ 31480 w 212353"/>
                  <a:gd name="connsiteY2" fmla="*/ 0 h 227520"/>
                  <a:gd name="connsiteX3" fmla="*/ 192362 w 212353"/>
                  <a:gd name="connsiteY3" fmla="*/ 0 h 227520"/>
                  <a:gd name="connsiteX4" fmla="*/ 212353 w 212353"/>
                  <a:gd name="connsiteY4" fmla="*/ 19991 h 227520"/>
                  <a:gd name="connsiteX5" fmla="*/ 210449 w 212353"/>
                  <a:gd name="connsiteY5" fmla="*/ 227520 h 227520"/>
                  <a:gd name="connsiteX6" fmla="*/ 1017 w 212353"/>
                  <a:gd name="connsiteY6" fmla="*/ 227520 h 227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353" h="227520">
                    <a:moveTo>
                      <a:pt x="1017" y="227520"/>
                    </a:moveTo>
                    <a:cubicBezTo>
                      <a:pt x="1017" y="162786"/>
                      <a:pt x="1969" y="97101"/>
                      <a:pt x="65" y="32367"/>
                    </a:cubicBezTo>
                    <a:cubicBezTo>
                      <a:pt x="-887" y="8568"/>
                      <a:pt x="8632" y="0"/>
                      <a:pt x="31480" y="0"/>
                    </a:cubicBezTo>
                    <a:cubicBezTo>
                      <a:pt x="84790" y="952"/>
                      <a:pt x="139052" y="952"/>
                      <a:pt x="192362" y="0"/>
                    </a:cubicBezTo>
                    <a:cubicBezTo>
                      <a:pt x="207594" y="0"/>
                      <a:pt x="212353" y="5712"/>
                      <a:pt x="212353" y="19991"/>
                    </a:cubicBezTo>
                    <a:cubicBezTo>
                      <a:pt x="211401" y="89485"/>
                      <a:pt x="211401" y="158026"/>
                      <a:pt x="210449" y="227520"/>
                    </a:cubicBezTo>
                    <a:cubicBezTo>
                      <a:pt x="141908" y="227520"/>
                      <a:pt x="71462" y="227520"/>
                      <a:pt x="1017" y="227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8" name="Forme libre 47">
                <a:extLst>
                  <a:ext uri="{FF2B5EF4-FFF2-40B4-BE49-F238E27FC236}">
                    <a16:creationId xmlns:a16="http://schemas.microsoft.com/office/drawing/2014/main" id="{C88F9775-4351-A447-2D2D-31CBA8FE1462}"/>
                  </a:ext>
                </a:extLst>
              </p:cNvPr>
              <p:cNvSpPr/>
              <p:nvPr/>
            </p:nvSpPr>
            <p:spPr>
              <a:xfrm>
                <a:off x="7677019" y="5042591"/>
                <a:ext cx="2027759" cy="1345128"/>
              </a:xfrm>
              <a:custGeom>
                <a:avLst/>
                <a:gdLst>
                  <a:gd name="connsiteX0" fmla="*/ 449328 w 2027759"/>
                  <a:gd name="connsiteY0" fmla="*/ 905320 h 1345128"/>
                  <a:gd name="connsiteX1" fmla="*/ 864386 w 2027759"/>
                  <a:gd name="connsiteY1" fmla="*/ 905320 h 1345128"/>
                  <a:gd name="connsiteX2" fmla="*/ 904368 w 2027759"/>
                  <a:gd name="connsiteY2" fmla="*/ 864386 h 1345128"/>
                  <a:gd name="connsiteX3" fmla="*/ 904368 w 2027759"/>
                  <a:gd name="connsiteY3" fmla="*/ 710167 h 1345128"/>
                  <a:gd name="connsiteX4" fmla="*/ 863434 w 2027759"/>
                  <a:gd name="connsiteY4" fmla="*/ 668281 h 1345128"/>
                  <a:gd name="connsiteX5" fmla="*/ 477887 w 2027759"/>
                  <a:gd name="connsiteY5" fmla="*/ 669233 h 1345128"/>
                  <a:gd name="connsiteX6" fmla="*/ 450280 w 2027759"/>
                  <a:gd name="connsiteY6" fmla="*/ 641625 h 1345128"/>
                  <a:gd name="connsiteX7" fmla="*/ 450280 w 2027759"/>
                  <a:gd name="connsiteY7" fmla="*/ 477887 h 1345128"/>
                  <a:gd name="connsiteX8" fmla="*/ 478839 w 2027759"/>
                  <a:gd name="connsiteY8" fmla="*/ 454088 h 1345128"/>
                  <a:gd name="connsiteX9" fmla="*/ 773949 w 2027759"/>
                  <a:gd name="connsiteY9" fmla="*/ 454088 h 1345128"/>
                  <a:gd name="connsiteX10" fmla="*/ 872001 w 2027759"/>
                  <a:gd name="connsiteY10" fmla="*/ 454088 h 1345128"/>
                  <a:gd name="connsiteX11" fmla="*/ 904368 w 2027759"/>
                  <a:gd name="connsiteY11" fmla="*/ 421721 h 1345128"/>
                  <a:gd name="connsiteX12" fmla="*/ 904368 w 2027759"/>
                  <a:gd name="connsiteY12" fmla="*/ 253223 h 1345128"/>
                  <a:gd name="connsiteX13" fmla="*/ 860578 w 2027759"/>
                  <a:gd name="connsiteY13" fmla="*/ 212289 h 1345128"/>
                  <a:gd name="connsiteX14" fmla="*/ 701599 w 2027759"/>
                  <a:gd name="connsiteY14" fmla="*/ 213240 h 1345128"/>
                  <a:gd name="connsiteX15" fmla="*/ 673992 w 2027759"/>
                  <a:gd name="connsiteY15" fmla="*/ 187538 h 1345128"/>
                  <a:gd name="connsiteX16" fmla="*/ 673992 w 2027759"/>
                  <a:gd name="connsiteY16" fmla="*/ 26655 h 1345128"/>
                  <a:gd name="connsiteX17" fmla="*/ 702551 w 2027759"/>
                  <a:gd name="connsiteY17" fmla="*/ 0 h 1345128"/>
                  <a:gd name="connsiteX18" fmla="*/ 1088098 w 2027759"/>
                  <a:gd name="connsiteY18" fmla="*/ 0 h 1345128"/>
                  <a:gd name="connsiteX19" fmla="*/ 1117609 w 2027759"/>
                  <a:gd name="connsiteY19" fmla="*/ 33319 h 1345128"/>
                  <a:gd name="connsiteX20" fmla="*/ 1117609 w 2027759"/>
                  <a:gd name="connsiteY20" fmla="*/ 643529 h 1345128"/>
                  <a:gd name="connsiteX21" fmla="*/ 1117609 w 2027759"/>
                  <a:gd name="connsiteY21" fmla="*/ 868193 h 1345128"/>
                  <a:gd name="connsiteX22" fmla="*/ 1150927 w 2027759"/>
                  <a:gd name="connsiteY22" fmla="*/ 903416 h 1345128"/>
                  <a:gd name="connsiteX23" fmla="*/ 1324185 w 2027759"/>
                  <a:gd name="connsiteY23" fmla="*/ 903416 h 1345128"/>
                  <a:gd name="connsiteX24" fmla="*/ 1358456 w 2027759"/>
                  <a:gd name="connsiteY24" fmla="*/ 866289 h 1345128"/>
                  <a:gd name="connsiteX25" fmla="*/ 1357504 w 2027759"/>
                  <a:gd name="connsiteY25" fmla="*/ 705407 h 1345128"/>
                  <a:gd name="connsiteX26" fmla="*/ 1385111 w 2027759"/>
                  <a:gd name="connsiteY26" fmla="*/ 677800 h 1345128"/>
                  <a:gd name="connsiteX27" fmla="*/ 1548849 w 2027759"/>
                  <a:gd name="connsiteY27" fmla="*/ 677800 h 1345128"/>
                  <a:gd name="connsiteX28" fmla="*/ 1570745 w 2027759"/>
                  <a:gd name="connsiteY28" fmla="*/ 701599 h 1345128"/>
                  <a:gd name="connsiteX29" fmla="*/ 1570745 w 2027759"/>
                  <a:gd name="connsiteY29" fmla="*/ 862482 h 1345128"/>
                  <a:gd name="connsiteX30" fmla="*/ 1613583 w 2027759"/>
                  <a:gd name="connsiteY30" fmla="*/ 904368 h 1345128"/>
                  <a:gd name="connsiteX31" fmla="*/ 1989610 w 2027759"/>
                  <a:gd name="connsiteY31" fmla="*/ 904368 h 1345128"/>
                  <a:gd name="connsiteX32" fmla="*/ 2026736 w 2027759"/>
                  <a:gd name="connsiteY32" fmla="*/ 941495 h 1345128"/>
                  <a:gd name="connsiteX33" fmla="*/ 2027688 w 2027759"/>
                  <a:gd name="connsiteY33" fmla="*/ 1090002 h 1345128"/>
                  <a:gd name="connsiteX34" fmla="*/ 1998177 w 2027759"/>
                  <a:gd name="connsiteY34" fmla="*/ 1120465 h 1345128"/>
                  <a:gd name="connsiteX35" fmla="*/ 1842055 w 2027759"/>
                  <a:gd name="connsiteY35" fmla="*/ 1120465 h 1345128"/>
                  <a:gd name="connsiteX36" fmla="*/ 1802073 w 2027759"/>
                  <a:gd name="connsiteY36" fmla="*/ 1159495 h 1345128"/>
                  <a:gd name="connsiteX37" fmla="*/ 1803024 w 2027759"/>
                  <a:gd name="connsiteY37" fmla="*/ 1318474 h 1345128"/>
                  <a:gd name="connsiteX38" fmla="*/ 1779225 w 2027759"/>
                  <a:gd name="connsiteY38" fmla="*/ 1344177 h 1345128"/>
                  <a:gd name="connsiteX39" fmla="*/ 1605967 w 2027759"/>
                  <a:gd name="connsiteY39" fmla="*/ 1344177 h 1345128"/>
                  <a:gd name="connsiteX40" fmla="*/ 1583120 w 2027759"/>
                  <a:gd name="connsiteY40" fmla="*/ 1317521 h 1345128"/>
                  <a:gd name="connsiteX41" fmla="*/ 1584072 w 2027759"/>
                  <a:gd name="connsiteY41" fmla="*/ 1156639 h 1345128"/>
                  <a:gd name="connsiteX42" fmla="*/ 1550753 w 2027759"/>
                  <a:gd name="connsiteY42" fmla="*/ 1121417 h 1345128"/>
                  <a:gd name="connsiteX43" fmla="*/ 1382255 w 2027759"/>
                  <a:gd name="connsiteY43" fmla="*/ 1121417 h 1345128"/>
                  <a:gd name="connsiteX44" fmla="*/ 1347985 w 2027759"/>
                  <a:gd name="connsiteY44" fmla="*/ 1156639 h 1345128"/>
                  <a:gd name="connsiteX45" fmla="*/ 1348937 w 2027759"/>
                  <a:gd name="connsiteY45" fmla="*/ 1315618 h 1345128"/>
                  <a:gd name="connsiteX46" fmla="*/ 1321330 w 2027759"/>
                  <a:gd name="connsiteY46" fmla="*/ 1345129 h 1345128"/>
                  <a:gd name="connsiteX47" fmla="*/ 1157591 w 2027759"/>
                  <a:gd name="connsiteY47" fmla="*/ 1345129 h 1345128"/>
                  <a:gd name="connsiteX48" fmla="*/ 1128080 w 2027759"/>
                  <a:gd name="connsiteY48" fmla="*/ 1314666 h 1345128"/>
                  <a:gd name="connsiteX49" fmla="*/ 1129032 w 2027759"/>
                  <a:gd name="connsiteY49" fmla="*/ 1153783 h 1345128"/>
                  <a:gd name="connsiteX50" fmla="*/ 1096665 w 2027759"/>
                  <a:gd name="connsiteY50" fmla="*/ 1121417 h 1345128"/>
                  <a:gd name="connsiteX51" fmla="*/ 695888 w 2027759"/>
                  <a:gd name="connsiteY51" fmla="*/ 1121417 h 1345128"/>
                  <a:gd name="connsiteX52" fmla="*/ 667329 w 2027759"/>
                  <a:gd name="connsiteY52" fmla="*/ 1150927 h 1345128"/>
                  <a:gd name="connsiteX53" fmla="*/ 668281 w 2027759"/>
                  <a:gd name="connsiteY53" fmla="*/ 1319426 h 1345128"/>
                  <a:gd name="connsiteX54" fmla="*/ 642577 w 2027759"/>
                  <a:gd name="connsiteY54" fmla="*/ 1345129 h 1345128"/>
                  <a:gd name="connsiteX55" fmla="*/ 476935 w 2027759"/>
                  <a:gd name="connsiteY55" fmla="*/ 1345129 h 1345128"/>
                  <a:gd name="connsiteX56" fmla="*/ 450280 w 2027759"/>
                  <a:gd name="connsiteY56" fmla="*/ 1317521 h 1345128"/>
                  <a:gd name="connsiteX57" fmla="*/ 451232 w 2027759"/>
                  <a:gd name="connsiteY57" fmla="*/ 1153783 h 1345128"/>
                  <a:gd name="connsiteX58" fmla="*/ 418865 w 2027759"/>
                  <a:gd name="connsiteY58" fmla="*/ 1121417 h 1345128"/>
                  <a:gd name="connsiteX59" fmla="*/ 35223 w 2027759"/>
                  <a:gd name="connsiteY59" fmla="*/ 1121417 h 1345128"/>
                  <a:gd name="connsiteX60" fmla="*/ 0 w 2027759"/>
                  <a:gd name="connsiteY60" fmla="*/ 1086194 h 1345128"/>
                  <a:gd name="connsiteX61" fmla="*/ 0 w 2027759"/>
                  <a:gd name="connsiteY61" fmla="*/ 937687 h 1345128"/>
                  <a:gd name="connsiteX62" fmla="*/ 30463 w 2027759"/>
                  <a:gd name="connsiteY62" fmla="*/ 905320 h 1345128"/>
                  <a:gd name="connsiteX63" fmla="*/ 449328 w 2027759"/>
                  <a:gd name="connsiteY63" fmla="*/ 905320 h 1345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2027759" h="1345128">
                    <a:moveTo>
                      <a:pt x="449328" y="905320"/>
                    </a:moveTo>
                    <a:cubicBezTo>
                      <a:pt x="587363" y="905320"/>
                      <a:pt x="726350" y="905320"/>
                      <a:pt x="864386" y="905320"/>
                    </a:cubicBezTo>
                    <a:cubicBezTo>
                      <a:pt x="901512" y="905320"/>
                      <a:pt x="905320" y="901512"/>
                      <a:pt x="904368" y="864386"/>
                    </a:cubicBezTo>
                    <a:cubicBezTo>
                      <a:pt x="904368" y="812979"/>
                      <a:pt x="904368" y="761573"/>
                      <a:pt x="904368" y="710167"/>
                    </a:cubicBezTo>
                    <a:cubicBezTo>
                      <a:pt x="904368" y="674944"/>
                      <a:pt x="897704" y="668281"/>
                      <a:pt x="863434" y="668281"/>
                    </a:cubicBezTo>
                    <a:cubicBezTo>
                      <a:pt x="734918" y="668281"/>
                      <a:pt x="606403" y="668281"/>
                      <a:pt x="477887" y="669233"/>
                    </a:cubicBezTo>
                    <a:cubicBezTo>
                      <a:pt x="456944" y="669233"/>
                      <a:pt x="450280" y="659713"/>
                      <a:pt x="450280" y="641625"/>
                    </a:cubicBezTo>
                    <a:cubicBezTo>
                      <a:pt x="450280" y="587363"/>
                      <a:pt x="450280" y="532149"/>
                      <a:pt x="450280" y="477887"/>
                    </a:cubicBezTo>
                    <a:cubicBezTo>
                      <a:pt x="450280" y="456944"/>
                      <a:pt x="461704" y="454088"/>
                      <a:pt x="478839" y="454088"/>
                    </a:cubicBezTo>
                    <a:cubicBezTo>
                      <a:pt x="576892" y="454088"/>
                      <a:pt x="675896" y="454088"/>
                      <a:pt x="773949" y="454088"/>
                    </a:cubicBezTo>
                    <a:cubicBezTo>
                      <a:pt x="806316" y="454088"/>
                      <a:pt x="838682" y="454088"/>
                      <a:pt x="872001" y="454088"/>
                    </a:cubicBezTo>
                    <a:cubicBezTo>
                      <a:pt x="893897" y="454088"/>
                      <a:pt x="905320" y="445520"/>
                      <a:pt x="904368" y="421721"/>
                    </a:cubicBezTo>
                    <a:cubicBezTo>
                      <a:pt x="903416" y="365555"/>
                      <a:pt x="904368" y="309389"/>
                      <a:pt x="904368" y="253223"/>
                    </a:cubicBezTo>
                    <a:cubicBezTo>
                      <a:pt x="904368" y="221808"/>
                      <a:pt x="892945" y="212289"/>
                      <a:pt x="860578" y="212289"/>
                    </a:cubicBezTo>
                    <a:cubicBezTo>
                      <a:pt x="807268" y="212289"/>
                      <a:pt x="754909" y="212289"/>
                      <a:pt x="701599" y="213240"/>
                    </a:cubicBezTo>
                    <a:cubicBezTo>
                      <a:pt x="682560" y="213240"/>
                      <a:pt x="673992" y="206577"/>
                      <a:pt x="673992" y="187538"/>
                    </a:cubicBezTo>
                    <a:cubicBezTo>
                      <a:pt x="673992" y="134227"/>
                      <a:pt x="673992" y="79965"/>
                      <a:pt x="673992" y="26655"/>
                    </a:cubicBezTo>
                    <a:cubicBezTo>
                      <a:pt x="673992" y="6664"/>
                      <a:pt x="682560" y="0"/>
                      <a:pt x="702551" y="0"/>
                    </a:cubicBezTo>
                    <a:cubicBezTo>
                      <a:pt x="831067" y="952"/>
                      <a:pt x="959582" y="0"/>
                      <a:pt x="1088098" y="0"/>
                    </a:cubicBezTo>
                    <a:cubicBezTo>
                      <a:pt x="1112849" y="0"/>
                      <a:pt x="1117609" y="6664"/>
                      <a:pt x="1117609" y="33319"/>
                    </a:cubicBezTo>
                    <a:cubicBezTo>
                      <a:pt x="1117609" y="237040"/>
                      <a:pt x="1117609" y="440761"/>
                      <a:pt x="1117609" y="643529"/>
                    </a:cubicBezTo>
                    <a:cubicBezTo>
                      <a:pt x="1117609" y="718735"/>
                      <a:pt x="1117609" y="792988"/>
                      <a:pt x="1117609" y="868193"/>
                    </a:cubicBezTo>
                    <a:cubicBezTo>
                      <a:pt x="1117609" y="897705"/>
                      <a:pt x="1122368" y="903416"/>
                      <a:pt x="1150927" y="903416"/>
                    </a:cubicBezTo>
                    <a:cubicBezTo>
                      <a:pt x="1208997" y="903416"/>
                      <a:pt x="1266115" y="903416"/>
                      <a:pt x="1324185" y="903416"/>
                    </a:cubicBezTo>
                    <a:cubicBezTo>
                      <a:pt x="1352744" y="903416"/>
                      <a:pt x="1358456" y="895800"/>
                      <a:pt x="1358456" y="866289"/>
                    </a:cubicBezTo>
                    <a:cubicBezTo>
                      <a:pt x="1358456" y="812979"/>
                      <a:pt x="1358456" y="758717"/>
                      <a:pt x="1357504" y="705407"/>
                    </a:cubicBezTo>
                    <a:cubicBezTo>
                      <a:pt x="1357504" y="685416"/>
                      <a:pt x="1367024" y="677800"/>
                      <a:pt x="1385111" y="677800"/>
                    </a:cubicBezTo>
                    <a:cubicBezTo>
                      <a:pt x="1439373" y="677800"/>
                      <a:pt x="1494587" y="678752"/>
                      <a:pt x="1548849" y="677800"/>
                    </a:cubicBezTo>
                    <a:cubicBezTo>
                      <a:pt x="1566937" y="677800"/>
                      <a:pt x="1570745" y="686368"/>
                      <a:pt x="1570745" y="701599"/>
                    </a:cubicBezTo>
                    <a:cubicBezTo>
                      <a:pt x="1569793" y="754910"/>
                      <a:pt x="1570745" y="809171"/>
                      <a:pt x="1570745" y="862482"/>
                    </a:cubicBezTo>
                    <a:cubicBezTo>
                      <a:pt x="1570745" y="898656"/>
                      <a:pt x="1575504" y="904368"/>
                      <a:pt x="1613583" y="904368"/>
                    </a:cubicBezTo>
                    <a:cubicBezTo>
                      <a:pt x="1739243" y="904368"/>
                      <a:pt x="1863950" y="904368"/>
                      <a:pt x="1989610" y="904368"/>
                    </a:cubicBezTo>
                    <a:cubicBezTo>
                      <a:pt x="2024833" y="904368"/>
                      <a:pt x="2026736" y="906272"/>
                      <a:pt x="2026736" y="941495"/>
                    </a:cubicBezTo>
                    <a:cubicBezTo>
                      <a:pt x="2026736" y="990997"/>
                      <a:pt x="2025785" y="1040499"/>
                      <a:pt x="2027688" y="1090002"/>
                    </a:cubicBezTo>
                    <a:cubicBezTo>
                      <a:pt x="2028640" y="1112849"/>
                      <a:pt x="2020073" y="1121417"/>
                      <a:pt x="1998177" y="1120465"/>
                    </a:cubicBezTo>
                    <a:cubicBezTo>
                      <a:pt x="1945819" y="1119513"/>
                      <a:pt x="1894413" y="1120465"/>
                      <a:pt x="1842055" y="1120465"/>
                    </a:cubicBezTo>
                    <a:cubicBezTo>
                      <a:pt x="1806832" y="1120465"/>
                      <a:pt x="1802073" y="1125224"/>
                      <a:pt x="1802073" y="1159495"/>
                    </a:cubicBezTo>
                    <a:cubicBezTo>
                      <a:pt x="1802073" y="1212805"/>
                      <a:pt x="1802073" y="1265163"/>
                      <a:pt x="1803024" y="1318474"/>
                    </a:cubicBezTo>
                    <a:cubicBezTo>
                      <a:pt x="1803024" y="1336561"/>
                      <a:pt x="1796361" y="1344177"/>
                      <a:pt x="1779225" y="1344177"/>
                    </a:cubicBezTo>
                    <a:cubicBezTo>
                      <a:pt x="1721155" y="1344177"/>
                      <a:pt x="1664037" y="1344177"/>
                      <a:pt x="1605967" y="1344177"/>
                    </a:cubicBezTo>
                    <a:cubicBezTo>
                      <a:pt x="1586928" y="1344177"/>
                      <a:pt x="1583120" y="1334657"/>
                      <a:pt x="1583120" y="1317521"/>
                    </a:cubicBezTo>
                    <a:cubicBezTo>
                      <a:pt x="1584072" y="1264212"/>
                      <a:pt x="1584072" y="1209949"/>
                      <a:pt x="1584072" y="1156639"/>
                    </a:cubicBezTo>
                    <a:cubicBezTo>
                      <a:pt x="1584072" y="1128080"/>
                      <a:pt x="1578361" y="1121417"/>
                      <a:pt x="1550753" y="1121417"/>
                    </a:cubicBezTo>
                    <a:cubicBezTo>
                      <a:pt x="1494587" y="1120465"/>
                      <a:pt x="1438421" y="1120465"/>
                      <a:pt x="1382255" y="1121417"/>
                    </a:cubicBezTo>
                    <a:cubicBezTo>
                      <a:pt x="1354648" y="1121417"/>
                      <a:pt x="1347985" y="1129032"/>
                      <a:pt x="1347985" y="1156639"/>
                    </a:cubicBezTo>
                    <a:cubicBezTo>
                      <a:pt x="1347985" y="1209949"/>
                      <a:pt x="1347985" y="1262308"/>
                      <a:pt x="1348937" y="1315618"/>
                    </a:cubicBezTo>
                    <a:cubicBezTo>
                      <a:pt x="1349889" y="1336561"/>
                      <a:pt x="1342273" y="1345129"/>
                      <a:pt x="1321330" y="1345129"/>
                    </a:cubicBezTo>
                    <a:cubicBezTo>
                      <a:pt x="1267067" y="1344177"/>
                      <a:pt x="1211853" y="1344177"/>
                      <a:pt x="1157591" y="1345129"/>
                    </a:cubicBezTo>
                    <a:cubicBezTo>
                      <a:pt x="1135696" y="1345129"/>
                      <a:pt x="1128080" y="1337513"/>
                      <a:pt x="1128080" y="1314666"/>
                    </a:cubicBezTo>
                    <a:cubicBezTo>
                      <a:pt x="1129984" y="1261356"/>
                      <a:pt x="1128080" y="1207094"/>
                      <a:pt x="1129032" y="1153783"/>
                    </a:cubicBezTo>
                    <a:cubicBezTo>
                      <a:pt x="1129032" y="1129984"/>
                      <a:pt x="1118561" y="1121417"/>
                      <a:pt x="1096665" y="1121417"/>
                    </a:cubicBezTo>
                    <a:cubicBezTo>
                      <a:pt x="963390" y="1121417"/>
                      <a:pt x="830115" y="1121417"/>
                      <a:pt x="695888" y="1121417"/>
                    </a:cubicBezTo>
                    <a:cubicBezTo>
                      <a:pt x="674944" y="1121417"/>
                      <a:pt x="667329" y="1130936"/>
                      <a:pt x="667329" y="1150927"/>
                    </a:cubicBezTo>
                    <a:cubicBezTo>
                      <a:pt x="668281" y="1207094"/>
                      <a:pt x="667329" y="1263260"/>
                      <a:pt x="668281" y="1319426"/>
                    </a:cubicBezTo>
                    <a:cubicBezTo>
                      <a:pt x="668281" y="1338465"/>
                      <a:pt x="661617" y="1345129"/>
                      <a:pt x="642577" y="1345129"/>
                    </a:cubicBezTo>
                    <a:cubicBezTo>
                      <a:pt x="587363" y="1344177"/>
                      <a:pt x="532149" y="1344177"/>
                      <a:pt x="476935" y="1345129"/>
                    </a:cubicBezTo>
                    <a:cubicBezTo>
                      <a:pt x="456944" y="1345129"/>
                      <a:pt x="450280" y="1337513"/>
                      <a:pt x="450280" y="1317521"/>
                    </a:cubicBezTo>
                    <a:cubicBezTo>
                      <a:pt x="451232" y="1263260"/>
                      <a:pt x="451232" y="1208045"/>
                      <a:pt x="451232" y="1153783"/>
                    </a:cubicBezTo>
                    <a:cubicBezTo>
                      <a:pt x="451232" y="1125224"/>
                      <a:pt x="447424" y="1121417"/>
                      <a:pt x="418865" y="1121417"/>
                    </a:cubicBezTo>
                    <a:cubicBezTo>
                      <a:pt x="291302" y="1121417"/>
                      <a:pt x="163738" y="1121417"/>
                      <a:pt x="35223" y="1121417"/>
                    </a:cubicBezTo>
                    <a:cubicBezTo>
                      <a:pt x="0" y="1121417"/>
                      <a:pt x="0" y="1120465"/>
                      <a:pt x="0" y="1086194"/>
                    </a:cubicBezTo>
                    <a:cubicBezTo>
                      <a:pt x="0" y="1036691"/>
                      <a:pt x="0" y="987189"/>
                      <a:pt x="0" y="937687"/>
                    </a:cubicBezTo>
                    <a:cubicBezTo>
                      <a:pt x="0" y="906272"/>
                      <a:pt x="952" y="905320"/>
                      <a:pt x="30463" y="905320"/>
                    </a:cubicBezTo>
                    <a:cubicBezTo>
                      <a:pt x="170402" y="905320"/>
                      <a:pt x="310341" y="905320"/>
                      <a:pt x="449328" y="9053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9" name="Forme libre 48">
                <a:extLst>
                  <a:ext uri="{FF2B5EF4-FFF2-40B4-BE49-F238E27FC236}">
                    <a16:creationId xmlns:a16="http://schemas.microsoft.com/office/drawing/2014/main" id="{4C8DCEBC-01C7-3C5C-D5A5-165F559B1716}"/>
                  </a:ext>
                </a:extLst>
              </p:cNvPr>
              <p:cNvSpPr/>
              <p:nvPr/>
            </p:nvSpPr>
            <p:spPr>
              <a:xfrm>
                <a:off x="9033571" y="3687943"/>
                <a:ext cx="1123320" cy="1117608"/>
              </a:xfrm>
              <a:custGeom>
                <a:avLst/>
                <a:gdLst>
                  <a:gd name="connsiteX0" fmla="*/ 1123320 w 1123320"/>
                  <a:gd name="connsiteY0" fmla="*/ 331284 h 1117608"/>
                  <a:gd name="connsiteX1" fmla="*/ 1123320 w 1123320"/>
                  <a:gd name="connsiteY1" fmla="*/ 636865 h 1117608"/>
                  <a:gd name="connsiteX2" fmla="*/ 1095713 w 1123320"/>
                  <a:gd name="connsiteY2" fmla="*/ 665424 h 1117608"/>
                  <a:gd name="connsiteX3" fmla="*/ 930071 w 1123320"/>
                  <a:gd name="connsiteY3" fmla="*/ 664472 h 1117608"/>
                  <a:gd name="connsiteX4" fmla="*/ 898656 w 1123320"/>
                  <a:gd name="connsiteY4" fmla="*/ 696839 h 1117608"/>
                  <a:gd name="connsiteX5" fmla="*/ 899608 w 1123320"/>
                  <a:gd name="connsiteY5" fmla="*/ 1085242 h 1117608"/>
                  <a:gd name="connsiteX6" fmla="*/ 868193 w 1123320"/>
                  <a:gd name="connsiteY6" fmla="*/ 1116657 h 1117608"/>
                  <a:gd name="connsiteX7" fmla="*/ 707311 w 1123320"/>
                  <a:gd name="connsiteY7" fmla="*/ 1116657 h 1117608"/>
                  <a:gd name="connsiteX8" fmla="*/ 678752 w 1123320"/>
                  <a:gd name="connsiteY8" fmla="*/ 1088098 h 1117608"/>
                  <a:gd name="connsiteX9" fmla="*/ 679704 w 1123320"/>
                  <a:gd name="connsiteY9" fmla="*/ 936735 h 1117608"/>
                  <a:gd name="connsiteX10" fmla="*/ 636865 w 1123320"/>
                  <a:gd name="connsiteY10" fmla="*/ 892944 h 1117608"/>
                  <a:gd name="connsiteX11" fmla="*/ 477887 w 1123320"/>
                  <a:gd name="connsiteY11" fmla="*/ 892944 h 1117608"/>
                  <a:gd name="connsiteX12" fmla="*/ 444568 w 1123320"/>
                  <a:gd name="connsiteY12" fmla="*/ 926263 h 1117608"/>
                  <a:gd name="connsiteX13" fmla="*/ 444568 w 1123320"/>
                  <a:gd name="connsiteY13" fmla="*/ 1090002 h 1117608"/>
                  <a:gd name="connsiteX14" fmla="*/ 417913 w 1123320"/>
                  <a:gd name="connsiteY14" fmla="*/ 1117609 h 1117608"/>
                  <a:gd name="connsiteX15" fmla="*/ 34271 w 1123320"/>
                  <a:gd name="connsiteY15" fmla="*/ 1117609 h 1117608"/>
                  <a:gd name="connsiteX16" fmla="*/ 0 w 1123320"/>
                  <a:gd name="connsiteY16" fmla="*/ 1082386 h 1117608"/>
                  <a:gd name="connsiteX17" fmla="*/ 0 w 1123320"/>
                  <a:gd name="connsiteY17" fmla="*/ 943399 h 1117608"/>
                  <a:gd name="connsiteX18" fmla="*/ 40935 w 1123320"/>
                  <a:gd name="connsiteY18" fmla="*/ 904368 h 1117608"/>
                  <a:gd name="connsiteX19" fmla="*/ 179922 w 1123320"/>
                  <a:gd name="connsiteY19" fmla="*/ 904368 h 1117608"/>
                  <a:gd name="connsiteX20" fmla="*/ 224664 w 1123320"/>
                  <a:gd name="connsiteY20" fmla="*/ 859626 h 1117608"/>
                  <a:gd name="connsiteX21" fmla="*/ 223712 w 1123320"/>
                  <a:gd name="connsiteY21" fmla="*/ 700647 h 1117608"/>
                  <a:gd name="connsiteX22" fmla="*/ 249415 w 1123320"/>
                  <a:gd name="connsiteY22" fmla="*/ 674944 h 1117608"/>
                  <a:gd name="connsiteX23" fmla="*/ 415057 w 1123320"/>
                  <a:gd name="connsiteY23" fmla="*/ 674944 h 1117608"/>
                  <a:gd name="connsiteX24" fmla="*/ 453136 w 1123320"/>
                  <a:gd name="connsiteY24" fmla="*/ 636865 h 1117608"/>
                  <a:gd name="connsiteX25" fmla="*/ 452184 w 1123320"/>
                  <a:gd name="connsiteY25" fmla="*/ 480743 h 1117608"/>
                  <a:gd name="connsiteX26" fmla="*/ 481695 w 1123320"/>
                  <a:gd name="connsiteY26" fmla="*/ 451232 h 1117608"/>
                  <a:gd name="connsiteX27" fmla="*/ 865337 w 1123320"/>
                  <a:gd name="connsiteY27" fmla="*/ 451232 h 1117608"/>
                  <a:gd name="connsiteX28" fmla="*/ 903416 w 1123320"/>
                  <a:gd name="connsiteY28" fmla="*/ 412201 h 1117608"/>
                  <a:gd name="connsiteX29" fmla="*/ 902464 w 1123320"/>
                  <a:gd name="connsiteY29" fmla="*/ 28559 h 1117608"/>
                  <a:gd name="connsiteX30" fmla="*/ 931023 w 1123320"/>
                  <a:gd name="connsiteY30" fmla="*/ 0 h 1117608"/>
                  <a:gd name="connsiteX31" fmla="*/ 1091906 w 1123320"/>
                  <a:gd name="connsiteY31" fmla="*/ 0 h 1117608"/>
                  <a:gd name="connsiteX32" fmla="*/ 1120465 w 1123320"/>
                  <a:gd name="connsiteY32" fmla="*/ 28559 h 1117608"/>
                  <a:gd name="connsiteX33" fmla="*/ 1123320 w 1123320"/>
                  <a:gd name="connsiteY33" fmla="*/ 331284 h 1117608"/>
                  <a:gd name="connsiteX34" fmla="*/ 1123320 w 1123320"/>
                  <a:gd name="connsiteY34" fmla="*/ 331284 h 1117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123320" h="1117608">
                    <a:moveTo>
                      <a:pt x="1123320" y="331284"/>
                    </a:moveTo>
                    <a:cubicBezTo>
                      <a:pt x="1123320" y="433145"/>
                      <a:pt x="1122368" y="535005"/>
                      <a:pt x="1123320" y="636865"/>
                    </a:cubicBezTo>
                    <a:cubicBezTo>
                      <a:pt x="1123320" y="657809"/>
                      <a:pt x="1117609" y="665424"/>
                      <a:pt x="1095713" y="665424"/>
                    </a:cubicBezTo>
                    <a:cubicBezTo>
                      <a:pt x="1040499" y="664472"/>
                      <a:pt x="985285" y="665424"/>
                      <a:pt x="930071" y="664472"/>
                    </a:cubicBezTo>
                    <a:cubicBezTo>
                      <a:pt x="906272" y="664472"/>
                      <a:pt x="898656" y="673040"/>
                      <a:pt x="898656" y="696839"/>
                    </a:cubicBezTo>
                    <a:cubicBezTo>
                      <a:pt x="899608" y="826307"/>
                      <a:pt x="898656" y="955774"/>
                      <a:pt x="899608" y="1085242"/>
                    </a:cubicBezTo>
                    <a:cubicBezTo>
                      <a:pt x="899608" y="1109041"/>
                      <a:pt x="891993" y="1116657"/>
                      <a:pt x="868193" y="1116657"/>
                    </a:cubicBezTo>
                    <a:cubicBezTo>
                      <a:pt x="814883" y="1115704"/>
                      <a:pt x="760621" y="1115704"/>
                      <a:pt x="707311" y="1116657"/>
                    </a:cubicBezTo>
                    <a:cubicBezTo>
                      <a:pt x="686368" y="1116657"/>
                      <a:pt x="678752" y="1109041"/>
                      <a:pt x="678752" y="1088098"/>
                    </a:cubicBezTo>
                    <a:cubicBezTo>
                      <a:pt x="679704" y="1037643"/>
                      <a:pt x="679704" y="987189"/>
                      <a:pt x="679704" y="936735"/>
                    </a:cubicBezTo>
                    <a:cubicBezTo>
                      <a:pt x="679704" y="900560"/>
                      <a:pt x="672088" y="892944"/>
                      <a:pt x="636865" y="892944"/>
                    </a:cubicBezTo>
                    <a:cubicBezTo>
                      <a:pt x="583556" y="892944"/>
                      <a:pt x="531197" y="892944"/>
                      <a:pt x="477887" y="892944"/>
                    </a:cubicBezTo>
                    <a:cubicBezTo>
                      <a:pt x="451232" y="892944"/>
                      <a:pt x="444568" y="899608"/>
                      <a:pt x="444568" y="926263"/>
                    </a:cubicBezTo>
                    <a:cubicBezTo>
                      <a:pt x="444568" y="980525"/>
                      <a:pt x="443616" y="1035739"/>
                      <a:pt x="444568" y="1090002"/>
                    </a:cubicBezTo>
                    <a:cubicBezTo>
                      <a:pt x="444568" y="1109993"/>
                      <a:pt x="438857" y="1117609"/>
                      <a:pt x="417913" y="1117609"/>
                    </a:cubicBezTo>
                    <a:cubicBezTo>
                      <a:pt x="290350" y="1116657"/>
                      <a:pt x="161834" y="1117609"/>
                      <a:pt x="34271" y="1117609"/>
                    </a:cubicBezTo>
                    <a:cubicBezTo>
                      <a:pt x="2856" y="1117609"/>
                      <a:pt x="0" y="1114753"/>
                      <a:pt x="0" y="1082386"/>
                    </a:cubicBezTo>
                    <a:cubicBezTo>
                      <a:pt x="0" y="1035739"/>
                      <a:pt x="0" y="990045"/>
                      <a:pt x="0" y="943399"/>
                    </a:cubicBezTo>
                    <a:cubicBezTo>
                      <a:pt x="0" y="911032"/>
                      <a:pt x="7616" y="903416"/>
                      <a:pt x="40935" y="904368"/>
                    </a:cubicBezTo>
                    <a:cubicBezTo>
                      <a:pt x="87581" y="904368"/>
                      <a:pt x="133275" y="904368"/>
                      <a:pt x="179922" y="904368"/>
                    </a:cubicBezTo>
                    <a:cubicBezTo>
                      <a:pt x="215144" y="904368"/>
                      <a:pt x="224664" y="893896"/>
                      <a:pt x="224664" y="859626"/>
                    </a:cubicBezTo>
                    <a:cubicBezTo>
                      <a:pt x="224664" y="806316"/>
                      <a:pt x="224664" y="753957"/>
                      <a:pt x="223712" y="700647"/>
                    </a:cubicBezTo>
                    <a:cubicBezTo>
                      <a:pt x="223712" y="681608"/>
                      <a:pt x="231328" y="674944"/>
                      <a:pt x="249415" y="674944"/>
                    </a:cubicBezTo>
                    <a:cubicBezTo>
                      <a:pt x="304629" y="674944"/>
                      <a:pt x="359843" y="674944"/>
                      <a:pt x="415057" y="674944"/>
                    </a:cubicBezTo>
                    <a:cubicBezTo>
                      <a:pt x="448376" y="674944"/>
                      <a:pt x="453136" y="670184"/>
                      <a:pt x="453136" y="636865"/>
                    </a:cubicBezTo>
                    <a:cubicBezTo>
                      <a:pt x="453136" y="584507"/>
                      <a:pt x="454088" y="533101"/>
                      <a:pt x="452184" y="480743"/>
                    </a:cubicBezTo>
                    <a:cubicBezTo>
                      <a:pt x="451232" y="457896"/>
                      <a:pt x="458848" y="451232"/>
                      <a:pt x="481695" y="451232"/>
                    </a:cubicBezTo>
                    <a:cubicBezTo>
                      <a:pt x="609259" y="452184"/>
                      <a:pt x="737774" y="451232"/>
                      <a:pt x="865337" y="451232"/>
                    </a:cubicBezTo>
                    <a:cubicBezTo>
                      <a:pt x="901512" y="451232"/>
                      <a:pt x="903416" y="449328"/>
                      <a:pt x="903416" y="412201"/>
                    </a:cubicBezTo>
                    <a:cubicBezTo>
                      <a:pt x="903416" y="284638"/>
                      <a:pt x="903416" y="156122"/>
                      <a:pt x="902464" y="28559"/>
                    </a:cubicBezTo>
                    <a:cubicBezTo>
                      <a:pt x="902464" y="7616"/>
                      <a:pt x="910080" y="0"/>
                      <a:pt x="931023" y="0"/>
                    </a:cubicBezTo>
                    <a:cubicBezTo>
                      <a:pt x="984333" y="952"/>
                      <a:pt x="1038595" y="952"/>
                      <a:pt x="1091906" y="0"/>
                    </a:cubicBezTo>
                    <a:cubicBezTo>
                      <a:pt x="1113801" y="0"/>
                      <a:pt x="1120465" y="7616"/>
                      <a:pt x="1120465" y="28559"/>
                    </a:cubicBezTo>
                    <a:cubicBezTo>
                      <a:pt x="1123320" y="128515"/>
                      <a:pt x="1123320" y="229424"/>
                      <a:pt x="1123320" y="331284"/>
                    </a:cubicBezTo>
                    <a:lnTo>
                      <a:pt x="1123320" y="331284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0" name="Forme libre 49">
                <a:extLst>
                  <a:ext uri="{FF2B5EF4-FFF2-40B4-BE49-F238E27FC236}">
                    <a16:creationId xmlns:a16="http://schemas.microsoft.com/office/drawing/2014/main" id="{5506550B-B8DE-57EE-EB5C-49A2A144F461}"/>
                  </a:ext>
                </a:extLst>
              </p:cNvPr>
              <p:cNvSpPr/>
              <p:nvPr/>
            </p:nvSpPr>
            <p:spPr>
              <a:xfrm>
                <a:off x="6769795" y="5044430"/>
                <a:ext cx="1128080" cy="897768"/>
              </a:xfrm>
              <a:custGeom>
                <a:avLst/>
                <a:gdLst>
                  <a:gd name="connsiteX0" fmla="*/ 232280 w 1128080"/>
                  <a:gd name="connsiteY0" fmla="*/ 672153 h 897768"/>
                  <a:gd name="connsiteX1" fmla="*/ 232280 w 1128080"/>
                  <a:gd name="connsiteY1" fmla="*/ 478904 h 897768"/>
                  <a:gd name="connsiteX2" fmla="*/ 195153 w 1128080"/>
                  <a:gd name="connsiteY2" fmla="*/ 442729 h 897768"/>
                  <a:gd name="connsiteX3" fmla="*/ 40935 w 1128080"/>
                  <a:gd name="connsiteY3" fmla="*/ 442729 h 897768"/>
                  <a:gd name="connsiteX4" fmla="*/ 0 w 1128080"/>
                  <a:gd name="connsiteY4" fmla="*/ 400843 h 897768"/>
                  <a:gd name="connsiteX5" fmla="*/ 0 w 1128080"/>
                  <a:gd name="connsiteY5" fmla="*/ 254240 h 897768"/>
                  <a:gd name="connsiteX6" fmla="*/ 31415 w 1128080"/>
                  <a:gd name="connsiteY6" fmla="*/ 222825 h 897768"/>
                  <a:gd name="connsiteX7" fmla="*/ 187537 w 1128080"/>
                  <a:gd name="connsiteY7" fmla="*/ 223777 h 897768"/>
                  <a:gd name="connsiteX8" fmla="*/ 232280 w 1128080"/>
                  <a:gd name="connsiteY8" fmla="*/ 179034 h 897768"/>
                  <a:gd name="connsiteX9" fmla="*/ 231328 w 1128080"/>
                  <a:gd name="connsiteY9" fmla="*/ 30527 h 897768"/>
                  <a:gd name="connsiteX10" fmla="*/ 260839 w 1128080"/>
                  <a:gd name="connsiteY10" fmla="*/ 65 h 897768"/>
                  <a:gd name="connsiteX11" fmla="*/ 636866 w 1128080"/>
                  <a:gd name="connsiteY11" fmla="*/ 65 h 897768"/>
                  <a:gd name="connsiteX12" fmla="*/ 673992 w 1128080"/>
                  <a:gd name="connsiteY12" fmla="*/ 38143 h 897768"/>
                  <a:gd name="connsiteX13" fmla="*/ 673992 w 1128080"/>
                  <a:gd name="connsiteY13" fmla="*/ 417026 h 897768"/>
                  <a:gd name="connsiteX14" fmla="*/ 711119 w 1128080"/>
                  <a:gd name="connsiteY14" fmla="*/ 454153 h 897768"/>
                  <a:gd name="connsiteX15" fmla="*/ 1094761 w 1128080"/>
                  <a:gd name="connsiteY15" fmla="*/ 454153 h 897768"/>
                  <a:gd name="connsiteX16" fmla="*/ 1128080 w 1128080"/>
                  <a:gd name="connsiteY16" fmla="*/ 486520 h 897768"/>
                  <a:gd name="connsiteX17" fmla="*/ 1128080 w 1128080"/>
                  <a:gd name="connsiteY17" fmla="*/ 637882 h 897768"/>
                  <a:gd name="connsiteX18" fmla="*/ 1096665 w 1128080"/>
                  <a:gd name="connsiteY18" fmla="*/ 668345 h 897768"/>
                  <a:gd name="connsiteX19" fmla="*/ 935783 w 1128080"/>
                  <a:gd name="connsiteY19" fmla="*/ 667393 h 897768"/>
                  <a:gd name="connsiteX20" fmla="*/ 898656 w 1128080"/>
                  <a:gd name="connsiteY20" fmla="*/ 706424 h 897768"/>
                  <a:gd name="connsiteX21" fmla="*/ 899608 w 1128080"/>
                  <a:gd name="connsiteY21" fmla="*/ 870162 h 897768"/>
                  <a:gd name="connsiteX22" fmla="*/ 872953 w 1128080"/>
                  <a:gd name="connsiteY22" fmla="*/ 897769 h 897768"/>
                  <a:gd name="connsiteX23" fmla="*/ 712071 w 1128080"/>
                  <a:gd name="connsiteY23" fmla="*/ 897769 h 897768"/>
                  <a:gd name="connsiteX24" fmla="*/ 684464 w 1128080"/>
                  <a:gd name="connsiteY24" fmla="*/ 870162 h 897768"/>
                  <a:gd name="connsiteX25" fmla="*/ 685416 w 1128080"/>
                  <a:gd name="connsiteY25" fmla="*/ 704520 h 897768"/>
                  <a:gd name="connsiteX26" fmla="*/ 650193 w 1128080"/>
                  <a:gd name="connsiteY26" fmla="*/ 668345 h 897768"/>
                  <a:gd name="connsiteX27" fmla="*/ 489311 w 1128080"/>
                  <a:gd name="connsiteY27" fmla="*/ 668345 h 897768"/>
                  <a:gd name="connsiteX28" fmla="*/ 444568 w 1128080"/>
                  <a:gd name="connsiteY28" fmla="*/ 713088 h 897768"/>
                  <a:gd name="connsiteX29" fmla="*/ 445520 w 1128080"/>
                  <a:gd name="connsiteY29" fmla="*/ 872066 h 897768"/>
                  <a:gd name="connsiteX30" fmla="*/ 421721 w 1128080"/>
                  <a:gd name="connsiteY30" fmla="*/ 897769 h 897768"/>
                  <a:gd name="connsiteX31" fmla="*/ 256079 w 1128080"/>
                  <a:gd name="connsiteY31" fmla="*/ 897769 h 897768"/>
                  <a:gd name="connsiteX32" fmla="*/ 232280 w 1128080"/>
                  <a:gd name="connsiteY32" fmla="*/ 872066 h 897768"/>
                  <a:gd name="connsiteX33" fmla="*/ 232280 w 1128080"/>
                  <a:gd name="connsiteY33" fmla="*/ 674057 h 897768"/>
                  <a:gd name="connsiteX34" fmla="*/ 232280 w 1128080"/>
                  <a:gd name="connsiteY34" fmla="*/ 672153 h 897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128080" h="897768">
                    <a:moveTo>
                      <a:pt x="232280" y="672153"/>
                    </a:moveTo>
                    <a:cubicBezTo>
                      <a:pt x="232280" y="607419"/>
                      <a:pt x="232280" y="543638"/>
                      <a:pt x="232280" y="478904"/>
                    </a:cubicBezTo>
                    <a:cubicBezTo>
                      <a:pt x="232280" y="447489"/>
                      <a:pt x="227520" y="442729"/>
                      <a:pt x="195153" y="442729"/>
                    </a:cubicBezTo>
                    <a:cubicBezTo>
                      <a:pt x="143747" y="442729"/>
                      <a:pt x="92341" y="442729"/>
                      <a:pt x="40935" y="442729"/>
                    </a:cubicBezTo>
                    <a:cubicBezTo>
                      <a:pt x="6664" y="442729"/>
                      <a:pt x="0" y="436065"/>
                      <a:pt x="0" y="400843"/>
                    </a:cubicBezTo>
                    <a:cubicBezTo>
                      <a:pt x="0" y="352292"/>
                      <a:pt x="952" y="302790"/>
                      <a:pt x="0" y="254240"/>
                    </a:cubicBezTo>
                    <a:cubicBezTo>
                      <a:pt x="0" y="231392"/>
                      <a:pt x="6664" y="221873"/>
                      <a:pt x="31415" y="222825"/>
                    </a:cubicBezTo>
                    <a:cubicBezTo>
                      <a:pt x="83773" y="224729"/>
                      <a:pt x="135179" y="223777"/>
                      <a:pt x="187537" y="223777"/>
                    </a:cubicBezTo>
                    <a:cubicBezTo>
                      <a:pt x="223712" y="223777"/>
                      <a:pt x="232280" y="215209"/>
                      <a:pt x="232280" y="179034"/>
                    </a:cubicBezTo>
                    <a:cubicBezTo>
                      <a:pt x="232280" y="129532"/>
                      <a:pt x="232280" y="80030"/>
                      <a:pt x="231328" y="30527"/>
                    </a:cubicBezTo>
                    <a:cubicBezTo>
                      <a:pt x="231328" y="8632"/>
                      <a:pt x="238944" y="-887"/>
                      <a:pt x="260839" y="65"/>
                    </a:cubicBezTo>
                    <a:cubicBezTo>
                      <a:pt x="386498" y="65"/>
                      <a:pt x="511206" y="65"/>
                      <a:pt x="636866" y="65"/>
                    </a:cubicBezTo>
                    <a:cubicBezTo>
                      <a:pt x="666377" y="65"/>
                      <a:pt x="673992" y="8632"/>
                      <a:pt x="673992" y="38143"/>
                    </a:cubicBezTo>
                    <a:cubicBezTo>
                      <a:pt x="673992" y="164755"/>
                      <a:pt x="673992" y="290415"/>
                      <a:pt x="673992" y="417026"/>
                    </a:cubicBezTo>
                    <a:cubicBezTo>
                      <a:pt x="673992" y="448441"/>
                      <a:pt x="679704" y="454153"/>
                      <a:pt x="711119" y="454153"/>
                    </a:cubicBezTo>
                    <a:cubicBezTo>
                      <a:pt x="838682" y="454153"/>
                      <a:pt x="966246" y="454153"/>
                      <a:pt x="1094761" y="454153"/>
                    </a:cubicBezTo>
                    <a:cubicBezTo>
                      <a:pt x="1126176" y="454153"/>
                      <a:pt x="1128080" y="456057"/>
                      <a:pt x="1128080" y="486520"/>
                    </a:cubicBezTo>
                    <a:cubicBezTo>
                      <a:pt x="1128080" y="536974"/>
                      <a:pt x="1127128" y="587428"/>
                      <a:pt x="1128080" y="637882"/>
                    </a:cubicBezTo>
                    <a:cubicBezTo>
                      <a:pt x="1128080" y="660729"/>
                      <a:pt x="1120465" y="669297"/>
                      <a:pt x="1096665" y="668345"/>
                    </a:cubicBezTo>
                    <a:cubicBezTo>
                      <a:pt x="1043355" y="666441"/>
                      <a:pt x="989093" y="667393"/>
                      <a:pt x="935783" y="667393"/>
                    </a:cubicBezTo>
                    <a:cubicBezTo>
                      <a:pt x="907224" y="667393"/>
                      <a:pt x="898656" y="676913"/>
                      <a:pt x="898656" y="706424"/>
                    </a:cubicBezTo>
                    <a:cubicBezTo>
                      <a:pt x="898656" y="760686"/>
                      <a:pt x="898656" y="815900"/>
                      <a:pt x="899608" y="870162"/>
                    </a:cubicBezTo>
                    <a:cubicBezTo>
                      <a:pt x="899608" y="890153"/>
                      <a:pt x="892944" y="897769"/>
                      <a:pt x="872953" y="897769"/>
                    </a:cubicBezTo>
                    <a:cubicBezTo>
                      <a:pt x="819643" y="896817"/>
                      <a:pt x="765381" y="896817"/>
                      <a:pt x="712071" y="897769"/>
                    </a:cubicBezTo>
                    <a:cubicBezTo>
                      <a:pt x="692080" y="897769"/>
                      <a:pt x="684464" y="891105"/>
                      <a:pt x="684464" y="870162"/>
                    </a:cubicBezTo>
                    <a:cubicBezTo>
                      <a:pt x="685416" y="814948"/>
                      <a:pt x="685416" y="759734"/>
                      <a:pt x="685416" y="704520"/>
                    </a:cubicBezTo>
                    <a:cubicBezTo>
                      <a:pt x="685416" y="674057"/>
                      <a:pt x="679704" y="668345"/>
                      <a:pt x="650193" y="668345"/>
                    </a:cubicBezTo>
                    <a:cubicBezTo>
                      <a:pt x="596883" y="668345"/>
                      <a:pt x="542621" y="668345"/>
                      <a:pt x="489311" y="668345"/>
                    </a:cubicBezTo>
                    <a:cubicBezTo>
                      <a:pt x="454088" y="668345"/>
                      <a:pt x="444568" y="678817"/>
                      <a:pt x="444568" y="713088"/>
                    </a:cubicBezTo>
                    <a:cubicBezTo>
                      <a:pt x="444568" y="766398"/>
                      <a:pt x="444568" y="818756"/>
                      <a:pt x="445520" y="872066"/>
                    </a:cubicBezTo>
                    <a:cubicBezTo>
                      <a:pt x="445520" y="890153"/>
                      <a:pt x="438857" y="897769"/>
                      <a:pt x="421721" y="897769"/>
                    </a:cubicBezTo>
                    <a:cubicBezTo>
                      <a:pt x="366507" y="897769"/>
                      <a:pt x="311293" y="897769"/>
                      <a:pt x="256079" y="897769"/>
                    </a:cubicBezTo>
                    <a:cubicBezTo>
                      <a:pt x="238944" y="897769"/>
                      <a:pt x="232280" y="889201"/>
                      <a:pt x="232280" y="872066"/>
                    </a:cubicBezTo>
                    <a:cubicBezTo>
                      <a:pt x="233232" y="806380"/>
                      <a:pt x="232280" y="740695"/>
                      <a:pt x="232280" y="674057"/>
                    </a:cubicBezTo>
                    <a:cubicBezTo>
                      <a:pt x="231328" y="672153"/>
                      <a:pt x="231328" y="672153"/>
                      <a:pt x="232280" y="67215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1" name="Forme libre 50">
                <a:extLst>
                  <a:ext uri="{FF2B5EF4-FFF2-40B4-BE49-F238E27FC236}">
                    <a16:creationId xmlns:a16="http://schemas.microsoft.com/office/drawing/2014/main" id="{1A3C0587-F688-E8BA-3872-764B8004728F}"/>
                  </a:ext>
                </a:extLst>
              </p:cNvPr>
              <p:cNvSpPr/>
              <p:nvPr/>
            </p:nvSpPr>
            <p:spPr>
              <a:xfrm>
                <a:off x="7676948" y="4359966"/>
                <a:ext cx="895018" cy="896817"/>
              </a:xfrm>
              <a:custGeom>
                <a:avLst/>
                <a:gdLst>
                  <a:gd name="connsiteX0" fmla="*/ 225687 w 895018"/>
                  <a:gd name="connsiteY0" fmla="*/ 229489 h 896817"/>
                  <a:gd name="connsiteX1" fmla="*/ 418936 w 895018"/>
                  <a:gd name="connsiteY1" fmla="*/ 229489 h 896817"/>
                  <a:gd name="connsiteX2" fmla="*/ 452255 w 895018"/>
                  <a:gd name="connsiteY2" fmla="*/ 196170 h 896817"/>
                  <a:gd name="connsiteX3" fmla="*/ 451303 w 895018"/>
                  <a:gd name="connsiteY3" fmla="*/ 30528 h 896817"/>
                  <a:gd name="connsiteX4" fmla="*/ 479862 w 895018"/>
                  <a:gd name="connsiteY4" fmla="*/ 65 h 896817"/>
                  <a:gd name="connsiteX5" fmla="*/ 643600 w 895018"/>
                  <a:gd name="connsiteY5" fmla="*/ 65 h 896817"/>
                  <a:gd name="connsiteX6" fmla="*/ 669303 w 895018"/>
                  <a:gd name="connsiteY6" fmla="*/ 27672 h 896817"/>
                  <a:gd name="connsiteX7" fmla="*/ 668351 w 895018"/>
                  <a:gd name="connsiteY7" fmla="*/ 191410 h 896817"/>
                  <a:gd name="connsiteX8" fmla="*/ 708334 w 895018"/>
                  <a:gd name="connsiteY8" fmla="*/ 230441 h 896817"/>
                  <a:gd name="connsiteX9" fmla="*/ 869216 w 895018"/>
                  <a:gd name="connsiteY9" fmla="*/ 229489 h 896817"/>
                  <a:gd name="connsiteX10" fmla="*/ 894919 w 895018"/>
                  <a:gd name="connsiteY10" fmla="*/ 257096 h 896817"/>
                  <a:gd name="connsiteX11" fmla="*/ 894919 w 895018"/>
                  <a:gd name="connsiteY11" fmla="*/ 416074 h 896817"/>
                  <a:gd name="connsiteX12" fmla="*/ 866360 w 895018"/>
                  <a:gd name="connsiteY12" fmla="*/ 444633 h 896817"/>
                  <a:gd name="connsiteX13" fmla="*/ 485574 w 895018"/>
                  <a:gd name="connsiteY13" fmla="*/ 443681 h 896817"/>
                  <a:gd name="connsiteX14" fmla="*/ 443687 w 895018"/>
                  <a:gd name="connsiteY14" fmla="*/ 485568 h 896817"/>
                  <a:gd name="connsiteX15" fmla="*/ 443687 w 895018"/>
                  <a:gd name="connsiteY15" fmla="*/ 861594 h 896817"/>
                  <a:gd name="connsiteX16" fmla="*/ 407513 w 895018"/>
                  <a:gd name="connsiteY16" fmla="*/ 896817 h 896817"/>
                  <a:gd name="connsiteX17" fmla="*/ 34342 w 895018"/>
                  <a:gd name="connsiteY17" fmla="*/ 896817 h 896817"/>
                  <a:gd name="connsiteX18" fmla="*/ 71 w 895018"/>
                  <a:gd name="connsiteY18" fmla="*/ 863498 h 896817"/>
                  <a:gd name="connsiteX19" fmla="*/ 71 w 895018"/>
                  <a:gd name="connsiteY19" fmla="*/ 707376 h 896817"/>
                  <a:gd name="connsiteX20" fmla="*/ 22918 w 895018"/>
                  <a:gd name="connsiteY20" fmla="*/ 684529 h 896817"/>
                  <a:gd name="connsiteX21" fmla="*/ 193320 w 895018"/>
                  <a:gd name="connsiteY21" fmla="*/ 685481 h 896817"/>
                  <a:gd name="connsiteX22" fmla="*/ 226639 w 895018"/>
                  <a:gd name="connsiteY22" fmla="*/ 654066 h 896817"/>
                  <a:gd name="connsiteX23" fmla="*/ 226639 w 895018"/>
                  <a:gd name="connsiteY23" fmla="*/ 473192 h 896817"/>
                  <a:gd name="connsiteX24" fmla="*/ 195224 w 895018"/>
                  <a:gd name="connsiteY24" fmla="*/ 442729 h 896817"/>
                  <a:gd name="connsiteX25" fmla="*/ 29582 w 895018"/>
                  <a:gd name="connsiteY25" fmla="*/ 443681 h 896817"/>
                  <a:gd name="connsiteX26" fmla="*/ 71 w 895018"/>
                  <a:gd name="connsiteY26" fmla="*/ 414170 h 896817"/>
                  <a:gd name="connsiteX27" fmla="*/ 71 w 895018"/>
                  <a:gd name="connsiteY27" fmla="*/ 258048 h 896817"/>
                  <a:gd name="connsiteX28" fmla="*/ 29582 w 895018"/>
                  <a:gd name="connsiteY28" fmla="*/ 229489 h 896817"/>
                  <a:gd name="connsiteX29" fmla="*/ 225687 w 895018"/>
                  <a:gd name="connsiteY29" fmla="*/ 229489 h 896817"/>
                  <a:gd name="connsiteX30" fmla="*/ 225687 w 895018"/>
                  <a:gd name="connsiteY30" fmla="*/ 229489 h 896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95018" h="896817">
                    <a:moveTo>
                      <a:pt x="225687" y="229489"/>
                    </a:moveTo>
                    <a:cubicBezTo>
                      <a:pt x="290421" y="229489"/>
                      <a:pt x="354203" y="229489"/>
                      <a:pt x="418936" y="229489"/>
                    </a:cubicBezTo>
                    <a:cubicBezTo>
                      <a:pt x="445591" y="229489"/>
                      <a:pt x="452255" y="223777"/>
                      <a:pt x="452255" y="196170"/>
                    </a:cubicBezTo>
                    <a:cubicBezTo>
                      <a:pt x="452255" y="140956"/>
                      <a:pt x="453207" y="85742"/>
                      <a:pt x="451303" y="30528"/>
                    </a:cubicBezTo>
                    <a:cubicBezTo>
                      <a:pt x="450351" y="8633"/>
                      <a:pt x="456063" y="-887"/>
                      <a:pt x="479862" y="65"/>
                    </a:cubicBezTo>
                    <a:cubicBezTo>
                      <a:pt x="534124" y="1017"/>
                      <a:pt x="589338" y="1017"/>
                      <a:pt x="643600" y="65"/>
                    </a:cubicBezTo>
                    <a:cubicBezTo>
                      <a:pt x="664544" y="65"/>
                      <a:pt x="670255" y="7680"/>
                      <a:pt x="669303" y="27672"/>
                    </a:cubicBezTo>
                    <a:cubicBezTo>
                      <a:pt x="668351" y="81934"/>
                      <a:pt x="668351" y="137148"/>
                      <a:pt x="668351" y="191410"/>
                    </a:cubicBezTo>
                    <a:cubicBezTo>
                      <a:pt x="668351" y="225681"/>
                      <a:pt x="673111" y="230441"/>
                      <a:pt x="708334" y="230441"/>
                    </a:cubicBezTo>
                    <a:cubicBezTo>
                      <a:pt x="761644" y="230441"/>
                      <a:pt x="815906" y="230441"/>
                      <a:pt x="869216" y="229489"/>
                    </a:cubicBezTo>
                    <a:cubicBezTo>
                      <a:pt x="890160" y="229489"/>
                      <a:pt x="895871" y="238056"/>
                      <a:pt x="894919" y="257096"/>
                    </a:cubicBezTo>
                    <a:cubicBezTo>
                      <a:pt x="893967" y="310406"/>
                      <a:pt x="893967" y="362764"/>
                      <a:pt x="894919" y="416074"/>
                    </a:cubicBezTo>
                    <a:cubicBezTo>
                      <a:pt x="894919" y="437969"/>
                      <a:pt x="886352" y="444633"/>
                      <a:pt x="866360" y="444633"/>
                    </a:cubicBezTo>
                    <a:cubicBezTo>
                      <a:pt x="739749" y="443681"/>
                      <a:pt x="612185" y="444633"/>
                      <a:pt x="485574" y="443681"/>
                    </a:cubicBezTo>
                    <a:cubicBezTo>
                      <a:pt x="448447" y="443681"/>
                      <a:pt x="443687" y="447489"/>
                      <a:pt x="443687" y="485568"/>
                    </a:cubicBezTo>
                    <a:cubicBezTo>
                      <a:pt x="443687" y="611227"/>
                      <a:pt x="443687" y="735935"/>
                      <a:pt x="443687" y="861594"/>
                    </a:cubicBezTo>
                    <a:cubicBezTo>
                      <a:pt x="443687" y="894913"/>
                      <a:pt x="441783" y="896817"/>
                      <a:pt x="407513" y="896817"/>
                    </a:cubicBezTo>
                    <a:cubicBezTo>
                      <a:pt x="282805" y="896817"/>
                      <a:pt x="158097" y="896817"/>
                      <a:pt x="34342" y="896817"/>
                    </a:cubicBezTo>
                    <a:cubicBezTo>
                      <a:pt x="5783" y="896817"/>
                      <a:pt x="71" y="892057"/>
                      <a:pt x="71" y="863498"/>
                    </a:cubicBezTo>
                    <a:cubicBezTo>
                      <a:pt x="71" y="811140"/>
                      <a:pt x="1023" y="759734"/>
                      <a:pt x="71" y="707376"/>
                    </a:cubicBezTo>
                    <a:cubicBezTo>
                      <a:pt x="71" y="690241"/>
                      <a:pt x="5783" y="684529"/>
                      <a:pt x="22918" y="684529"/>
                    </a:cubicBezTo>
                    <a:cubicBezTo>
                      <a:pt x="80036" y="685481"/>
                      <a:pt x="137154" y="684529"/>
                      <a:pt x="193320" y="685481"/>
                    </a:cubicBezTo>
                    <a:cubicBezTo>
                      <a:pt x="216167" y="685481"/>
                      <a:pt x="226639" y="675961"/>
                      <a:pt x="226639" y="654066"/>
                    </a:cubicBezTo>
                    <a:cubicBezTo>
                      <a:pt x="226639" y="594092"/>
                      <a:pt x="226639" y="533166"/>
                      <a:pt x="226639" y="473192"/>
                    </a:cubicBezTo>
                    <a:cubicBezTo>
                      <a:pt x="226639" y="452249"/>
                      <a:pt x="217119" y="442729"/>
                      <a:pt x="195224" y="442729"/>
                    </a:cubicBezTo>
                    <a:cubicBezTo>
                      <a:pt x="140010" y="443681"/>
                      <a:pt x="84796" y="442729"/>
                      <a:pt x="29582" y="443681"/>
                    </a:cubicBezTo>
                    <a:cubicBezTo>
                      <a:pt x="7687" y="443681"/>
                      <a:pt x="-881" y="437017"/>
                      <a:pt x="71" y="414170"/>
                    </a:cubicBezTo>
                    <a:cubicBezTo>
                      <a:pt x="1023" y="361812"/>
                      <a:pt x="1975" y="310406"/>
                      <a:pt x="71" y="258048"/>
                    </a:cubicBezTo>
                    <a:cubicBezTo>
                      <a:pt x="-881" y="234249"/>
                      <a:pt x="8639" y="228537"/>
                      <a:pt x="29582" y="229489"/>
                    </a:cubicBezTo>
                    <a:cubicBezTo>
                      <a:pt x="95268" y="230441"/>
                      <a:pt x="160001" y="229489"/>
                      <a:pt x="225687" y="229489"/>
                    </a:cubicBezTo>
                    <a:lnTo>
                      <a:pt x="225687" y="229489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2" name="Forme libre 51">
                <a:extLst>
                  <a:ext uri="{FF2B5EF4-FFF2-40B4-BE49-F238E27FC236}">
                    <a16:creationId xmlns:a16="http://schemas.microsoft.com/office/drawing/2014/main" id="{D96F0DF3-4935-6CD1-0BC5-F0F212F64DE6}"/>
                  </a:ext>
                </a:extLst>
              </p:cNvPr>
              <p:cNvSpPr/>
              <p:nvPr/>
            </p:nvSpPr>
            <p:spPr>
              <a:xfrm>
                <a:off x="8128173" y="3685016"/>
                <a:ext cx="443694" cy="668438"/>
              </a:xfrm>
              <a:custGeom>
                <a:avLst/>
                <a:gdLst>
                  <a:gd name="connsiteX0" fmla="*/ 79 w 443694"/>
                  <a:gd name="connsiteY0" fmla="*/ 221879 h 668438"/>
                  <a:gd name="connsiteX1" fmla="*/ 79 w 443694"/>
                  <a:gd name="connsiteY1" fmla="*/ 28630 h 668438"/>
                  <a:gd name="connsiteX2" fmla="*/ 27686 w 443694"/>
                  <a:gd name="connsiteY2" fmla="*/ 71 h 668438"/>
                  <a:gd name="connsiteX3" fmla="*/ 188568 w 443694"/>
                  <a:gd name="connsiteY3" fmla="*/ 71 h 668438"/>
                  <a:gd name="connsiteX4" fmla="*/ 217127 w 443694"/>
                  <a:gd name="connsiteY4" fmla="*/ 30534 h 668438"/>
                  <a:gd name="connsiteX5" fmla="*/ 216175 w 443694"/>
                  <a:gd name="connsiteY5" fmla="*/ 191416 h 668438"/>
                  <a:gd name="connsiteX6" fmla="*/ 253302 w 443694"/>
                  <a:gd name="connsiteY6" fmla="*/ 227591 h 668438"/>
                  <a:gd name="connsiteX7" fmla="*/ 414184 w 443694"/>
                  <a:gd name="connsiteY7" fmla="*/ 227591 h 668438"/>
                  <a:gd name="connsiteX8" fmla="*/ 443695 w 443694"/>
                  <a:gd name="connsiteY8" fmla="*/ 257102 h 668438"/>
                  <a:gd name="connsiteX9" fmla="*/ 443695 w 443694"/>
                  <a:gd name="connsiteY9" fmla="*/ 640744 h 668438"/>
                  <a:gd name="connsiteX10" fmla="*/ 415136 w 443694"/>
                  <a:gd name="connsiteY10" fmla="*/ 668351 h 668438"/>
                  <a:gd name="connsiteX11" fmla="*/ 249494 w 443694"/>
                  <a:gd name="connsiteY11" fmla="*/ 668351 h 668438"/>
                  <a:gd name="connsiteX12" fmla="*/ 223791 w 443694"/>
                  <a:gd name="connsiteY12" fmla="*/ 640744 h 668438"/>
                  <a:gd name="connsiteX13" fmla="*/ 224743 w 443694"/>
                  <a:gd name="connsiteY13" fmla="*/ 479862 h 668438"/>
                  <a:gd name="connsiteX14" fmla="*/ 187616 w 443694"/>
                  <a:gd name="connsiteY14" fmla="*/ 444639 h 668438"/>
                  <a:gd name="connsiteX15" fmla="*/ 26734 w 443694"/>
                  <a:gd name="connsiteY15" fmla="*/ 444639 h 668438"/>
                  <a:gd name="connsiteX16" fmla="*/ 79 w 443694"/>
                  <a:gd name="connsiteY16" fmla="*/ 417984 h 668438"/>
                  <a:gd name="connsiteX17" fmla="*/ 79 w 443694"/>
                  <a:gd name="connsiteY17" fmla="*/ 221879 h 668438"/>
                  <a:gd name="connsiteX18" fmla="*/ 79 w 443694"/>
                  <a:gd name="connsiteY18" fmla="*/ 221879 h 668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43694" h="668438">
                    <a:moveTo>
                      <a:pt x="79" y="221879"/>
                    </a:moveTo>
                    <a:cubicBezTo>
                      <a:pt x="79" y="157146"/>
                      <a:pt x="1031" y="93364"/>
                      <a:pt x="79" y="28630"/>
                    </a:cubicBezTo>
                    <a:cubicBezTo>
                      <a:pt x="79" y="7687"/>
                      <a:pt x="6742" y="-881"/>
                      <a:pt x="27686" y="71"/>
                    </a:cubicBezTo>
                    <a:cubicBezTo>
                      <a:pt x="80996" y="1023"/>
                      <a:pt x="135258" y="1023"/>
                      <a:pt x="188568" y="71"/>
                    </a:cubicBezTo>
                    <a:cubicBezTo>
                      <a:pt x="211415" y="-881"/>
                      <a:pt x="218079" y="8639"/>
                      <a:pt x="217127" y="30534"/>
                    </a:cubicBezTo>
                    <a:cubicBezTo>
                      <a:pt x="216175" y="83844"/>
                      <a:pt x="216175" y="138106"/>
                      <a:pt x="216175" y="191416"/>
                    </a:cubicBezTo>
                    <a:cubicBezTo>
                      <a:pt x="216175" y="223783"/>
                      <a:pt x="219031" y="227591"/>
                      <a:pt x="253302" y="227591"/>
                    </a:cubicBezTo>
                    <a:cubicBezTo>
                      <a:pt x="306612" y="227591"/>
                      <a:pt x="360874" y="228543"/>
                      <a:pt x="414184" y="227591"/>
                    </a:cubicBezTo>
                    <a:cubicBezTo>
                      <a:pt x="436079" y="227591"/>
                      <a:pt x="443695" y="234255"/>
                      <a:pt x="443695" y="257102"/>
                    </a:cubicBezTo>
                    <a:cubicBezTo>
                      <a:pt x="442743" y="384665"/>
                      <a:pt x="442743" y="512229"/>
                      <a:pt x="443695" y="640744"/>
                    </a:cubicBezTo>
                    <a:cubicBezTo>
                      <a:pt x="443695" y="662640"/>
                      <a:pt x="436079" y="669303"/>
                      <a:pt x="415136" y="668351"/>
                    </a:cubicBezTo>
                    <a:cubicBezTo>
                      <a:pt x="359922" y="667399"/>
                      <a:pt x="304708" y="667399"/>
                      <a:pt x="249494" y="668351"/>
                    </a:cubicBezTo>
                    <a:cubicBezTo>
                      <a:pt x="228551" y="668351"/>
                      <a:pt x="222839" y="660736"/>
                      <a:pt x="223791" y="640744"/>
                    </a:cubicBezTo>
                    <a:cubicBezTo>
                      <a:pt x="224743" y="587434"/>
                      <a:pt x="224743" y="533172"/>
                      <a:pt x="224743" y="479862"/>
                    </a:cubicBezTo>
                    <a:cubicBezTo>
                      <a:pt x="224743" y="447495"/>
                      <a:pt x="221887" y="444639"/>
                      <a:pt x="187616" y="444639"/>
                    </a:cubicBezTo>
                    <a:cubicBezTo>
                      <a:pt x="134306" y="444639"/>
                      <a:pt x="80044" y="443687"/>
                      <a:pt x="26734" y="444639"/>
                    </a:cubicBezTo>
                    <a:cubicBezTo>
                      <a:pt x="6742" y="444639"/>
                      <a:pt x="-873" y="438927"/>
                      <a:pt x="79" y="417984"/>
                    </a:cubicBezTo>
                    <a:cubicBezTo>
                      <a:pt x="79" y="352299"/>
                      <a:pt x="79" y="287565"/>
                      <a:pt x="79" y="221879"/>
                    </a:cubicBezTo>
                    <a:lnTo>
                      <a:pt x="79" y="221879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3" name="Forme libre 52">
                <a:extLst>
                  <a:ext uri="{FF2B5EF4-FFF2-40B4-BE49-F238E27FC236}">
                    <a16:creationId xmlns:a16="http://schemas.microsoft.com/office/drawing/2014/main" id="{1931708E-187F-5CB0-ED67-105BA3BA2F2E}"/>
                  </a:ext>
                </a:extLst>
              </p:cNvPr>
              <p:cNvSpPr/>
              <p:nvPr/>
            </p:nvSpPr>
            <p:spPr>
              <a:xfrm>
                <a:off x="9036004" y="3685087"/>
                <a:ext cx="445062" cy="667407"/>
              </a:xfrm>
              <a:custGeom>
                <a:avLst/>
                <a:gdLst>
                  <a:gd name="connsiteX0" fmla="*/ 423 w 445062"/>
                  <a:gd name="connsiteY0" fmla="*/ 336996 h 667407"/>
                  <a:gd name="connsiteX1" fmla="*/ 423 w 445062"/>
                  <a:gd name="connsiteY1" fmla="*/ 31415 h 667407"/>
                  <a:gd name="connsiteX2" fmla="*/ 29934 w 445062"/>
                  <a:gd name="connsiteY2" fmla="*/ 0 h 667407"/>
                  <a:gd name="connsiteX3" fmla="*/ 193672 w 445062"/>
                  <a:gd name="connsiteY3" fmla="*/ 0 h 667407"/>
                  <a:gd name="connsiteX4" fmla="*/ 213664 w 445062"/>
                  <a:gd name="connsiteY4" fmla="*/ 22847 h 667407"/>
                  <a:gd name="connsiteX5" fmla="*/ 213664 w 445062"/>
                  <a:gd name="connsiteY5" fmla="*/ 188489 h 667407"/>
                  <a:gd name="connsiteX6" fmla="*/ 251742 w 445062"/>
                  <a:gd name="connsiteY6" fmla="*/ 226568 h 667407"/>
                  <a:gd name="connsiteX7" fmla="*/ 415480 w 445062"/>
                  <a:gd name="connsiteY7" fmla="*/ 226568 h 667407"/>
                  <a:gd name="connsiteX8" fmla="*/ 444991 w 445062"/>
                  <a:gd name="connsiteY8" fmla="*/ 256079 h 667407"/>
                  <a:gd name="connsiteX9" fmla="*/ 444991 w 445062"/>
                  <a:gd name="connsiteY9" fmla="*/ 415057 h 667407"/>
                  <a:gd name="connsiteX10" fmla="*/ 416432 w 445062"/>
                  <a:gd name="connsiteY10" fmla="*/ 443616 h 667407"/>
                  <a:gd name="connsiteX11" fmla="*/ 255550 w 445062"/>
                  <a:gd name="connsiteY11" fmla="*/ 443616 h 667407"/>
                  <a:gd name="connsiteX12" fmla="*/ 213664 w 445062"/>
                  <a:gd name="connsiteY12" fmla="*/ 485503 h 667407"/>
                  <a:gd name="connsiteX13" fmla="*/ 214616 w 445062"/>
                  <a:gd name="connsiteY13" fmla="*/ 641625 h 667407"/>
                  <a:gd name="connsiteX14" fmla="*/ 188912 w 445062"/>
                  <a:gd name="connsiteY14" fmla="*/ 667328 h 667407"/>
                  <a:gd name="connsiteX15" fmla="*/ 28030 w 445062"/>
                  <a:gd name="connsiteY15" fmla="*/ 667328 h 667407"/>
                  <a:gd name="connsiteX16" fmla="*/ 1375 w 445062"/>
                  <a:gd name="connsiteY16" fmla="*/ 638769 h 667407"/>
                  <a:gd name="connsiteX17" fmla="*/ 423 w 445062"/>
                  <a:gd name="connsiteY17" fmla="*/ 336996 h 667407"/>
                  <a:gd name="connsiteX18" fmla="*/ 423 w 445062"/>
                  <a:gd name="connsiteY18" fmla="*/ 336996 h 667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45062" h="667407">
                    <a:moveTo>
                      <a:pt x="423" y="336996"/>
                    </a:moveTo>
                    <a:cubicBezTo>
                      <a:pt x="423" y="235136"/>
                      <a:pt x="423" y="133275"/>
                      <a:pt x="423" y="31415"/>
                    </a:cubicBezTo>
                    <a:cubicBezTo>
                      <a:pt x="423" y="9520"/>
                      <a:pt x="8039" y="0"/>
                      <a:pt x="29934" y="0"/>
                    </a:cubicBezTo>
                    <a:cubicBezTo>
                      <a:pt x="84196" y="0"/>
                      <a:pt x="139410" y="952"/>
                      <a:pt x="193672" y="0"/>
                    </a:cubicBezTo>
                    <a:cubicBezTo>
                      <a:pt x="210807" y="0"/>
                      <a:pt x="213664" y="8568"/>
                      <a:pt x="213664" y="22847"/>
                    </a:cubicBezTo>
                    <a:cubicBezTo>
                      <a:pt x="213664" y="78061"/>
                      <a:pt x="213664" y="133275"/>
                      <a:pt x="213664" y="188489"/>
                    </a:cubicBezTo>
                    <a:cubicBezTo>
                      <a:pt x="213664" y="220856"/>
                      <a:pt x="218423" y="226568"/>
                      <a:pt x="251742" y="226568"/>
                    </a:cubicBezTo>
                    <a:cubicBezTo>
                      <a:pt x="306004" y="226568"/>
                      <a:pt x="361218" y="227520"/>
                      <a:pt x="415480" y="226568"/>
                    </a:cubicBezTo>
                    <a:cubicBezTo>
                      <a:pt x="437376" y="226568"/>
                      <a:pt x="445943" y="233232"/>
                      <a:pt x="444991" y="256079"/>
                    </a:cubicBezTo>
                    <a:cubicBezTo>
                      <a:pt x="443088" y="309389"/>
                      <a:pt x="444039" y="361747"/>
                      <a:pt x="444991" y="415057"/>
                    </a:cubicBezTo>
                    <a:cubicBezTo>
                      <a:pt x="445943" y="436953"/>
                      <a:pt x="437376" y="443616"/>
                      <a:pt x="416432" y="443616"/>
                    </a:cubicBezTo>
                    <a:cubicBezTo>
                      <a:pt x="363122" y="442664"/>
                      <a:pt x="308860" y="443616"/>
                      <a:pt x="255550" y="443616"/>
                    </a:cubicBezTo>
                    <a:cubicBezTo>
                      <a:pt x="217471" y="443616"/>
                      <a:pt x="212712" y="448376"/>
                      <a:pt x="213664" y="485503"/>
                    </a:cubicBezTo>
                    <a:cubicBezTo>
                      <a:pt x="213664" y="537861"/>
                      <a:pt x="213664" y="589267"/>
                      <a:pt x="214616" y="641625"/>
                    </a:cubicBezTo>
                    <a:cubicBezTo>
                      <a:pt x="214616" y="660665"/>
                      <a:pt x="207000" y="668280"/>
                      <a:pt x="188912" y="667328"/>
                    </a:cubicBezTo>
                    <a:cubicBezTo>
                      <a:pt x="135602" y="666377"/>
                      <a:pt x="81340" y="667328"/>
                      <a:pt x="28030" y="667328"/>
                    </a:cubicBezTo>
                    <a:cubicBezTo>
                      <a:pt x="8039" y="667328"/>
                      <a:pt x="1375" y="659713"/>
                      <a:pt x="1375" y="638769"/>
                    </a:cubicBezTo>
                    <a:cubicBezTo>
                      <a:pt x="423" y="538813"/>
                      <a:pt x="-529" y="437905"/>
                      <a:pt x="423" y="336996"/>
                    </a:cubicBezTo>
                    <a:cubicBezTo>
                      <a:pt x="-529" y="336996"/>
                      <a:pt x="423" y="336996"/>
                      <a:pt x="423" y="3369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4" name="Forme libre 53">
                <a:extLst>
                  <a:ext uri="{FF2B5EF4-FFF2-40B4-BE49-F238E27FC236}">
                    <a16:creationId xmlns:a16="http://schemas.microsoft.com/office/drawing/2014/main" id="{29EB6AED-7B37-E04B-6129-B09B2B7F5328}"/>
                  </a:ext>
                </a:extLst>
              </p:cNvPr>
              <p:cNvSpPr/>
              <p:nvPr/>
            </p:nvSpPr>
            <p:spPr>
              <a:xfrm>
                <a:off x="8580348" y="6625711"/>
                <a:ext cx="444655" cy="443616"/>
              </a:xfrm>
              <a:custGeom>
                <a:avLst/>
                <a:gdLst>
                  <a:gd name="connsiteX0" fmla="*/ 444656 w 444655"/>
                  <a:gd name="connsiteY0" fmla="*/ 0 h 443616"/>
                  <a:gd name="connsiteX1" fmla="*/ 444656 w 444655"/>
                  <a:gd name="connsiteY1" fmla="*/ 411249 h 443616"/>
                  <a:gd name="connsiteX2" fmla="*/ 413241 w 444655"/>
                  <a:gd name="connsiteY2" fmla="*/ 443616 h 443616"/>
                  <a:gd name="connsiteX3" fmla="*/ 261878 w 444655"/>
                  <a:gd name="connsiteY3" fmla="*/ 443616 h 443616"/>
                  <a:gd name="connsiteX4" fmla="*/ 224752 w 444655"/>
                  <a:gd name="connsiteY4" fmla="*/ 405537 h 443616"/>
                  <a:gd name="connsiteX5" fmla="*/ 224752 w 444655"/>
                  <a:gd name="connsiteY5" fmla="*/ 251319 h 443616"/>
                  <a:gd name="connsiteX6" fmla="*/ 185721 w 444655"/>
                  <a:gd name="connsiteY6" fmla="*/ 214192 h 443616"/>
                  <a:gd name="connsiteX7" fmla="*/ 26743 w 444655"/>
                  <a:gd name="connsiteY7" fmla="*/ 215144 h 443616"/>
                  <a:gd name="connsiteX8" fmla="*/ 88 w 444655"/>
                  <a:gd name="connsiteY8" fmla="*/ 188489 h 443616"/>
                  <a:gd name="connsiteX9" fmla="*/ 88 w 444655"/>
                  <a:gd name="connsiteY9" fmla="*/ 39982 h 443616"/>
                  <a:gd name="connsiteX10" fmla="*/ 39118 w 444655"/>
                  <a:gd name="connsiteY10" fmla="*/ 952 h 443616"/>
                  <a:gd name="connsiteX11" fmla="*/ 402770 w 444655"/>
                  <a:gd name="connsiteY11" fmla="*/ 952 h 443616"/>
                  <a:gd name="connsiteX12" fmla="*/ 444656 w 444655"/>
                  <a:gd name="connsiteY12" fmla="*/ 0 h 443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4655" h="443616">
                    <a:moveTo>
                      <a:pt x="444656" y="0"/>
                    </a:moveTo>
                    <a:cubicBezTo>
                      <a:pt x="444656" y="138035"/>
                      <a:pt x="444656" y="274166"/>
                      <a:pt x="444656" y="411249"/>
                    </a:cubicBezTo>
                    <a:cubicBezTo>
                      <a:pt x="444656" y="434096"/>
                      <a:pt x="437040" y="443616"/>
                      <a:pt x="413241" y="443616"/>
                    </a:cubicBezTo>
                    <a:cubicBezTo>
                      <a:pt x="362787" y="442664"/>
                      <a:pt x="312333" y="443616"/>
                      <a:pt x="261878" y="443616"/>
                    </a:cubicBezTo>
                    <a:cubicBezTo>
                      <a:pt x="231416" y="443616"/>
                      <a:pt x="224752" y="435048"/>
                      <a:pt x="224752" y="405537"/>
                    </a:cubicBezTo>
                    <a:cubicBezTo>
                      <a:pt x="224752" y="354131"/>
                      <a:pt x="224752" y="302725"/>
                      <a:pt x="224752" y="251319"/>
                    </a:cubicBezTo>
                    <a:cubicBezTo>
                      <a:pt x="224752" y="218952"/>
                      <a:pt x="219040" y="214192"/>
                      <a:pt x="185721" y="214192"/>
                    </a:cubicBezTo>
                    <a:cubicBezTo>
                      <a:pt x="132411" y="214192"/>
                      <a:pt x="80053" y="213240"/>
                      <a:pt x="26743" y="215144"/>
                    </a:cubicBezTo>
                    <a:cubicBezTo>
                      <a:pt x="5799" y="216096"/>
                      <a:pt x="-864" y="208481"/>
                      <a:pt x="88" y="188489"/>
                    </a:cubicBezTo>
                    <a:cubicBezTo>
                      <a:pt x="1040" y="138987"/>
                      <a:pt x="88" y="89485"/>
                      <a:pt x="88" y="39982"/>
                    </a:cubicBezTo>
                    <a:cubicBezTo>
                      <a:pt x="88" y="7616"/>
                      <a:pt x="6751" y="952"/>
                      <a:pt x="39118" y="952"/>
                    </a:cubicBezTo>
                    <a:cubicBezTo>
                      <a:pt x="160018" y="952"/>
                      <a:pt x="281870" y="952"/>
                      <a:pt x="402770" y="952"/>
                    </a:cubicBezTo>
                    <a:cubicBezTo>
                      <a:pt x="417049" y="0"/>
                      <a:pt x="431329" y="0"/>
                      <a:pt x="4446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5" name="Forme libre 54">
                <a:extLst>
                  <a:ext uri="{FF2B5EF4-FFF2-40B4-BE49-F238E27FC236}">
                    <a16:creationId xmlns:a16="http://schemas.microsoft.com/office/drawing/2014/main" id="{FF3267A5-8BFB-BD34-1E60-8522FA38D884}"/>
                  </a:ext>
                </a:extLst>
              </p:cNvPr>
              <p:cNvSpPr/>
              <p:nvPr/>
            </p:nvSpPr>
            <p:spPr>
              <a:xfrm>
                <a:off x="9712324" y="3009191"/>
                <a:ext cx="444568" cy="444639"/>
              </a:xfrm>
              <a:custGeom>
                <a:avLst/>
                <a:gdLst>
                  <a:gd name="connsiteX0" fmla="*/ 224664 w 444568"/>
                  <a:gd name="connsiteY0" fmla="*/ 0 h 444639"/>
                  <a:gd name="connsiteX1" fmla="*/ 416961 w 444568"/>
                  <a:gd name="connsiteY1" fmla="*/ 0 h 444639"/>
                  <a:gd name="connsiteX2" fmla="*/ 444568 w 444568"/>
                  <a:gd name="connsiteY2" fmla="*/ 30463 h 444639"/>
                  <a:gd name="connsiteX3" fmla="*/ 444568 w 444568"/>
                  <a:gd name="connsiteY3" fmla="*/ 239896 h 444639"/>
                  <a:gd name="connsiteX4" fmla="*/ 444568 w 444568"/>
                  <a:gd name="connsiteY4" fmla="*/ 413153 h 444639"/>
                  <a:gd name="connsiteX5" fmla="*/ 411249 w 444568"/>
                  <a:gd name="connsiteY5" fmla="*/ 443616 h 444639"/>
                  <a:gd name="connsiteX6" fmla="*/ 257983 w 444568"/>
                  <a:gd name="connsiteY6" fmla="*/ 444568 h 444639"/>
                  <a:gd name="connsiteX7" fmla="*/ 227520 w 444568"/>
                  <a:gd name="connsiteY7" fmla="*/ 415057 h 444639"/>
                  <a:gd name="connsiteX8" fmla="*/ 227520 w 444568"/>
                  <a:gd name="connsiteY8" fmla="*/ 251319 h 444639"/>
                  <a:gd name="connsiteX9" fmla="*/ 187537 w 444568"/>
                  <a:gd name="connsiteY9" fmla="*/ 212288 h 444639"/>
                  <a:gd name="connsiteX10" fmla="*/ 31415 w 444568"/>
                  <a:gd name="connsiteY10" fmla="*/ 213240 h 444639"/>
                  <a:gd name="connsiteX11" fmla="*/ 0 w 444568"/>
                  <a:gd name="connsiteY11" fmla="*/ 183729 h 444639"/>
                  <a:gd name="connsiteX12" fmla="*/ 0 w 444568"/>
                  <a:gd name="connsiteY12" fmla="*/ 30463 h 444639"/>
                  <a:gd name="connsiteX13" fmla="*/ 28559 w 444568"/>
                  <a:gd name="connsiteY13" fmla="*/ 1904 h 444639"/>
                  <a:gd name="connsiteX14" fmla="*/ 224664 w 444568"/>
                  <a:gd name="connsiteY14" fmla="*/ 0 h 444639"/>
                  <a:gd name="connsiteX15" fmla="*/ 224664 w 444568"/>
                  <a:gd name="connsiteY15" fmla="*/ 0 h 444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44568" h="444639">
                    <a:moveTo>
                      <a:pt x="224664" y="0"/>
                    </a:moveTo>
                    <a:cubicBezTo>
                      <a:pt x="288446" y="0"/>
                      <a:pt x="353179" y="952"/>
                      <a:pt x="416961" y="0"/>
                    </a:cubicBezTo>
                    <a:cubicBezTo>
                      <a:pt x="440760" y="0"/>
                      <a:pt x="444568" y="11424"/>
                      <a:pt x="444568" y="30463"/>
                    </a:cubicBezTo>
                    <a:cubicBezTo>
                      <a:pt x="444568" y="99956"/>
                      <a:pt x="444568" y="170402"/>
                      <a:pt x="444568" y="239896"/>
                    </a:cubicBezTo>
                    <a:cubicBezTo>
                      <a:pt x="444568" y="297965"/>
                      <a:pt x="444568" y="355083"/>
                      <a:pt x="444568" y="413153"/>
                    </a:cubicBezTo>
                    <a:cubicBezTo>
                      <a:pt x="444568" y="441712"/>
                      <a:pt x="440760" y="444568"/>
                      <a:pt x="411249" y="443616"/>
                    </a:cubicBezTo>
                    <a:cubicBezTo>
                      <a:pt x="359843" y="442664"/>
                      <a:pt x="308437" y="441712"/>
                      <a:pt x="257983" y="444568"/>
                    </a:cubicBezTo>
                    <a:cubicBezTo>
                      <a:pt x="234184" y="445520"/>
                      <a:pt x="227520" y="436953"/>
                      <a:pt x="227520" y="415057"/>
                    </a:cubicBezTo>
                    <a:cubicBezTo>
                      <a:pt x="227520" y="360795"/>
                      <a:pt x="228472" y="306533"/>
                      <a:pt x="227520" y="251319"/>
                    </a:cubicBezTo>
                    <a:cubicBezTo>
                      <a:pt x="227520" y="217048"/>
                      <a:pt x="221808" y="211337"/>
                      <a:pt x="187537" y="212288"/>
                    </a:cubicBezTo>
                    <a:cubicBezTo>
                      <a:pt x="135179" y="212288"/>
                      <a:pt x="83773" y="212288"/>
                      <a:pt x="31415" y="213240"/>
                    </a:cubicBezTo>
                    <a:cubicBezTo>
                      <a:pt x="9520" y="213240"/>
                      <a:pt x="0" y="205625"/>
                      <a:pt x="0" y="183729"/>
                    </a:cubicBezTo>
                    <a:cubicBezTo>
                      <a:pt x="952" y="132323"/>
                      <a:pt x="952" y="80917"/>
                      <a:pt x="0" y="30463"/>
                    </a:cubicBezTo>
                    <a:cubicBezTo>
                      <a:pt x="0" y="9520"/>
                      <a:pt x="7616" y="952"/>
                      <a:pt x="28559" y="1904"/>
                    </a:cubicBezTo>
                    <a:cubicBezTo>
                      <a:pt x="94245" y="952"/>
                      <a:pt x="159930" y="0"/>
                      <a:pt x="224664" y="0"/>
                    </a:cubicBezTo>
                    <a:lnTo>
                      <a:pt x="2246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6" name="Forme libre 55">
                <a:extLst>
                  <a:ext uri="{FF2B5EF4-FFF2-40B4-BE49-F238E27FC236}">
                    <a16:creationId xmlns:a16="http://schemas.microsoft.com/office/drawing/2014/main" id="{DF77E6F6-A9C2-DF33-3FE0-5BB8D1846F15}"/>
                  </a:ext>
                </a:extLst>
              </p:cNvPr>
              <p:cNvSpPr/>
              <p:nvPr/>
            </p:nvSpPr>
            <p:spPr>
              <a:xfrm>
                <a:off x="9258764" y="2776911"/>
                <a:ext cx="220750" cy="443863"/>
              </a:xfrm>
              <a:custGeom>
                <a:avLst/>
                <a:gdLst>
                  <a:gd name="connsiteX0" fmla="*/ 220327 w 220750"/>
                  <a:gd name="connsiteY0" fmla="*/ 443616 h 443863"/>
                  <a:gd name="connsiteX1" fmla="*/ 25174 w 220750"/>
                  <a:gd name="connsiteY1" fmla="*/ 443616 h 443863"/>
                  <a:gd name="connsiteX2" fmla="*/ 423 w 220750"/>
                  <a:gd name="connsiteY2" fmla="*/ 412201 h 443863"/>
                  <a:gd name="connsiteX3" fmla="*/ 423 w 220750"/>
                  <a:gd name="connsiteY3" fmla="*/ 121852 h 443863"/>
                  <a:gd name="connsiteX4" fmla="*/ 423 w 220750"/>
                  <a:gd name="connsiteY4" fmla="*/ 36175 h 443863"/>
                  <a:gd name="connsiteX5" fmla="*/ 36598 w 220750"/>
                  <a:gd name="connsiteY5" fmla="*/ 0 h 443863"/>
                  <a:gd name="connsiteX6" fmla="*/ 183201 w 220750"/>
                  <a:gd name="connsiteY6" fmla="*/ 0 h 443863"/>
                  <a:gd name="connsiteX7" fmla="*/ 219375 w 220750"/>
                  <a:gd name="connsiteY7" fmla="*/ 35223 h 443863"/>
                  <a:gd name="connsiteX8" fmla="*/ 220327 w 220750"/>
                  <a:gd name="connsiteY8" fmla="*/ 439808 h 443863"/>
                  <a:gd name="connsiteX9" fmla="*/ 220327 w 220750"/>
                  <a:gd name="connsiteY9" fmla="*/ 443616 h 443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750" h="443863">
                    <a:moveTo>
                      <a:pt x="220327" y="443616"/>
                    </a:moveTo>
                    <a:cubicBezTo>
                      <a:pt x="154642" y="443616"/>
                      <a:pt x="89908" y="443616"/>
                      <a:pt x="25174" y="443616"/>
                    </a:cubicBezTo>
                    <a:cubicBezTo>
                      <a:pt x="3279" y="443616"/>
                      <a:pt x="423" y="429337"/>
                      <a:pt x="423" y="412201"/>
                    </a:cubicBezTo>
                    <a:cubicBezTo>
                      <a:pt x="423" y="315101"/>
                      <a:pt x="423" y="218952"/>
                      <a:pt x="423" y="121852"/>
                    </a:cubicBezTo>
                    <a:cubicBezTo>
                      <a:pt x="423" y="93293"/>
                      <a:pt x="-529" y="64734"/>
                      <a:pt x="423" y="36175"/>
                    </a:cubicBezTo>
                    <a:cubicBezTo>
                      <a:pt x="423" y="8568"/>
                      <a:pt x="9943" y="0"/>
                      <a:pt x="36598" y="0"/>
                    </a:cubicBezTo>
                    <a:cubicBezTo>
                      <a:pt x="85148" y="0"/>
                      <a:pt x="134650" y="0"/>
                      <a:pt x="183201" y="0"/>
                    </a:cubicBezTo>
                    <a:cubicBezTo>
                      <a:pt x="212712" y="0"/>
                      <a:pt x="219375" y="6664"/>
                      <a:pt x="219375" y="35223"/>
                    </a:cubicBezTo>
                    <a:cubicBezTo>
                      <a:pt x="219375" y="170402"/>
                      <a:pt x="220327" y="305581"/>
                      <a:pt x="220327" y="439808"/>
                    </a:cubicBezTo>
                    <a:cubicBezTo>
                      <a:pt x="221279" y="442664"/>
                      <a:pt x="220327" y="444568"/>
                      <a:pt x="220327" y="4436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7" name="Forme libre 56">
                <a:extLst>
                  <a:ext uri="{FF2B5EF4-FFF2-40B4-BE49-F238E27FC236}">
                    <a16:creationId xmlns:a16="http://schemas.microsoft.com/office/drawing/2014/main" id="{D8BE172A-98F3-EC65-90F3-C75576F591CD}"/>
                  </a:ext>
                </a:extLst>
              </p:cNvPr>
              <p:cNvSpPr/>
              <p:nvPr/>
            </p:nvSpPr>
            <p:spPr>
              <a:xfrm>
                <a:off x="10387268" y="4136319"/>
                <a:ext cx="220856" cy="217127"/>
              </a:xfrm>
              <a:custGeom>
                <a:avLst/>
                <a:gdLst>
                  <a:gd name="connsiteX0" fmla="*/ 109476 w 220856"/>
                  <a:gd name="connsiteY0" fmla="*/ 217048 h 217127"/>
                  <a:gd name="connsiteX1" fmla="*/ 21895 w 220856"/>
                  <a:gd name="connsiteY1" fmla="*/ 217048 h 217127"/>
                  <a:gd name="connsiteX2" fmla="*/ 0 w 220856"/>
                  <a:gd name="connsiteY2" fmla="*/ 195153 h 217127"/>
                  <a:gd name="connsiteX3" fmla="*/ 0 w 220856"/>
                  <a:gd name="connsiteY3" fmla="*/ 21895 h 217127"/>
                  <a:gd name="connsiteX4" fmla="*/ 21895 w 220856"/>
                  <a:gd name="connsiteY4" fmla="*/ 0 h 217127"/>
                  <a:gd name="connsiteX5" fmla="*/ 197057 w 220856"/>
                  <a:gd name="connsiteY5" fmla="*/ 0 h 217127"/>
                  <a:gd name="connsiteX6" fmla="*/ 220856 w 220856"/>
                  <a:gd name="connsiteY6" fmla="*/ 25703 h 217127"/>
                  <a:gd name="connsiteX7" fmla="*/ 220856 w 220856"/>
                  <a:gd name="connsiteY7" fmla="*/ 191345 h 217127"/>
                  <a:gd name="connsiteX8" fmla="*/ 195153 w 220856"/>
                  <a:gd name="connsiteY8" fmla="*/ 217048 h 217127"/>
                  <a:gd name="connsiteX9" fmla="*/ 109476 w 220856"/>
                  <a:gd name="connsiteY9" fmla="*/ 217048 h 217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856" h="217127">
                    <a:moveTo>
                      <a:pt x="109476" y="217048"/>
                    </a:moveTo>
                    <a:cubicBezTo>
                      <a:pt x="79965" y="217048"/>
                      <a:pt x="51406" y="217048"/>
                      <a:pt x="21895" y="217048"/>
                    </a:cubicBezTo>
                    <a:cubicBezTo>
                      <a:pt x="6664" y="217048"/>
                      <a:pt x="0" y="210385"/>
                      <a:pt x="0" y="195153"/>
                    </a:cubicBezTo>
                    <a:cubicBezTo>
                      <a:pt x="0" y="137083"/>
                      <a:pt x="0" y="79965"/>
                      <a:pt x="0" y="21895"/>
                    </a:cubicBezTo>
                    <a:cubicBezTo>
                      <a:pt x="0" y="6664"/>
                      <a:pt x="5712" y="0"/>
                      <a:pt x="21895" y="0"/>
                    </a:cubicBezTo>
                    <a:cubicBezTo>
                      <a:pt x="79965" y="0"/>
                      <a:pt x="138987" y="0"/>
                      <a:pt x="197057" y="0"/>
                    </a:cubicBezTo>
                    <a:cubicBezTo>
                      <a:pt x="215144" y="0"/>
                      <a:pt x="220856" y="8568"/>
                      <a:pt x="220856" y="25703"/>
                    </a:cubicBezTo>
                    <a:cubicBezTo>
                      <a:pt x="219904" y="80917"/>
                      <a:pt x="219904" y="136131"/>
                      <a:pt x="220856" y="191345"/>
                    </a:cubicBezTo>
                    <a:cubicBezTo>
                      <a:pt x="220856" y="210385"/>
                      <a:pt x="214192" y="218000"/>
                      <a:pt x="195153" y="217048"/>
                    </a:cubicBezTo>
                    <a:cubicBezTo>
                      <a:pt x="166594" y="216096"/>
                      <a:pt x="138035" y="217048"/>
                      <a:pt x="109476" y="2170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8" name="Forme libre 57">
                <a:extLst>
                  <a:ext uri="{FF2B5EF4-FFF2-40B4-BE49-F238E27FC236}">
                    <a16:creationId xmlns:a16="http://schemas.microsoft.com/office/drawing/2014/main" id="{F0F5908B-9828-6FDC-80FF-A90E2D5B06B2}"/>
                  </a:ext>
                </a:extLst>
              </p:cNvPr>
              <p:cNvSpPr/>
              <p:nvPr/>
            </p:nvSpPr>
            <p:spPr>
              <a:xfrm>
                <a:off x="7677019" y="4136319"/>
                <a:ext cx="219904" cy="217048"/>
              </a:xfrm>
              <a:custGeom>
                <a:avLst/>
                <a:gdLst>
                  <a:gd name="connsiteX0" fmla="*/ 109476 w 219904"/>
                  <a:gd name="connsiteY0" fmla="*/ 217048 h 217048"/>
                  <a:gd name="connsiteX1" fmla="*/ 23799 w 219904"/>
                  <a:gd name="connsiteY1" fmla="*/ 217048 h 217048"/>
                  <a:gd name="connsiteX2" fmla="*/ 0 w 219904"/>
                  <a:gd name="connsiteY2" fmla="*/ 194201 h 217048"/>
                  <a:gd name="connsiteX3" fmla="*/ 0 w 219904"/>
                  <a:gd name="connsiteY3" fmla="*/ 20943 h 217048"/>
                  <a:gd name="connsiteX4" fmla="*/ 19991 w 219904"/>
                  <a:gd name="connsiteY4" fmla="*/ 0 h 217048"/>
                  <a:gd name="connsiteX5" fmla="*/ 199913 w 219904"/>
                  <a:gd name="connsiteY5" fmla="*/ 0 h 217048"/>
                  <a:gd name="connsiteX6" fmla="*/ 219904 w 219904"/>
                  <a:gd name="connsiteY6" fmla="*/ 20943 h 217048"/>
                  <a:gd name="connsiteX7" fmla="*/ 219904 w 219904"/>
                  <a:gd name="connsiteY7" fmla="*/ 194201 h 217048"/>
                  <a:gd name="connsiteX8" fmla="*/ 196105 w 219904"/>
                  <a:gd name="connsiteY8" fmla="*/ 217048 h 217048"/>
                  <a:gd name="connsiteX9" fmla="*/ 109476 w 219904"/>
                  <a:gd name="connsiteY9" fmla="*/ 217048 h 217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9904" h="217048">
                    <a:moveTo>
                      <a:pt x="109476" y="217048"/>
                    </a:moveTo>
                    <a:cubicBezTo>
                      <a:pt x="80917" y="217048"/>
                      <a:pt x="52358" y="217048"/>
                      <a:pt x="23799" y="217048"/>
                    </a:cubicBezTo>
                    <a:cubicBezTo>
                      <a:pt x="7616" y="217048"/>
                      <a:pt x="0" y="211337"/>
                      <a:pt x="0" y="194201"/>
                    </a:cubicBezTo>
                    <a:cubicBezTo>
                      <a:pt x="0" y="136131"/>
                      <a:pt x="0" y="79013"/>
                      <a:pt x="0" y="20943"/>
                    </a:cubicBezTo>
                    <a:cubicBezTo>
                      <a:pt x="0" y="6664"/>
                      <a:pt x="6664" y="0"/>
                      <a:pt x="19991" y="0"/>
                    </a:cubicBezTo>
                    <a:cubicBezTo>
                      <a:pt x="79965" y="0"/>
                      <a:pt x="139939" y="0"/>
                      <a:pt x="199913" y="0"/>
                    </a:cubicBezTo>
                    <a:cubicBezTo>
                      <a:pt x="215144" y="0"/>
                      <a:pt x="219904" y="7616"/>
                      <a:pt x="219904" y="20943"/>
                    </a:cubicBezTo>
                    <a:cubicBezTo>
                      <a:pt x="219904" y="79013"/>
                      <a:pt x="219904" y="136131"/>
                      <a:pt x="219904" y="194201"/>
                    </a:cubicBezTo>
                    <a:cubicBezTo>
                      <a:pt x="219904" y="211337"/>
                      <a:pt x="212289" y="217048"/>
                      <a:pt x="196105" y="217048"/>
                    </a:cubicBezTo>
                    <a:cubicBezTo>
                      <a:pt x="167546" y="216096"/>
                      <a:pt x="138987" y="217048"/>
                      <a:pt x="109476" y="2170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9" name="Forme libre 58">
                <a:extLst>
                  <a:ext uri="{FF2B5EF4-FFF2-40B4-BE49-F238E27FC236}">
                    <a16:creationId xmlns:a16="http://schemas.microsoft.com/office/drawing/2014/main" id="{46850E5C-D5DE-CBB1-044B-9E56C1199870}"/>
                  </a:ext>
                </a:extLst>
              </p:cNvPr>
              <p:cNvSpPr/>
              <p:nvPr/>
            </p:nvSpPr>
            <p:spPr>
              <a:xfrm>
                <a:off x="8351963" y="6396287"/>
                <a:ext cx="219992" cy="218952"/>
              </a:xfrm>
              <a:custGeom>
                <a:avLst/>
                <a:gdLst>
                  <a:gd name="connsiteX0" fmla="*/ 219904 w 219992"/>
                  <a:gd name="connsiteY0" fmla="*/ 111380 h 218952"/>
                  <a:gd name="connsiteX1" fmla="*/ 219904 w 219992"/>
                  <a:gd name="connsiteY1" fmla="*/ 192297 h 218952"/>
                  <a:gd name="connsiteX2" fmla="*/ 195153 w 219992"/>
                  <a:gd name="connsiteY2" fmla="*/ 218952 h 218952"/>
                  <a:gd name="connsiteX3" fmla="*/ 24751 w 219992"/>
                  <a:gd name="connsiteY3" fmla="*/ 218952 h 218952"/>
                  <a:gd name="connsiteX4" fmla="*/ 0 w 219992"/>
                  <a:gd name="connsiteY4" fmla="*/ 194201 h 218952"/>
                  <a:gd name="connsiteX5" fmla="*/ 0 w 219992"/>
                  <a:gd name="connsiteY5" fmla="*/ 23799 h 218952"/>
                  <a:gd name="connsiteX6" fmla="*/ 21895 w 219992"/>
                  <a:gd name="connsiteY6" fmla="*/ 0 h 218952"/>
                  <a:gd name="connsiteX7" fmla="*/ 195153 w 219992"/>
                  <a:gd name="connsiteY7" fmla="*/ 0 h 218952"/>
                  <a:gd name="connsiteX8" fmla="*/ 219904 w 219992"/>
                  <a:gd name="connsiteY8" fmla="*/ 26655 h 218952"/>
                  <a:gd name="connsiteX9" fmla="*/ 219904 w 219992"/>
                  <a:gd name="connsiteY9" fmla="*/ 111380 h 218952"/>
                  <a:gd name="connsiteX10" fmla="*/ 219904 w 219992"/>
                  <a:gd name="connsiteY10" fmla="*/ 111380 h 218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9992" h="218952">
                    <a:moveTo>
                      <a:pt x="219904" y="111380"/>
                    </a:moveTo>
                    <a:cubicBezTo>
                      <a:pt x="219904" y="138035"/>
                      <a:pt x="218952" y="164690"/>
                      <a:pt x="219904" y="192297"/>
                    </a:cubicBezTo>
                    <a:cubicBezTo>
                      <a:pt x="220856" y="210385"/>
                      <a:pt x="214192" y="218952"/>
                      <a:pt x="195153" y="218952"/>
                    </a:cubicBezTo>
                    <a:cubicBezTo>
                      <a:pt x="138035" y="218000"/>
                      <a:pt x="80917" y="218952"/>
                      <a:pt x="24751" y="218952"/>
                    </a:cubicBezTo>
                    <a:cubicBezTo>
                      <a:pt x="6664" y="218952"/>
                      <a:pt x="0" y="211336"/>
                      <a:pt x="0" y="194201"/>
                    </a:cubicBezTo>
                    <a:cubicBezTo>
                      <a:pt x="952" y="137083"/>
                      <a:pt x="952" y="79965"/>
                      <a:pt x="0" y="23799"/>
                    </a:cubicBezTo>
                    <a:cubicBezTo>
                      <a:pt x="0" y="7616"/>
                      <a:pt x="4760" y="0"/>
                      <a:pt x="21895" y="0"/>
                    </a:cubicBezTo>
                    <a:cubicBezTo>
                      <a:pt x="79965" y="952"/>
                      <a:pt x="137083" y="952"/>
                      <a:pt x="195153" y="0"/>
                    </a:cubicBezTo>
                    <a:cubicBezTo>
                      <a:pt x="214192" y="0"/>
                      <a:pt x="220856" y="7616"/>
                      <a:pt x="219904" y="26655"/>
                    </a:cubicBezTo>
                    <a:cubicBezTo>
                      <a:pt x="218952" y="54262"/>
                      <a:pt x="219904" y="82821"/>
                      <a:pt x="219904" y="111380"/>
                    </a:cubicBezTo>
                    <a:lnTo>
                      <a:pt x="219904" y="111380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0" name="Forme libre 59">
                <a:extLst>
                  <a:ext uri="{FF2B5EF4-FFF2-40B4-BE49-F238E27FC236}">
                    <a16:creationId xmlns:a16="http://schemas.microsoft.com/office/drawing/2014/main" id="{46D83DB5-8410-85EF-E329-5339382DCE13}"/>
                  </a:ext>
                </a:extLst>
              </p:cNvPr>
              <p:cNvSpPr/>
              <p:nvPr/>
            </p:nvSpPr>
            <p:spPr>
              <a:xfrm>
                <a:off x="8352850" y="2775959"/>
                <a:ext cx="219969" cy="220935"/>
              </a:xfrm>
              <a:custGeom>
                <a:avLst/>
                <a:gdLst>
                  <a:gd name="connsiteX0" fmla="*/ 108589 w 219969"/>
                  <a:gd name="connsiteY0" fmla="*/ 220856 h 220935"/>
                  <a:gd name="connsiteX1" fmla="*/ 25768 w 219969"/>
                  <a:gd name="connsiteY1" fmla="*/ 220856 h 220935"/>
                  <a:gd name="connsiteX2" fmla="*/ 65 w 219969"/>
                  <a:gd name="connsiteY2" fmla="*/ 197057 h 220935"/>
                  <a:gd name="connsiteX3" fmla="*/ 65 w 219969"/>
                  <a:gd name="connsiteY3" fmla="*/ 23799 h 220935"/>
                  <a:gd name="connsiteX4" fmla="*/ 26720 w 219969"/>
                  <a:gd name="connsiteY4" fmla="*/ 0 h 220935"/>
                  <a:gd name="connsiteX5" fmla="*/ 190458 w 219969"/>
                  <a:gd name="connsiteY5" fmla="*/ 0 h 220935"/>
                  <a:gd name="connsiteX6" fmla="*/ 219969 w 219969"/>
                  <a:gd name="connsiteY6" fmla="*/ 28559 h 220935"/>
                  <a:gd name="connsiteX7" fmla="*/ 219969 w 219969"/>
                  <a:gd name="connsiteY7" fmla="*/ 197057 h 220935"/>
                  <a:gd name="connsiteX8" fmla="*/ 197122 w 219969"/>
                  <a:gd name="connsiteY8" fmla="*/ 219904 h 220935"/>
                  <a:gd name="connsiteX9" fmla="*/ 108589 w 219969"/>
                  <a:gd name="connsiteY9" fmla="*/ 220856 h 220935"/>
                  <a:gd name="connsiteX10" fmla="*/ 108589 w 219969"/>
                  <a:gd name="connsiteY10" fmla="*/ 220856 h 22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9969" h="220935">
                    <a:moveTo>
                      <a:pt x="108589" y="220856"/>
                    </a:moveTo>
                    <a:cubicBezTo>
                      <a:pt x="80982" y="220856"/>
                      <a:pt x="53375" y="219904"/>
                      <a:pt x="25768" y="220856"/>
                    </a:cubicBezTo>
                    <a:cubicBezTo>
                      <a:pt x="8633" y="221808"/>
                      <a:pt x="-887" y="214192"/>
                      <a:pt x="65" y="197057"/>
                    </a:cubicBezTo>
                    <a:cubicBezTo>
                      <a:pt x="65" y="138987"/>
                      <a:pt x="65" y="81869"/>
                      <a:pt x="65" y="23799"/>
                    </a:cubicBezTo>
                    <a:cubicBezTo>
                      <a:pt x="65" y="6664"/>
                      <a:pt x="9585" y="0"/>
                      <a:pt x="26720" y="0"/>
                    </a:cubicBezTo>
                    <a:cubicBezTo>
                      <a:pt x="80982" y="952"/>
                      <a:pt x="135245" y="952"/>
                      <a:pt x="190458" y="0"/>
                    </a:cubicBezTo>
                    <a:cubicBezTo>
                      <a:pt x="211402" y="0"/>
                      <a:pt x="219969" y="7616"/>
                      <a:pt x="219969" y="28559"/>
                    </a:cubicBezTo>
                    <a:cubicBezTo>
                      <a:pt x="219017" y="84725"/>
                      <a:pt x="219017" y="140891"/>
                      <a:pt x="219969" y="197057"/>
                    </a:cubicBezTo>
                    <a:cubicBezTo>
                      <a:pt x="219969" y="214192"/>
                      <a:pt x="214258" y="220856"/>
                      <a:pt x="197122" y="219904"/>
                    </a:cubicBezTo>
                    <a:cubicBezTo>
                      <a:pt x="166659" y="219904"/>
                      <a:pt x="137148" y="220856"/>
                      <a:pt x="108589" y="220856"/>
                    </a:cubicBezTo>
                    <a:lnTo>
                      <a:pt x="108589" y="220856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1" name="Forme libre 60">
                <a:extLst>
                  <a:ext uri="{FF2B5EF4-FFF2-40B4-BE49-F238E27FC236}">
                    <a16:creationId xmlns:a16="http://schemas.microsoft.com/office/drawing/2014/main" id="{9293B901-0B64-A0CA-5499-C107150E21F6}"/>
                  </a:ext>
                </a:extLst>
              </p:cNvPr>
              <p:cNvSpPr/>
              <p:nvPr/>
            </p:nvSpPr>
            <p:spPr>
              <a:xfrm>
                <a:off x="10162604" y="4360031"/>
                <a:ext cx="218000" cy="219904"/>
              </a:xfrm>
              <a:custGeom>
                <a:avLst/>
                <a:gdLst>
                  <a:gd name="connsiteX0" fmla="*/ 952 w 218000"/>
                  <a:gd name="connsiteY0" fmla="*/ 106620 h 219904"/>
                  <a:gd name="connsiteX1" fmla="*/ 952 w 218000"/>
                  <a:gd name="connsiteY1" fmla="*/ 23799 h 219904"/>
                  <a:gd name="connsiteX2" fmla="*/ 22847 w 218000"/>
                  <a:gd name="connsiteY2" fmla="*/ 0 h 219904"/>
                  <a:gd name="connsiteX3" fmla="*/ 196105 w 218000"/>
                  <a:gd name="connsiteY3" fmla="*/ 0 h 219904"/>
                  <a:gd name="connsiteX4" fmla="*/ 218000 w 218000"/>
                  <a:gd name="connsiteY4" fmla="*/ 21895 h 219904"/>
                  <a:gd name="connsiteX5" fmla="*/ 218000 w 218000"/>
                  <a:gd name="connsiteY5" fmla="*/ 195153 h 219904"/>
                  <a:gd name="connsiteX6" fmla="*/ 193249 w 218000"/>
                  <a:gd name="connsiteY6" fmla="*/ 219904 h 219904"/>
                  <a:gd name="connsiteX7" fmla="*/ 24751 w 218000"/>
                  <a:gd name="connsiteY7" fmla="*/ 219904 h 219904"/>
                  <a:gd name="connsiteX8" fmla="*/ 0 w 218000"/>
                  <a:gd name="connsiteY8" fmla="*/ 195153 h 219904"/>
                  <a:gd name="connsiteX9" fmla="*/ 952 w 218000"/>
                  <a:gd name="connsiteY9" fmla="*/ 106620 h 219904"/>
                  <a:gd name="connsiteX10" fmla="*/ 952 w 218000"/>
                  <a:gd name="connsiteY10" fmla="*/ 106620 h 21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8000" h="219904">
                    <a:moveTo>
                      <a:pt x="952" y="106620"/>
                    </a:moveTo>
                    <a:cubicBezTo>
                      <a:pt x="952" y="79013"/>
                      <a:pt x="1904" y="51406"/>
                      <a:pt x="952" y="23799"/>
                    </a:cubicBezTo>
                    <a:cubicBezTo>
                      <a:pt x="952" y="7616"/>
                      <a:pt x="5712" y="0"/>
                      <a:pt x="22847" y="0"/>
                    </a:cubicBezTo>
                    <a:cubicBezTo>
                      <a:pt x="80917" y="952"/>
                      <a:pt x="138035" y="952"/>
                      <a:pt x="196105" y="0"/>
                    </a:cubicBezTo>
                    <a:cubicBezTo>
                      <a:pt x="211337" y="0"/>
                      <a:pt x="218000" y="5712"/>
                      <a:pt x="218000" y="21895"/>
                    </a:cubicBezTo>
                    <a:cubicBezTo>
                      <a:pt x="217048" y="79965"/>
                      <a:pt x="217048" y="137083"/>
                      <a:pt x="218000" y="195153"/>
                    </a:cubicBezTo>
                    <a:cubicBezTo>
                      <a:pt x="218000" y="213241"/>
                      <a:pt x="211337" y="219904"/>
                      <a:pt x="193249" y="219904"/>
                    </a:cubicBezTo>
                    <a:cubicBezTo>
                      <a:pt x="137083" y="218952"/>
                      <a:pt x="80917" y="219904"/>
                      <a:pt x="24751" y="219904"/>
                    </a:cubicBezTo>
                    <a:cubicBezTo>
                      <a:pt x="6664" y="219904"/>
                      <a:pt x="0" y="212289"/>
                      <a:pt x="0" y="195153"/>
                    </a:cubicBezTo>
                    <a:cubicBezTo>
                      <a:pt x="952" y="165642"/>
                      <a:pt x="952" y="136131"/>
                      <a:pt x="952" y="106620"/>
                    </a:cubicBezTo>
                    <a:lnTo>
                      <a:pt x="952" y="106620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2" name="Forme libre 61">
                <a:extLst>
                  <a:ext uri="{FF2B5EF4-FFF2-40B4-BE49-F238E27FC236}">
                    <a16:creationId xmlns:a16="http://schemas.microsoft.com/office/drawing/2014/main" id="{DC8D8802-57D6-908F-AFAF-E68D4187FF91}"/>
                  </a:ext>
                </a:extLst>
              </p:cNvPr>
              <p:cNvSpPr/>
              <p:nvPr/>
            </p:nvSpPr>
            <p:spPr>
              <a:xfrm>
                <a:off x="9260140" y="3461375"/>
                <a:ext cx="219904" cy="215144"/>
              </a:xfrm>
              <a:custGeom>
                <a:avLst/>
                <a:gdLst>
                  <a:gd name="connsiteX0" fmla="*/ 0 w 219904"/>
                  <a:gd name="connsiteY0" fmla="*/ 214192 h 215144"/>
                  <a:gd name="connsiteX1" fmla="*/ 0 w 219904"/>
                  <a:gd name="connsiteY1" fmla="*/ 27607 h 215144"/>
                  <a:gd name="connsiteX2" fmla="*/ 25703 w 219904"/>
                  <a:gd name="connsiteY2" fmla="*/ 0 h 215144"/>
                  <a:gd name="connsiteX3" fmla="*/ 198961 w 219904"/>
                  <a:gd name="connsiteY3" fmla="*/ 0 h 215144"/>
                  <a:gd name="connsiteX4" fmla="*/ 219904 w 219904"/>
                  <a:gd name="connsiteY4" fmla="*/ 20943 h 215144"/>
                  <a:gd name="connsiteX5" fmla="*/ 219904 w 219904"/>
                  <a:gd name="connsiteY5" fmla="*/ 184681 h 215144"/>
                  <a:gd name="connsiteX6" fmla="*/ 189441 w 219904"/>
                  <a:gd name="connsiteY6" fmla="*/ 215144 h 215144"/>
                  <a:gd name="connsiteX7" fmla="*/ 0 w 219904"/>
                  <a:gd name="connsiteY7" fmla="*/ 214192 h 215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9904" h="215144">
                    <a:moveTo>
                      <a:pt x="0" y="214192"/>
                    </a:moveTo>
                    <a:cubicBezTo>
                      <a:pt x="0" y="150411"/>
                      <a:pt x="0" y="89485"/>
                      <a:pt x="0" y="27607"/>
                    </a:cubicBezTo>
                    <a:cubicBezTo>
                      <a:pt x="0" y="8568"/>
                      <a:pt x="7616" y="0"/>
                      <a:pt x="25703" y="0"/>
                    </a:cubicBezTo>
                    <a:cubicBezTo>
                      <a:pt x="83773" y="0"/>
                      <a:pt x="140891" y="0"/>
                      <a:pt x="198961" y="0"/>
                    </a:cubicBezTo>
                    <a:cubicBezTo>
                      <a:pt x="213240" y="0"/>
                      <a:pt x="219904" y="6664"/>
                      <a:pt x="219904" y="20943"/>
                    </a:cubicBezTo>
                    <a:cubicBezTo>
                      <a:pt x="219904" y="75205"/>
                      <a:pt x="219904" y="130419"/>
                      <a:pt x="219904" y="184681"/>
                    </a:cubicBezTo>
                    <a:cubicBezTo>
                      <a:pt x="219904" y="204673"/>
                      <a:pt x="209433" y="215144"/>
                      <a:pt x="189441" y="215144"/>
                    </a:cubicBezTo>
                    <a:cubicBezTo>
                      <a:pt x="125659" y="214192"/>
                      <a:pt x="62830" y="214192"/>
                      <a:pt x="0" y="2141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3" name="Forme libre 62">
                <a:extLst>
                  <a:ext uri="{FF2B5EF4-FFF2-40B4-BE49-F238E27FC236}">
                    <a16:creationId xmlns:a16="http://schemas.microsoft.com/office/drawing/2014/main" id="{5BBCAFB0-68AC-C7CA-43A3-6C5AAD3F7D8F}"/>
                  </a:ext>
                </a:extLst>
              </p:cNvPr>
              <p:cNvSpPr/>
              <p:nvPr/>
            </p:nvSpPr>
            <p:spPr>
              <a:xfrm>
                <a:off x="7453307" y="4812215"/>
                <a:ext cx="214430" cy="220856"/>
              </a:xfrm>
              <a:custGeom>
                <a:avLst/>
                <a:gdLst>
                  <a:gd name="connsiteX0" fmla="*/ 214192 w 214430"/>
                  <a:gd name="connsiteY0" fmla="*/ 220856 h 220856"/>
                  <a:gd name="connsiteX1" fmla="*/ 23799 w 214430"/>
                  <a:gd name="connsiteY1" fmla="*/ 220856 h 220856"/>
                  <a:gd name="connsiteX2" fmla="*/ 0 w 214430"/>
                  <a:gd name="connsiteY2" fmla="*/ 196105 h 220856"/>
                  <a:gd name="connsiteX3" fmla="*/ 0 w 214430"/>
                  <a:gd name="connsiteY3" fmla="*/ 22847 h 220856"/>
                  <a:gd name="connsiteX4" fmla="*/ 24751 w 214430"/>
                  <a:gd name="connsiteY4" fmla="*/ 0 h 220856"/>
                  <a:gd name="connsiteX5" fmla="*/ 180874 w 214430"/>
                  <a:gd name="connsiteY5" fmla="*/ 952 h 220856"/>
                  <a:gd name="connsiteX6" fmla="*/ 213240 w 214430"/>
                  <a:gd name="connsiteY6" fmla="*/ 35223 h 220856"/>
                  <a:gd name="connsiteX7" fmla="*/ 214192 w 214430"/>
                  <a:gd name="connsiteY7" fmla="*/ 220856 h 220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4430" h="220856">
                    <a:moveTo>
                      <a:pt x="214192" y="220856"/>
                    </a:moveTo>
                    <a:cubicBezTo>
                      <a:pt x="149459" y="220856"/>
                      <a:pt x="86629" y="220856"/>
                      <a:pt x="23799" y="220856"/>
                    </a:cubicBezTo>
                    <a:cubicBezTo>
                      <a:pt x="6664" y="220856"/>
                      <a:pt x="0" y="211336"/>
                      <a:pt x="0" y="196105"/>
                    </a:cubicBezTo>
                    <a:cubicBezTo>
                      <a:pt x="0" y="138035"/>
                      <a:pt x="0" y="80917"/>
                      <a:pt x="0" y="22847"/>
                    </a:cubicBezTo>
                    <a:cubicBezTo>
                      <a:pt x="0" y="6664"/>
                      <a:pt x="9520" y="0"/>
                      <a:pt x="24751" y="0"/>
                    </a:cubicBezTo>
                    <a:cubicBezTo>
                      <a:pt x="77109" y="0"/>
                      <a:pt x="128515" y="0"/>
                      <a:pt x="180874" y="952"/>
                    </a:cubicBezTo>
                    <a:cubicBezTo>
                      <a:pt x="206577" y="952"/>
                      <a:pt x="213240" y="8568"/>
                      <a:pt x="213240" y="35223"/>
                    </a:cubicBezTo>
                    <a:cubicBezTo>
                      <a:pt x="215144" y="97100"/>
                      <a:pt x="214192" y="158978"/>
                      <a:pt x="214192" y="2208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4" name="Forme libre 63">
                <a:extLst>
                  <a:ext uri="{FF2B5EF4-FFF2-40B4-BE49-F238E27FC236}">
                    <a16:creationId xmlns:a16="http://schemas.microsoft.com/office/drawing/2014/main" id="{4D0C9AA1-4E48-EF84-2341-BBFC9EC0DB3E}"/>
                  </a:ext>
                </a:extLst>
              </p:cNvPr>
              <p:cNvSpPr/>
              <p:nvPr/>
            </p:nvSpPr>
            <p:spPr>
              <a:xfrm>
                <a:off x="8580347" y="3686039"/>
                <a:ext cx="215331" cy="219904"/>
              </a:xfrm>
              <a:custGeom>
                <a:avLst/>
                <a:gdLst>
                  <a:gd name="connsiteX0" fmla="*/ 215232 w 215331"/>
                  <a:gd name="connsiteY0" fmla="*/ 109476 h 219904"/>
                  <a:gd name="connsiteX1" fmla="*/ 215232 w 215331"/>
                  <a:gd name="connsiteY1" fmla="*/ 192297 h 219904"/>
                  <a:gd name="connsiteX2" fmla="*/ 190481 w 215331"/>
                  <a:gd name="connsiteY2" fmla="*/ 219904 h 219904"/>
                  <a:gd name="connsiteX3" fmla="*/ 24839 w 215331"/>
                  <a:gd name="connsiteY3" fmla="*/ 219904 h 219904"/>
                  <a:gd name="connsiteX4" fmla="*/ 88 w 215331"/>
                  <a:gd name="connsiteY4" fmla="*/ 193249 h 219904"/>
                  <a:gd name="connsiteX5" fmla="*/ 88 w 215331"/>
                  <a:gd name="connsiteY5" fmla="*/ 27607 h 219904"/>
                  <a:gd name="connsiteX6" fmla="*/ 26743 w 215331"/>
                  <a:gd name="connsiteY6" fmla="*/ 0 h 219904"/>
                  <a:gd name="connsiteX7" fmla="*/ 187625 w 215331"/>
                  <a:gd name="connsiteY7" fmla="*/ 0 h 219904"/>
                  <a:gd name="connsiteX8" fmla="*/ 215232 w 215331"/>
                  <a:gd name="connsiteY8" fmla="*/ 29511 h 219904"/>
                  <a:gd name="connsiteX9" fmla="*/ 215232 w 215331"/>
                  <a:gd name="connsiteY9" fmla="*/ 109476 h 219904"/>
                  <a:gd name="connsiteX10" fmla="*/ 215232 w 215331"/>
                  <a:gd name="connsiteY10" fmla="*/ 109476 h 21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5331" h="219904">
                    <a:moveTo>
                      <a:pt x="215232" y="109476"/>
                    </a:moveTo>
                    <a:cubicBezTo>
                      <a:pt x="215232" y="137083"/>
                      <a:pt x="214280" y="164690"/>
                      <a:pt x="215232" y="192297"/>
                    </a:cubicBezTo>
                    <a:cubicBezTo>
                      <a:pt x="216184" y="210385"/>
                      <a:pt x="210473" y="219904"/>
                      <a:pt x="190481" y="219904"/>
                    </a:cubicBezTo>
                    <a:cubicBezTo>
                      <a:pt x="135267" y="218952"/>
                      <a:pt x="80053" y="218952"/>
                      <a:pt x="24839" y="219904"/>
                    </a:cubicBezTo>
                    <a:cubicBezTo>
                      <a:pt x="5800" y="219904"/>
                      <a:pt x="-864" y="212289"/>
                      <a:pt x="88" y="193249"/>
                    </a:cubicBezTo>
                    <a:cubicBezTo>
                      <a:pt x="1040" y="138035"/>
                      <a:pt x="1040" y="82821"/>
                      <a:pt x="88" y="27607"/>
                    </a:cubicBezTo>
                    <a:cubicBezTo>
                      <a:pt x="88" y="8568"/>
                      <a:pt x="4848" y="0"/>
                      <a:pt x="26743" y="0"/>
                    </a:cubicBezTo>
                    <a:cubicBezTo>
                      <a:pt x="80053" y="952"/>
                      <a:pt x="134315" y="952"/>
                      <a:pt x="187625" y="0"/>
                    </a:cubicBezTo>
                    <a:cubicBezTo>
                      <a:pt x="209521" y="0"/>
                      <a:pt x="216184" y="8568"/>
                      <a:pt x="215232" y="29511"/>
                    </a:cubicBezTo>
                    <a:cubicBezTo>
                      <a:pt x="214280" y="55214"/>
                      <a:pt x="215232" y="81869"/>
                      <a:pt x="215232" y="109476"/>
                    </a:cubicBezTo>
                    <a:lnTo>
                      <a:pt x="215232" y="109476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5" name="Forme libre 64">
                <a:extLst>
                  <a:ext uri="{FF2B5EF4-FFF2-40B4-BE49-F238E27FC236}">
                    <a16:creationId xmlns:a16="http://schemas.microsoft.com/office/drawing/2014/main" id="{CA9EFFDD-F522-E847-95D8-485EE0935859}"/>
                  </a:ext>
                </a:extLst>
              </p:cNvPr>
              <p:cNvSpPr/>
              <p:nvPr/>
            </p:nvSpPr>
            <p:spPr>
              <a:xfrm>
                <a:off x="9489563" y="4813066"/>
                <a:ext cx="214192" cy="220004"/>
              </a:xfrm>
              <a:custGeom>
                <a:avLst/>
                <a:gdLst>
                  <a:gd name="connsiteX0" fmla="*/ 214192 w 214192"/>
                  <a:gd name="connsiteY0" fmla="*/ 220005 h 220004"/>
                  <a:gd name="connsiteX1" fmla="*/ 28559 w 214192"/>
                  <a:gd name="connsiteY1" fmla="*/ 220005 h 220004"/>
                  <a:gd name="connsiteX2" fmla="*/ 0 w 214192"/>
                  <a:gd name="connsiteY2" fmla="*/ 192398 h 220004"/>
                  <a:gd name="connsiteX3" fmla="*/ 0 w 214192"/>
                  <a:gd name="connsiteY3" fmla="*/ 21044 h 220004"/>
                  <a:gd name="connsiteX4" fmla="*/ 21895 w 214192"/>
                  <a:gd name="connsiteY4" fmla="*/ 101 h 220004"/>
                  <a:gd name="connsiteX5" fmla="*/ 182778 w 214192"/>
                  <a:gd name="connsiteY5" fmla="*/ 101 h 220004"/>
                  <a:gd name="connsiteX6" fmla="*/ 213241 w 214192"/>
                  <a:gd name="connsiteY6" fmla="*/ 26756 h 220004"/>
                  <a:gd name="connsiteX7" fmla="*/ 214192 w 214192"/>
                  <a:gd name="connsiteY7" fmla="*/ 220005 h 22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4192" h="220004">
                    <a:moveTo>
                      <a:pt x="214192" y="220005"/>
                    </a:moveTo>
                    <a:cubicBezTo>
                      <a:pt x="150411" y="220005"/>
                      <a:pt x="89485" y="220005"/>
                      <a:pt x="28559" y="220005"/>
                    </a:cubicBezTo>
                    <a:cubicBezTo>
                      <a:pt x="8568" y="220005"/>
                      <a:pt x="0" y="211437"/>
                      <a:pt x="0" y="192398"/>
                    </a:cubicBezTo>
                    <a:cubicBezTo>
                      <a:pt x="0" y="135280"/>
                      <a:pt x="952" y="78162"/>
                      <a:pt x="0" y="21044"/>
                    </a:cubicBezTo>
                    <a:cubicBezTo>
                      <a:pt x="0" y="4860"/>
                      <a:pt x="7616" y="-851"/>
                      <a:pt x="21895" y="101"/>
                    </a:cubicBezTo>
                    <a:cubicBezTo>
                      <a:pt x="75206" y="101"/>
                      <a:pt x="129467" y="101"/>
                      <a:pt x="182778" y="101"/>
                    </a:cubicBezTo>
                    <a:cubicBezTo>
                      <a:pt x="200865" y="101"/>
                      <a:pt x="213241" y="7717"/>
                      <a:pt x="213241" y="26756"/>
                    </a:cubicBezTo>
                    <a:cubicBezTo>
                      <a:pt x="214192" y="91489"/>
                      <a:pt x="214192" y="155271"/>
                      <a:pt x="214192" y="2200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6" name="Forme libre 65">
                <a:extLst>
                  <a:ext uri="{FF2B5EF4-FFF2-40B4-BE49-F238E27FC236}">
                    <a16:creationId xmlns:a16="http://schemas.microsoft.com/office/drawing/2014/main" id="{85F10177-3F8C-C197-D1E0-53BB243E10FF}"/>
                  </a:ext>
                </a:extLst>
              </p:cNvPr>
              <p:cNvSpPr/>
              <p:nvPr/>
            </p:nvSpPr>
            <p:spPr>
              <a:xfrm>
                <a:off x="10163556" y="7304463"/>
                <a:ext cx="216096" cy="219975"/>
              </a:xfrm>
              <a:custGeom>
                <a:avLst/>
                <a:gdLst>
                  <a:gd name="connsiteX0" fmla="*/ 109476 w 216096"/>
                  <a:gd name="connsiteY0" fmla="*/ 218952 h 219975"/>
                  <a:gd name="connsiteX1" fmla="*/ 26655 w 216096"/>
                  <a:gd name="connsiteY1" fmla="*/ 218952 h 219975"/>
                  <a:gd name="connsiteX2" fmla="*/ 0 w 216096"/>
                  <a:gd name="connsiteY2" fmla="*/ 196105 h 219975"/>
                  <a:gd name="connsiteX3" fmla="*/ 0 w 216096"/>
                  <a:gd name="connsiteY3" fmla="*/ 20943 h 219975"/>
                  <a:gd name="connsiteX4" fmla="*/ 22847 w 216096"/>
                  <a:gd name="connsiteY4" fmla="*/ 0 h 219975"/>
                  <a:gd name="connsiteX5" fmla="*/ 193249 w 216096"/>
                  <a:gd name="connsiteY5" fmla="*/ 0 h 219975"/>
                  <a:gd name="connsiteX6" fmla="*/ 216096 w 216096"/>
                  <a:gd name="connsiteY6" fmla="*/ 23799 h 219975"/>
                  <a:gd name="connsiteX7" fmla="*/ 216096 w 216096"/>
                  <a:gd name="connsiteY7" fmla="*/ 194201 h 219975"/>
                  <a:gd name="connsiteX8" fmla="*/ 189441 w 216096"/>
                  <a:gd name="connsiteY8" fmla="*/ 219904 h 219975"/>
                  <a:gd name="connsiteX9" fmla="*/ 109476 w 216096"/>
                  <a:gd name="connsiteY9" fmla="*/ 218952 h 219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6096" h="219975">
                    <a:moveTo>
                      <a:pt x="109476" y="218952"/>
                    </a:moveTo>
                    <a:cubicBezTo>
                      <a:pt x="81869" y="218952"/>
                      <a:pt x="54262" y="218001"/>
                      <a:pt x="26655" y="218952"/>
                    </a:cubicBezTo>
                    <a:cubicBezTo>
                      <a:pt x="9520" y="219904"/>
                      <a:pt x="0" y="213241"/>
                      <a:pt x="0" y="196105"/>
                    </a:cubicBezTo>
                    <a:cubicBezTo>
                      <a:pt x="0" y="138035"/>
                      <a:pt x="0" y="79013"/>
                      <a:pt x="0" y="20943"/>
                    </a:cubicBezTo>
                    <a:cubicBezTo>
                      <a:pt x="0" y="5712"/>
                      <a:pt x="7616" y="0"/>
                      <a:pt x="22847" y="0"/>
                    </a:cubicBezTo>
                    <a:cubicBezTo>
                      <a:pt x="79965" y="0"/>
                      <a:pt x="136131" y="0"/>
                      <a:pt x="193249" y="0"/>
                    </a:cubicBezTo>
                    <a:cubicBezTo>
                      <a:pt x="210385" y="0"/>
                      <a:pt x="216096" y="7616"/>
                      <a:pt x="216096" y="23799"/>
                    </a:cubicBezTo>
                    <a:cubicBezTo>
                      <a:pt x="216096" y="80917"/>
                      <a:pt x="216096" y="137083"/>
                      <a:pt x="216096" y="194201"/>
                    </a:cubicBezTo>
                    <a:cubicBezTo>
                      <a:pt x="216096" y="212288"/>
                      <a:pt x="209433" y="220856"/>
                      <a:pt x="189441" y="219904"/>
                    </a:cubicBezTo>
                    <a:cubicBezTo>
                      <a:pt x="163738" y="218001"/>
                      <a:pt x="137083" y="218952"/>
                      <a:pt x="109476" y="2189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7" name="Forme libre 66">
                <a:extLst>
                  <a:ext uri="{FF2B5EF4-FFF2-40B4-BE49-F238E27FC236}">
                    <a16:creationId xmlns:a16="http://schemas.microsoft.com/office/drawing/2014/main" id="{905376CF-CF87-9CDF-5F82-66176F4AACAB}"/>
                  </a:ext>
                </a:extLst>
              </p:cNvPr>
              <p:cNvSpPr/>
              <p:nvPr/>
            </p:nvSpPr>
            <p:spPr>
              <a:xfrm>
                <a:off x="9036311" y="6396200"/>
                <a:ext cx="213357" cy="219039"/>
              </a:xfrm>
              <a:custGeom>
                <a:avLst/>
                <a:gdLst>
                  <a:gd name="connsiteX0" fmla="*/ 117 w 213357"/>
                  <a:gd name="connsiteY0" fmla="*/ 109564 h 219039"/>
                  <a:gd name="connsiteX1" fmla="*/ 117 w 213357"/>
                  <a:gd name="connsiteY1" fmla="*/ 26743 h 219039"/>
                  <a:gd name="connsiteX2" fmla="*/ 26772 w 213357"/>
                  <a:gd name="connsiteY2" fmla="*/ 88 h 219039"/>
                  <a:gd name="connsiteX3" fmla="*/ 187654 w 213357"/>
                  <a:gd name="connsiteY3" fmla="*/ 88 h 219039"/>
                  <a:gd name="connsiteX4" fmla="*/ 213357 w 213357"/>
                  <a:gd name="connsiteY4" fmla="*/ 26743 h 219039"/>
                  <a:gd name="connsiteX5" fmla="*/ 213357 w 213357"/>
                  <a:gd name="connsiteY5" fmla="*/ 192385 h 219039"/>
                  <a:gd name="connsiteX6" fmla="*/ 186702 w 213357"/>
                  <a:gd name="connsiteY6" fmla="*/ 219040 h 219039"/>
                  <a:gd name="connsiteX7" fmla="*/ 18204 w 213357"/>
                  <a:gd name="connsiteY7" fmla="*/ 219040 h 219039"/>
                  <a:gd name="connsiteX8" fmla="*/ 117 w 213357"/>
                  <a:gd name="connsiteY8" fmla="*/ 200001 h 219039"/>
                  <a:gd name="connsiteX9" fmla="*/ 117 w 213357"/>
                  <a:gd name="connsiteY9" fmla="*/ 109564 h 219039"/>
                  <a:gd name="connsiteX10" fmla="*/ 117 w 213357"/>
                  <a:gd name="connsiteY10" fmla="*/ 109564 h 219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357" h="219039">
                    <a:moveTo>
                      <a:pt x="117" y="109564"/>
                    </a:moveTo>
                    <a:cubicBezTo>
                      <a:pt x="117" y="81957"/>
                      <a:pt x="1069" y="54350"/>
                      <a:pt x="117" y="26743"/>
                    </a:cubicBezTo>
                    <a:cubicBezTo>
                      <a:pt x="-835" y="5800"/>
                      <a:pt x="7733" y="-864"/>
                      <a:pt x="26772" y="88"/>
                    </a:cubicBezTo>
                    <a:cubicBezTo>
                      <a:pt x="80082" y="1040"/>
                      <a:pt x="134344" y="1040"/>
                      <a:pt x="187654" y="88"/>
                    </a:cubicBezTo>
                    <a:cubicBezTo>
                      <a:pt x="206693" y="88"/>
                      <a:pt x="213357" y="7703"/>
                      <a:pt x="213357" y="26743"/>
                    </a:cubicBezTo>
                    <a:cubicBezTo>
                      <a:pt x="212405" y="81957"/>
                      <a:pt x="212405" y="137171"/>
                      <a:pt x="213357" y="192385"/>
                    </a:cubicBezTo>
                    <a:cubicBezTo>
                      <a:pt x="213357" y="211424"/>
                      <a:pt x="204790" y="219040"/>
                      <a:pt x="186702" y="219040"/>
                    </a:cubicBezTo>
                    <a:cubicBezTo>
                      <a:pt x="130536" y="219040"/>
                      <a:pt x="74370" y="219040"/>
                      <a:pt x="18204" y="219040"/>
                    </a:cubicBezTo>
                    <a:cubicBezTo>
                      <a:pt x="3925" y="219040"/>
                      <a:pt x="-835" y="213328"/>
                      <a:pt x="117" y="200001"/>
                    </a:cubicBezTo>
                    <a:cubicBezTo>
                      <a:pt x="117" y="169538"/>
                      <a:pt x="117" y="140027"/>
                      <a:pt x="117" y="109564"/>
                    </a:cubicBezTo>
                    <a:lnTo>
                      <a:pt x="117" y="109564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8" name="Forme libre 67">
                <a:extLst>
                  <a:ext uri="{FF2B5EF4-FFF2-40B4-BE49-F238E27FC236}">
                    <a16:creationId xmlns:a16="http://schemas.microsoft.com/office/drawing/2014/main" id="{6A0AF6EA-E891-0A87-3F3A-B7A3A1B5EC59}"/>
                  </a:ext>
                </a:extLst>
              </p:cNvPr>
              <p:cNvSpPr/>
              <p:nvPr/>
            </p:nvSpPr>
            <p:spPr>
              <a:xfrm>
                <a:off x="7453229" y="4359079"/>
                <a:ext cx="215222" cy="219904"/>
              </a:xfrm>
              <a:custGeom>
                <a:avLst/>
                <a:gdLst>
                  <a:gd name="connsiteX0" fmla="*/ 78 w 215222"/>
                  <a:gd name="connsiteY0" fmla="*/ 109476 h 219904"/>
                  <a:gd name="connsiteX1" fmla="*/ 78 w 215222"/>
                  <a:gd name="connsiteY1" fmla="*/ 23799 h 219904"/>
                  <a:gd name="connsiteX2" fmla="*/ 22925 w 215222"/>
                  <a:gd name="connsiteY2" fmla="*/ 0 h 219904"/>
                  <a:gd name="connsiteX3" fmla="*/ 191423 w 215222"/>
                  <a:gd name="connsiteY3" fmla="*/ 0 h 219904"/>
                  <a:gd name="connsiteX4" fmla="*/ 215223 w 215222"/>
                  <a:gd name="connsiteY4" fmla="*/ 24751 h 219904"/>
                  <a:gd name="connsiteX5" fmla="*/ 215223 w 215222"/>
                  <a:gd name="connsiteY5" fmla="*/ 193249 h 219904"/>
                  <a:gd name="connsiteX6" fmla="*/ 190471 w 215222"/>
                  <a:gd name="connsiteY6" fmla="*/ 219904 h 219904"/>
                  <a:gd name="connsiteX7" fmla="*/ 29589 w 215222"/>
                  <a:gd name="connsiteY7" fmla="*/ 219904 h 219904"/>
                  <a:gd name="connsiteX8" fmla="*/ 78 w 215222"/>
                  <a:gd name="connsiteY8" fmla="*/ 189441 h 219904"/>
                  <a:gd name="connsiteX9" fmla="*/ 78 w 215222"/>
                  <a:gd name="connsiteY9" fmla="*/ 109476 h 219904"/>
                  <a:gd name="connsiteX10" fmla="*/ 78 w 215222"/>
                  <a:gd name="connsiteY10" fmla="*/ 109476 h 21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5222" h="219904">
                    <a:moveTo>
                      <a:pt x="78" y="109476"/>
                    </a:moveTo>
                    <a:cubicBezTo>
                      <a:pt x="78" y="80917"/>
                      <a:pt x="78" y="52358"/>
                      <a:pt x="78" y="23799"/>
                    </a:cubicBezTo>
                    <a:cubicBezTo>
                      <a:pt x="78" y="7616"/>
                      <a:pt x="5790" y="0"/>
                      <a:pt x="22925" y="0"/>
                    </a:cubicBezTo>
                    <a:cubicBezTo>
                      <a:pt x="79091" y="0"/>
                      <a:pt x="135257" y="0"/>
                      <a:pt x="191423" y="0"/>
                    </a:cubicBezTo>
                    <a:cubicBezTo>
                      <a:pt x="209511" y="0"/>
                      <a:pt x="215223" y="7616"/>
                      <a:pt x="215223" y="24751"/>
                    </a:cubicBezTo>
                    <a:cubicBezTo>
                      <a:pt x="214271" y="80917"/>
                      <a:pt x="214271" y="137083"/>
                      <a:pt x="215223" y="193249"/>
                    </a:cubicBezTo>
                    <a:cubicBezTo>
                      <a:pt x="215223" y="211337"/>
                      <a:pt x="210463" y="219904"/>
                      <a:pt x="190471" y="219904"/>
                    </a:cubicBezTo>
                    <a:cubicBezTo>
                      <a:pt x="137161" y="218952"/>
                      <a:pt x="82899" y="218952"/>
                      <a:pt x="29589" y="219904"/>
                    </a:cubicBezTo>
                    <a:cubicBezTo>
                      <a:pt x="6742" y="219904"/>
                      <a:pt x="-874" y="211337"/>
                      <a:pt x="78" y="189441"/>
                    </a:cubicBezTo>
                    <a:cubicBezTo>
                      <a:pt x="1030" y="163738"/>
                      <a:pt x="78" y="137083"/>
                      <a:pt x="78" y="109476"/>
                    </a:cubicBezTo>
                    <a:lnTo>
                      <a:pt x="78" y="109476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9" name="Forme libre 68">
                <a:extLst>
                  <a:ext uri="{FF2B5EF4-FFF2-40B4-BE49-F238E27FC236}">
                    <a16:creationId xmlns:a16="http://schemas.microsoft.com/office/drawing/2014/main" id="{F91E4C83-0724-8B65-2181-953158AE21B4}"/>
                  </a:ext>
                </a:extLst>
              </p:cNvPr>
              <p:cNvSpPr/>
              <p:nvPr/>
            </p:nvSpPr>
            <p:spPr>
              <a:xfrm>
                <a:off x="9488611" y="3685087"/>
                <a:ext cx="216174" cy="218952"/>
              </a:xfrm>
              <a:custGeom>
                <a:avLst/>
                <a:gdLst>
                  <a:gd name="connsiteX0" fmla="*/ 952 w 216174"/>
                  <a:gd name="connsiteY0" fmla="*/ 110428 h 218952"/>
                  <a:gd name="connsiteX1" fmla="*/ 952 w 216174"/>
                  <a:gd name="connsiteY1" fmla="*/ 27607 h 218952"/>
                  <a:gd name="connsiteX2" fmla="*/ 25703 w 216174"/>
                  <a:gd name="connsiteY2" fmla="*/ 0 h 218952"/>
                  <a:gd name="connsiteX3" fmla="*/ 189441 w 216174"/>
                  <a:gd name="connsiteY3" fmla="*/ 0 h 218952"/>
                  <a:gd name="connsiteX4" fmla="*/ 216096 w 216174"/>
                  <a:gd name="connsiteY4" fmla="*/ 28559 h 218952"/>
                  <a:gd name="connsiteX5" fmla="*/ 216096 w 216174"/>
                  <a:gd name="connsiteY5" fmla="*/ 194201 h 218952"/>
                  <a:gd name="connsiteX6" fmla="*/ 191345 w 216174"/>
                  <a:gd name="connsiteY6" fmla="*/ 218952 h 218952"/>
                  <a:gd name="connsiteX7" fmla="*/ 22847 w 216174"/>
                  <a:gd name="connsiteY7" fmla="*/ 218952 h 218952"/>
                  <a:gd name="connsiteX8" fmla="*/ 0 w 216174"/>
                  <a:gd name="connsiteY8" fmla="*/ 195153 h 218952"/>
                  <a:gd name="connsiteX9" fmla="*/ 952 w 216174"/>
                  <a:gd name="connsiteY9" fmla="*/ 110428 h 218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6174" h="218952">
                    <a:moveTo>
                      <a:pt x="952" y="110428"/>
                    </a:moveTo>
                    <a:cubicBezTo>
                      <a:pt x="952" y="82821"/>
                      <a:pt x="1904" y="55214"/>
                      <a:pt x="952" y="27607"/>
                    </a:cubicBezTo>
                    <a:cubicBezTo>
                      <a:pt x="0" y="9520"/>
                      <a:pt x="5712" y="0"/>
                      <a:pt x="25703" y="0"/>
                    </a:cubicBezTo>
                    <a:cubicBezTo>
                      <a:pt x="79965" y="952"/>
                      <a:pt x="134227" y="0"/>
                      <a:pt x="189441" y="0"/>
                    </a:cubicBezTo>
                    <a:cubicBezTo>
                      <a:pt x="209433" y="0"/>
                      <a:pt x="217048" y="8568"/>
                      <a:pt x="216096" y="28559"/>
                    </a:cubicBezTo>
                    <a:cubicBezTo>
                      <a:pt x="215144" y="83773"/>
                      <a:pt x="215144" y="138987"/>
                      <a:pt x="216096" y="194201"/>
                    </a:cubicBezTo>
                    <a:cubicBezTo>
                      <a:pt x="216096" y="212289"/>
                      <a:pt x="208481" y="218952"/>
                      <a:pt x="191345" y="218952"/>
                    </a:cubicBezTo>
                    <a:cubicBezTo>
                      <a:pt x="135179" y="218952"/>
                      <a:pt x="79013" y="218952"/>
                      <a:pt x="22847" y="218952"/>
                    </a:cubicBezTo>
                    <a:cubicBezTo>
                      <a:pt x="5712" y="218952"/>
                      <a:pt x="0" y="211337"/>
                      <a:pt x="0" y="195153"/>
                    </a:cubicBezTo>
                    <a:cubicBezTo>
                      <a:pt x="952" y="167546"/>
                      <a:pt x="952" y="138987"/>
                      <a:pt x="952" y="1104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0" name="Forme libre 69">
                <a:extLst>
                  <a:ext uri="{FF2B5EF4-FFF2-40B4-BE49-F238E27FC236}">
                    <a16:creationId xmlns:a16="http://schemas.microsoft.com/office/drawing/2014/main" id="{2631114C-DA2C-EA7D-650E-13B3BACCEF24}"/>
                  </a:ext>
                </a:extLst>
              </p:cNvPr>
              <p:cNvSpPr/>
              <p:nvPr/>
            </p:nvSpPr>
            <p:spPr>
              <a:xfrm>
                <a:off x="8351963" y="3461375"/>
                <a:ext cx="220004" cy="215232"/>
              </a:xfrm>
              <a:custGeom>
                <a:avLst/>
                <a:gdLst>
                  <a:gd name="connsiteX0" fmla="*/ 111380 w 220004"/>
                  <a:gd name="connsiteY0" fmla="*/ 215144 h 215232"/>
                  <a:gd name="connsiteX1" fmla="*/ 25703 w 220004"/>
                  <a:gd name="connsiteY1" fmla="*/ 215144 h 215232"/>
                  <a:gd name="connsiteX2" fmla="*/ 0 w 220004"/>
                  <a:gd name="connsiteY2" fmla="*/ 191345 h 215232"/>
                  <a:gd name="connsiteX3" fmla="*/ 0 w 220004"/>
                  <a:gd name="connsiteY3" fmla="*/ 22847 h 215232"/>
                  <a:gd name="connsiteX4" fmla="*/ 21895 w 220004"/>
                  <a:gd name="connsiteY4" fmla="*/ 0 h 215232"/>
                  <a:gd name="connsiteX5" fmla="*/ 198009 w 220004"/>
                  <a:gd name="connsiteY5" fmla="*/ 0 h 215232"/>
                  <a:gd name="connsiteX6" fmla="*/ 219904 w 220004"/>
                  <a:gd name="connsiteY6" fmla="*/ 24751 h 215232"/>
                  <a:gd name="connsiteX7" fmla="*/ 219904 w 220004"/>
                  <a:gd name="connsiteY7" fmla="*/ 190393 h 215232"/>
                  <a:gd name="connsiteX8" fmla="*/ 197057 w 220004"/>
                  <a:gd name="connsiteY8" fmla="*/ 213240 h 215232"/>
                  <a:gd name="connsiteX9" fmla="*/ 111380 w 220004"/>
                  <a:gd name="connsiteY9" fmla="*/ 215144 h 215232"/>
                  <a:gd name="connsiteX10" fmla="*/ 111380 w 220004"/>
                  <a:gd name="connsiteY10" fmla="*/ 215144 h 215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0004" h="215232">
                    <a:moveTo>
                      <a:pt x="111380" y="215144"/>
                    </a:moveTo>
                    <a:cubicBezTo>
                      <a:pt x="82821" y="215144"/>
                      <a:pt x="54262" y="214192"/>
                      <a:pt x="25703" y="215144"/>
                    </a:cubicBezTo>
                    <a:cubicBezTo>
                      <a:pt x="8568" y="216096"/>
                      <a:pt x="0" y="209433"/>
                      <a:pt x="0" y="191345"/>
                    </a:cubicBezTo>
                    <a:cubicBezTo>
                      <a:pt x="0" y="135179"/>
                      <a:pt x="0" y="79013"/>
                      <a:pt x="0" y="22847"/>
                    </a:cubicBezTo>
                    <a:cubicBezTo>
                      <a:pt x="0" y="7616"/>
                      <a:pt x="6664" y="0"/>
                      <a:pt x="21895" y="0"/>
                    </a:cubicBezTo>
                    <a:cubicBezTo>
                      <a:pt x="80917" y="0"/>
                      <a:pt x="138987" y="952"/>
                      <a:pt x="198009" y="0"/>
                    </a:cubicBezTo>
                    <a:cubicBezTo>
                      <a:pt x="215144" y="0"/>
                      <a:pt x="220856" y="8568"/>
                      <a:pt x="219904" y="24751"/>
                    </a:cubicBezTo>
                    <a:cubicBezTo>
                      <a:pt x="219904" y="79965"/>
                      <a:pt x="218952" y="135179"/>
                      <a:pt x="219904" y="190393"/>
                    </a:cubicBezTo>
                    <a:cubicBezTo>
                      <a:pt x="219904" y="207529"/>
                      <a:pt x="213240" y="214192"/>
                      <a:pt x="197057" y="213240"/>
                    </a:cubicBezTo>
                    <a:cubicBezTo>
                      <a:pt x="168498" y="214192"/>
                      <a:pt x="139939" y="214192"/>
                      <a:pt x="111380" y="215144"/>
                    </a:cubicBezTo>
                    <a:cubicBezTo>
                      <a:pt x="111380" y="214192"/>
                      <a:pt x="111380" y="215144"/>
                      <a:pt x="111380" y="2151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1" name="Forme libre 70">
                <a:extLst>
                  <a:ext uri="{FF2B5EF4-FFF2-40B4-BE49-F238E27FC236}">
                    <a16:creationId xmlns:a16="http://schemas.microsoft.com/office/drawing/2014/main" id="{2444D3A4-0B9A-25A4-3FBF-0D3554F99477}"/>
                  </a:ext>
                </a:extLst>
              </p:cNvPr>
              <p:cNvSpPr/>
              <p:nvPr/>
            </p:nvSpPr>
            <p:spPr>
              <a:xfrm>
                <a:off x="8580435" y="4360983"/>
                <a:ext cx="215567" cy="219904"/>
              </a:xfrm>
              <a:custGeom>
                <a:avLst/>
                <a:gdLst>
                  <a:gd name="connsiteX0" fmla="*/ 215144 w 215567"/>
                  <a:gd name="connsiteY0" fmla="*/ 108524 h 219904"/>
                  <a:gd name="connsiteX1" fmla="*/ 215144 w 215567"/>
                  <a:gd name="connsiteY1" fmla="*/ 194201 h 219904"/>
                  <a:gd name="connsiteX2" fmla="*/ 190393 w 215567"/>
                  <a:gd name="connsiteY2" fmla="*/ 219904 h 219904"/>
                  <a:gd name="connsiteX3" fmla="*/ 21895 w 215567"/>
                  <a:gd name="connsiteY3" fmla="*/ 219904 h 219904"/>
                  <a:gd name="connsiteX4" fmla="*/ 0 w 215567"/>
                  <a:gd name="connsiteY4" fmla="*/ 197057 h 219904"/>
                  <a:gd name="connsiteX5" fmla="*/ 0 w 215567"/>
                  <a:gd name="connsiteY5" fmla="*/ 20943 h 219904"/>
                  <a:gd name="connsiteX6" fmla="*/ 20943 w 215567"/>
                  <a:gd name="connsiteY6" fmla="*/ 0 h 219904"/>
                  <a:gd name="connsiteX7" fmla="*/ 194201 w 215567"/>
                  <a:gd name="connsiteY7" fmla="*/ 0 h 219904"/>
                  <a:gd name="connsiteX8" fmla="*/ 215144 w 215567"/>
                  <a:gd name="connsiteY8" fmla="*/ 22847 h 219904"/>
                  <a:gd name="connsiteX9" fmla="*/ 215144 w 215567"/>
                  <a:gd name="connsiteY9" fmla="*/ 108524 h 219904"/>
                  <a:gd name="connsiteX10" fmla="*/ 215144 w 215567"/>
                  <a:gd name="connsiteY10" fmla="*/ 108524 h 21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5567" h="219904">
                    <a:moveTo>
                      <a:pt x="215144" y="108524"/>
                    </a:moveTo>
                    <a:cubicBezTo>
                      <a:pt x="215144" y="137083"/>
                      <a:pt x="215144" y="165642"/>
                      <a:pt x="215144" y="194201"/>
                    </a:cubicBezTo>
                    <a:cubicBezTo>
                      <a:pt x="215144" y="211337"/>
                      <a:pt x="208481" y="219904"/>
                      <a:pt x="190393" y="219904"/>
                    </a:cubicBezTo>
                    <a:cubicBezTo>
                      <a:pt x="134227" y="219904"/>
                      <a:pt x="78061" y="219904"/>
                      <a:pt x="21895" y="219904"/>
                    </a:cubicBezTo>
                    <a:cubicBezTo>
                      <a:pt x="5712" y="219904"/>
                      <a:pt x="0" y="212289"/>
                      <a:pt x="0" y="197057"/>
                    </a:cubicBezTo>
                    <a:cubicBezTo>
                      <a:pt x="0" y="138035"/>
                      <a:pt x="0" y="79965"/>
                      <a:pt x="0" y="20943"/>
                    </a:cubicBezTo>
                    <a:cubicBezTo>
                      <a:pt x="0" y="6664"/>
                      <a:pt x="6664" y="0"/>
                      <a:pt x="20943" y="0"/>
                    </a:cubicBezTo>
                    <a:cubicBezTo>
                      <a:pt x="79013" y="0"/>
                      <a:pt x="136131" y="0"/>
                      <a:pt x="194201" y="0"/>
                    </a:cubicBezTo>
                    <a:cubicBezTo>
                      <a:pt x="210384" y="0"/>
                      <a:pt x="215144" y="8568"/>
                      <a:pt x="215144" y="22847"/>
                    </a:cubicBezTo>
                    <a:cubicBezTo>
                      <a:pt x="215144" y="51406"/>
                      <a:pt x="216096" y="79965"/>
                      <a:pt x="215144" y="108524"/>
                    </a:cubicBezTo>
                    <a:lnTo>
                      <a:pt x="215144" y="108524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2" name="Forme libre 71">
                <a:extLst>
                  <a:ext uri="{FF2B5EF4-FFF2-40B4-BE49-F238E27FC236}">
                    <a16:creationId xmlns:a16="http://schemas.microsoft.com/office/drawing/2014/main" id="{782ECA71-410C-9CCE-26A4-8E71E16CFAC0}"/>
                  </a:ext>
                </a:extLst>
              </p:cNvPr>
              <p:cNvSpPr/>
              <p:nvPr/>
            </p:nvSpPr>
            <p:spPr>
              <a:xfrm>
                <a:off x="10388220" y="5043543"/>
                <a:ext cx="219904" cy="213240"/>
              </a:xfrm>
              <a:custGeom>
                <a:avLst/>
                <a:gdLst>
                  <a:gd name="connsiteX0" fmla="*/ 109476 w 219904"/>
                  <a:gd name="connsiteY0" fmla="*/ 213240 h 213240"/>
                  <a:gd name="connsiteX1" fmla="*/ 23799 w 219904"/>
                  <a:gd name="connsiteY1" fmla="*/ 213240 h 213240"/>
                  <a:gd name="connsiteX2" fmla="*/ 0 w 219904"/>
                  <a:gd name="connsiteY2" fmla="*/ 190393 h 213240"/>
                  <a:gd name="connsiteX3" fmla="*/ 0 w 219904"/>
                  <a:gd name="connsiteY3" fmla="*/ 24751 h 213240"/>
                  <a:gd name="connsiteX4" fmla="*/ 24751 w 219904"/>
                  <a:gd name="connsiteY4" fmla="*/ 0 h 213240"/>
                  <a:gd name="connsiteX5" fmla="*/ 193249 w 219904"/>
                  <a:gd name="connsiteY5" fmla="*/ 0 h 213240"/>
                  <a:gd name="connsiteX6" fmla="*/ 219904 w 219904"/>
                  <a:gd name="connsiteY6" fmla="*/ 26655 h 213240"/>
                  <a:gd name="connsiteX7" fmla="*/ 219904 w 219904"/>
                  <a:gd name="connsiteY7" fmla="*/ 187538 h 213240"/>
                  <a:gd name="connsiteX8" fmla="*/ 192297 w 219904"/>
                  <a:gd name="connsiteY8" fmla="*/ 213240 h 213240"/>
                  <a:gd name="connsiteX9" fmla="*/ 109476 w 219904"/>
                  <a:gd name="connsiteY9" fmla="*/ 213240 h 213240"/>
                  <a:gd name="connsiteX10" fmla="*/ 109476 w 219904"/>
                  <a:gd name="connsiteY10" fmla="*/ 213240 h 213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9904" h="213240">
                    <a:moveTo>
                      <a:pt x="109476" y="213240"/>
                    </a:moveTo>
                    <a:cubicBezTo>
                      <a:pt x="80917" y="213240"/>
                      <a:pt x="52358" y="213240"/>
                      <a:pt x="23799" y="213240"/>
                    </a:cubicBezTo>
                    <a:cubicBezTo>
                      <a:pt x="7616" y="213240"/>
                      <a:pt x="0" y="207529"/>
                      <a:pt x="0" y="190393"/>
                    </a:cubicBezTo>
                    <a:cubicBezTo>
                      <a:pt x="0" y="135179"/>
                      <a:pt x="0" y="79965"/>
                      <a:pt x="0" y="24751"/>
                    </a:cubicBezTo>
                    <a:cubicBezTo>
                      <a:pt x="0" y="7616"/>
                      <a:pt x="7616" y="0"/>
                      <a:pt x="24751" y="0"/>
                    </a:cubicBezTo>
                    <a:cubicBezTo>
                      <a:pt x="80917" y="952"/>
                      <a:pt x="137083" y="952"/>
                      <a:pt x="193249" y="0"/>
                    </a:cubicBezTo>
                    <a:cubicBezTo>
                      <a:pt x="212288" y="0"/>
                      <a:pt x="219904" y="9520"/>
                      <a:pt x="219904" y="26655"/>
                    </a:cubicBezTo>
                    <a:cubicBezTo>
                      <a:pt x="219904" y="79965"/>
                      <a:pt x="219904" y="134227"/>
                      <a:pt x="219904" y="187538"/>
                    </a:cubicBezTo>
                    <a:cubicBezTo>
                      <a:pt x="219904" y="206577"/>
                      <a:pt x="210384" y="213240"/>
                      <a:pt x="192297" y="213240"/>
                    </a:cubicBezTo>
                    <a:cubicBezTo>
                      <a:pt x="164690" y="213240"/>
                      <a:pt x="137083" y="213240"/>
                      <a:pt x="109476" y="213240"/>
                    </a:cubicBezTo>
                    <a:lnTo>
                      <a:pt x="109476" y="213240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3" name="Forme libre 72">
                <a:extLst>
                  <a:ext uri="{FF2B5EF4-FFF2-40B4-BE49-F238E27FC236}">
                    <a16:creationId xmlns:a16="http://schemas.microsoft.com/office/drawing/2014/main" id="{EA527B61-AC87-FE3C-52D1-06F49CD04E95}"/>
                  </a:ext>
                </a:extLst>
              </p:cNvPr>
              <p:cNvSpPr/>
              <p:nvPr/>
            </p:nvSpPr>
            <p:spPr>
              <a:xfrm>
                <a:off x="9035475" y="5268152"/>
                <a:ext cx="212288" cy="219959"/>
              </a:xfrm>
              <a:custGeom>
                <a:avLst/>
                <a:gdLst>
                  <a:gd name="connsiteX0" fmla="*/ 0 w 212288"/>
                  <a:gd name="connsiteY0" fmla="*/ 109531 h 219959"/>
                  <a:gd name="connsiteX1" fmla="*/ 0 w 212288"/>
                  <a:gd name="connsiteY1" fmla="*/ 31470 h 219959"/>
                  <a:gd name="connsiteX2" fmla="*/ 29511 w 212288"/>
                  <a:gd name="connsiteY2" fmla="*/ 55 h 219959"/>
                  <a:gd name="connsiteX3" fmla="*/ 182777 w 212288"/>
                  <a:gd name="connsiteY3" fmla="*/ 55 h 219959"/>
                  <a:gd name="connsiteX4" fmla="*/ 212288 w 212288"/>
                  <a:gd name="connsiteY4" fmla="*/ 29566 h 219959"/>
                  <a:gd name="connsiteX5" fmla="*/ 212288 w 212288"/>
                  <a:gd name="connsiteY5" fmla="*/ 185689 h 219959"/>
                  <a:gd name="connsiteX6" fmla="*/ 176114 w 212288"/>
                  <a:gd name="connsiteY6" fmla="*/ 219959 h 219959"/>
                  <a:gd name="connsiteX7" fmla="*/ 32367 w 212288"/>
                  <a:gd name="connsiteY7" fmla="*/ 219959 h 219959"/>
                  <a:gd name="connsiteX8" fmla="*/ 0 w 212288"/>
                  <a:gd name="connsiteY8" fmla="*/ 188544 h 219959"/>
                  <a:gd name="connsiteX9" fmla="*/ 0 w 212288"/>
                  <a:gd name="connsiteY9" fmla="*/ 109531 h 219959"/>
                  <a:gd name="connsiteX10" fmla="*/ 0 w 212288"/>
                  <a:gd name="connsiteY10" fmla="*/ 109531 h 219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2288" h="219959">
                    <a:moveTo>
                      <a:pt x="0" y="109531"/>
                    </a:moveTo>
                    <a:cubicBezTo>
                      <a:pt x="0" y="83828"/>
                      <a:pt x="0" y="57173"/>
                      <a:pt x="0" y="31470"/>
                    </a:cubicBezTo>
                    <a:cubicBezTo>
                      <a:pt x="0" y="10527"/>
                      <a:pt x="7616" y="-897"/>
                      <a:pt x="29511" y="55"/>
                    </a:cubicBezTo>
                    <a:cubicBezTo>
                      <a:pt x="80917" y="1007"/>
                      <a:pt x="132323" y="55"/>
                      <a:pt x="182777" y="55"/>
                    </a:cubicBezTo>
                    <a:cubicBezTo>
                      <a:pt x="203721" y="55"/>
                      <a:pt x="212288" y="8623"/>
                      <a:pt x="212288" y="29566"/>
                    </a:cubicBezTo>
                    <a:cubicBezTo>
                      <a:pt x="212288" y="81924"/>
                      <a:pt x="212288" y="133330"/>
                      <a:pt x="212288" y="185689"/>
                    </a:cubicBezTo>
                    <a:cubicBezTo>
                      <a:pt x="212288" y="211391"/>
                      <a:pt x="201817" y="219959"/>
                      <a:pt x="176114" y="219959"/>
                    </a:cubicBezTo>
                    <a:cubicBezTo>
                      <a:pt x="128515" y="219959"/>
                      <a:pt x="79965" y="219959"/>
                      <a:pt x="32367" y="219959"/>
                    </a:cubicBezTo>
                    <a:cubicBezTo>
                      <a:pt x="1904" y="219959"/>
                      <a:pt x="0" y="217103"/>
                      <a:pt x="0" y="188544"/>
                    </a:cubicBezTo>
                    <a:cubicBezTo>
                      <a:pt x="952" y="161889"/>
                      <a:pt x="952" y="136186"/>
                      <a:pt x="0" y="109531"/>
                    </a:cubicBezTo>
                    <a:cubicBezTo>
                      <a:pt x="952" y="109531"/>
                      <a:pt x="952" y="109531"/>
                      <a:pt x="0" y="1095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4" name="Forme libre 73">
                <a:extLst>
                  <a:ext uri="{FF2B5EF4-FFF2-40B4-BE49-F238E27FC236}">
                    <a16:creationId xmlns:a16="http://schemas.microsoft.com/office/drawing/2014/main" id="{253944BF-2036-6C2F-E78D-83C82CCB1592}"/>
                  </a:ext>
                </a:extLst>
              </p:cNvPr>
              <p:cNvSpPr/>
              <p:nvPr/>
            </p:nvSpPr>
            <p:spPr>
              <a:xfrm>
                <a:off x="9488533" y="3232903"/>
                <a:ext cx="215222" cy="218952"/>
              </a:xfrm>
              <a:custGeom>
                <a:avLst/>
                <a:gdLst>
                  <a:gd name="connsiteX0" fmla="*/ 1030 w 215222"/>
                  <a:gd name="connsiteY0" fmla="*/ 109476 h 218952"/>
                  <a:gd name="connsiteX1" fmla="*/ 1030 w 215222"/>
                  <a:gd name="connsiteY1" fmla="*/ 28559 h 218952"/>
                  <a:gd name="connsiteX2" fmla="*/ 26734 w 215222"/>
                  <a:gd name="connsiteY2" fmla="*/ 952 h 218952"/>
                  <a:gd name="connsiteX3" fmla="*/ 180000 w 215222"/>
                  <a:gd name="connsiteY3" fmla="*/ 0 h 218952"/>
                  <a:gd name="connsiteX4" fmla="*/ 215223 w 215222"/>
                  <a:gd name="connsiteY4" fmla="*/ 37127 h 218952"/>
                  <a:gd name="connsiteX5" fmla="*/ 215223 w 215222"/>
                  <a:gd name="connsiteY5" fmla="*/ 180874 h 218952"/>
                  <a:gd name="connsiteX6" fmla="*/ 178096 w 215222"/>
                  <a:gd name="connsiteY6" fmla="*/ 218952 h 218952"/>
                  <a:gd name="connsiteX7" fmla="*/ 26734 w 215222"/>
                  <a:gd name="connsiteY7" fmla="*/ 218952 h 218952"/>
                  <a:gd name="connsiteX8" fmla="*/ 79 w 215222"/>
                  <a:gd name="connsiteY8" fmla="*/ 191345 h 218952"/>
                  <a:gd name="connsiteX9" fmla="*/ 1030 w 215222"/>
                  <a:gd name="connsiteY9" fmla="*/ 109476 h 218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22" h="218952">
                    <a:moveTo>
                      <a:pt x="1030" y="109476"/>
                    </a:moveTo>
                    <a:cubicBezTo>
                      <a:pt x="1030" y="82821"/>
                      <a:pt x="1982" y="56166"/>
                      <a:pt x="1030" y="28559"/>
                    </a:cubicBezTo>
                    <a:cubicBezTo>
                      <a:pt x="79" y="9520"/>
                      <a:pt x="5790" y="0"/>
                      <a:pt x="26734" y="952"/>
                    </a:cubicBezTo>
                    <a:cubicBezTo>
                      <a:pt x="78140" y="1904"/>
                      <a:pt x="129546" y="0"/>
                      <a:pt x="180000" y="0"/>
                    </a:cubicBezTo>
                    <a:cubicBezTo>
                      <a:pt x="207607" y="0"/>
                      <a:pt x="215223" y="9520"/>
                      <a:pt x="215223" y="37127"/>
                    </a:cubicBezTo>
                    <a:cubicBezTo>
                      <a:pt x="215223" y="84725"/>
                      <a:pt x="215223" y="133275"/>
                      <a:pt x="215223" y="180874"/>
                    </a:cubicBezTo>
                    <a:cubicBezTo>
                      <a:pt x="215223" y="212288"/>
                      <a:pt x="209511" y="218000"/>
                      <a:pt x="178096" y="218952"/>
                    </a:cubicBezTo>
                    <a:cubicBezTo>
                      <a:pt x="127642" y="218952"/>
                      <a:pt x="77188" y="218000"/>
                      <a:pt x="26734" y="218952"/>
                    </a:cubicBezTo>
                    <a:cubicBezTo>
                      <a:pt x="6742" y="218952"/>
                      <a:pt x="-873" y="212288"/>
                      <a:pt x="79" y="191345"/>
                    </a:cubicBezTo>
                    <a:cubicBezTo>
                      <a:pt x="1982" y="164690"/>
                      <a:pt x="1030" y="137083"/>
                      <a:pt x="1030" y="1094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5" name="Forme libre 74">
                <a:extLst>
                  <a:ext uri="{FF2B5EF4-FFF2-40B4-BE49-F238E27FC236}">
                    <a16:creationId xmlns:a16="http://schemas.microsoft.com/office/drawing/2014/main" id="{CA9FF764-F221-3688-6F50-EFE5C25872E5}"/>
                  </a:ext>
                </a:extLst>
              </p:cNvPr>
              <p:cNvSpPr/>
              <p:nvPr/>
            </p:nvSpPr>
            <p:spPr>
              <a:xfrm>
                <a:off x="10388220" y="6396287"/>
                <a:ext cx="219904" cy="219904"/>
              </a:xfrm>
              <a:custGeom>
                <a:avLst/>
                <a:gdLst>
                  <a:gd name="connsiteX0" fmla="*/ 109476 w 219904"/>
                  <a:gd name="connsiteY0" fmla="*/ 0 h 219904"/>
                  <a:gd name="connsiteX1" fmla="*/ 195153 w 219904"/>
                  <a:gd name="connsiteY1" fmla="*/ 0 h 219904"/>
                  <a:gd name="connsiteX2" fmla="*/ 219904 w 219904"/>
                  <a:gd name="connsiteY2" fmla="*/ 24751 h 219904"/>
                  <a:gd name="connsiteX3" fmla="*/ 219904 w 219904"/>
                  <a:gd name="connsiteY3" fmla="*/ 193249 h 219904"/>
                  <a:gd name="connsiteX4" fmla="*/ 194201 w 219904"/>
                  <a:gd name="connsiteY4" fmla="*/ 219904 h 219904"/>
                  <a:gd name="connsiteX5" fmla="*/ 23799 w 219904"/>
                  <a:gd name="connsiteY5" fmla="*/ 219904 h 219904"/>
                  <a:gd name="connsiteX6" fmla="*/ 0 w 219904"/>
                  <a:gd name="connsiteY6" fmla="*/ 194201 h 219904"/>
                  <a:gd name="connsiteX7" fmla="*/ 0 w 219904"/>
                  <a:gd name="connsiteY7" fmla="*/ 23799 h 219904"/>
                  <a:gd name="connsiteX8" fmla="*/ 22847 w 219904"/>
                  <a:gd name="connsiteY8" fmla="*/ 0 h 219904"/>
                  <a:gd name="connsiteX9" fmla="*/ 109476 w 219904"/>
                  <a:gd name="connsiteY9" fmla="*/ 0 h 21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9904" h="219904">
                    <a:moveTo>
                      <a:pt x="109476" y="0"/>
                    </a:moveTo>
                    <a:cubicBezTo>
                      <a:pt x="138035" y="0"/>
                      <a:pt x="166594" y="0"/>
                      <a:pt x="195153" y="0"/>
                    </a:cubicBezTo>
                    <a:cubicBezTo>
                      <a:pt x="212288" y="0"/>
                      <a:pt x="219904" y="6664"/>
                      <a:pt x="219904" y="24751"/>
                    </a:cubicBezTo>
                    <a:cubicBezTo>
                      <a:pt x="218952" y="80917"/>
                      <a:pt x="218952" y="137083"/>
                      <a:pt x="219904" y="193249"/>
                    </a:cubicBezTo>
                    <a:cubicBezTo>
                      <a:pt x="219904" y="211336"/>
                      <a:pt x="213240" y="219904"/>
                      <a:pt x="194201" y="219904"/>
                    </a:cubicBezTo>
                    <a:cubicBezTo>
                      <a:pt x="137083" y="219904"/>
                      <a:pt x="79965" y="218952"/>
                      <a:pt x="23799" y="219904"/>
                    </a:cubicBezTo>
                    <a:cubicBezTo>
                      <a:pt x="5712" y="219904"/>
                      <a:pt x="0" y="211336"/>
                      <a:pt x="0" y="194201"/>
                    </a:cubicBezTo>
                    <a:cubicBezTo>
                      <a:pt x="0" y="137083"/>
                      <a:pt x="0" y="79965"/>
                      <a:pt x="0" y="23799"/>
                    </a:cubicBezTo>
                    <a:cubicBezTo>
                      <a:pt x="0" y="7616"/>
                      <a:pt x="5712" y="0"/>
                      <a:pt x="22847" y="0"/>
                    </a:cubicBezTo>
                    <a:cubicBezTo>
                      <a:pt x="51406" y="0"/>
                      <a:pt x="79965" y="0"/>
                      <a:pt x="1094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6" name="Forme libre 75">
                <a:extLst>
                  <a:ext uri="{FF2B5EF4-FFF2-40B4-BE49-F238E27FC236}">
                    <a16:creationId xmlns:a16="http://schemas.microsoft.com/office/drawing/2014/main" id="{7380EBEA-619A-76E6-5F2B-BE1BE938FF8D}"/>
                  </a:ext>
                </a:extLst>
              </p:cNvPr>
              <p:cNvSpPr/>
              <p:nvPr/>
            </p:nvSpPr>
            <p:spPr>
              <a:xfrm>
                <a:off x="6769795" y="2777863"/>
                <a:ext cx="673992" cy="673992"/>
              </a:xfrm>
              <a:custGeom>
                <a:avLst/>
                <a:gdLst>
                  <a:gd name="connsiteX0" fmla="*/ 0 w 673992"/>
                  <a:gd name="connsiteY0" fmla="*/ 337948 h 673992"/>
                  <a:gd name="connsiteX1" fmla="*/ 0 w 673992"/>
                  <a:gd name="connsiteY1" fmla="*/ 39983 h 673992"/>
                  <a:gd name="connsiteX2" fmla="*/ 39983 w 673992"/>
                  <a:gd name="connsiteY2" fmla="*/ 0 h 673992"/>
                  <a:gd name="connsiteX3" fmla="*/ 635914 w 673992"/>
                  <a:gd name="connsiteY3" fmla="*/ 0 h 673992"/>
                  <a:gd name="connsiteX4" fmla="*/ 673992 w 673992"/>
                  <a:gd name="connsiteY4" fmla="*/ 38079 h 673992"/>
                  <a:gd name="connsiteX5" fmla="*/ 673992 w 673992"/>
                  <a:gd name="connsiteY5" fmla="*/ 634010 h 673992"/>
                  <a:gd name="connsiteX6" fmla="*/ 634962 w 673992"/>
                  <a:gd name="connsiteY6" fmla="*/ 673992 h 673992"/>
                  <a:gd name="connsiteX7" fmla="*/ 39031 w 673992"/>
                  <a:gd name="connsiteY7" fmla="*/ 673992 h 673992"/>
                  <a:gd name="connsiteX8" fmla="*/ 0 w 673992"/>
                  <a:gd name="connsiteY8" fmla="*/ 633058 h 673992"/>
                  <a:gd name="connsiteX9" fmla="*/ 0 w 673992"/>
                  <a:gd name="connsiteY9" fmla="*/ 337948 h 673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3992" h="673992">
                    <a:moveTo>
                      <a:pt x="0" y="337948"/>
                    </a:moveTo>
                    <a:cubicBezTo>
                      <a:pt x="0" y="238944"/>
                      <a:pt x="0" y="138987"/>
                      <a:pt x="0" y="39983"/>
                    </a:cubicBezTo>
                    <a:cubicBezTo>
                      <a:pt x="0" y="6664"/>
                      <a:pt x="6664" y="0"/>
                      <a:pt x="39983" y="0"/>
                    </a:cubicBezTo>
                    <a:cubicBezTo>
                      <a:pt x="238944" y="0"/>
                      <a:pt x="436953" y="0"/>
                      <a:pt x="635914" y="0"/>
                    </a:cubicBezTo>
                    <a:cubicBezTo>
                      <a:pt x="668280" y="0"/>
                      <a:pt x="673992" y="5712"/>
                      <a:pt x="673992" y="38079"/>
                    </a:cubicBezTo>
                    <a:cubicBezTo>
                      <a:pt x="673992" y="237040"/>
                      <a:pt x="673992" y="435049"/>
                      <a:pt x="673992" y="634010"/>
                    </a:cubicBezTo>
                    <a:cubicBezTo>
                      <a:pt x="673992" y="669232"/>
                      <a:pt x="669232" y="673992"/>
                      <a:pt x="634962" y="673992"/>
                    </a:cubicBezTo>
                    <a:cubicBezTo>
                      <a:pt x="436001" y="673992"/>
                      <a:pt x="237992" y="673992"/>
                      <a:pt x="39031" y="673992"/>
                    </a:cubicBezTo>
                    <a:cubicBezTo>
                      <a:pt x="5712" y="673992"/>
                      <a:pt x="0" y="668280"/>
                      <a:pt x="0" y="633058"/>
                    </a:cubicBezTo>
                    <a:cubicBezTo>
                      <a:pt x="0" y="535005"/>
                      <a:pt x="0" y="436953"/>
                      <a:pt x="0" y="3379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7" name="Forme libre 76">
                <a:extLst>
                  <a:ext uri="{FF2B5EF4-FFF2-40B4-BE49-F238E27FC236}">
                    <a16:creationId xmlns:a16="http://schemas.microsoft.com/office/drawing/2014/main" id="{42AB35DF-C2D3-CCF1-1CC1-9A31E2F92427}"/>
                  </a:ext>
                </a:extLst>
              </p:cNvPr>
              <p:cNvSpPr/>
              <p:nvPr/>
            </p:nvSpPr>
            <p:spPr>
              <a:xfrm>
                <a:off x="6768843" y="6849423"/>
                <a:ext cx="674944" cy="673992"/>
              </a:xfrm>
              <a:custGeom>
                <a:avLst/>
                <a:gdLst>
                  <a:gd name="connsiteX0" fmla="*/ 339852 w 674944"/>
                  <a:gd name="connsiteY0" fmla="*/ 0 h 673992"/>
                  <a:gd name="connsiteX1" fmla="*/ 637818 w 674944"/>
                  <a:gd name="connsiteY1" fmla="*/ 0 h 673992"/>
                  <a:gd name="connsiteX2" fmla="*/ 674944 w 674944"/>
                  <a:gd name="connsiteY2" fmla="*/ 36175 h 673992"/>
                  <a:gd name="connsiteX3" fmla="*/ 674944 w 674944"/>
                  <a:gd name="connsiteY3" fmla="*/ 636865 h 673992"/>
                  <a:gd name="connsiteX4" fmla="*/ 636866 w 674944"/>
                  <a:gd name="connsiteY4" fmla="*/ 673992 h 673992"/>
                  <a:gd name="connsiteX5" fmla="*/ 38079 w 674944"/>
                  <a:gd name="connsiteY5" fmla="*/ 673992 h 673992"/>
                  <a:gd name="connsiteX6" fmla="*/ 0 w 674944"/>
                  <a:gd name="connsiteY6" fmla="*/ 636865 h 673992"/>
                  <a:gd name="connsiteX7" fmla="*/ 0 w 674944"/>
                  <a:gd name="connsiteY7" fmla="*/ 36175 h 673992"/>
                  <a:gd name="connsiteX8" fmla="*/ 38079 w 674944"/>
                  <a:gd name="connsiteY8" fmla="*/ 0 h 673992"/>
                  <a:gd name="connsiteX9" fmla="*/ 339852 w 674944"/>
                  <a:gd name="connsiteY9" fmla="*/ 0 h 673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4944" h="673992">
                    <a:moveTo>
                      <a:pt x="339852" y="0"/>
                    </a:moveTo>
                    <a:cubicBezTo>
                      <a:pt x="438857" y="0"/>
                      <a:pt x="538813" y="0"/>
                      <a:pt x="637818" y="0"/>
                    </a:cubicBezTo>
                    <a:cubicBezTo>
                      <a:pt x="670184" y="0"/>
                      <a:pt x="674944" y="5712"/>
                      <a:pt x="674944" y="36175"/>
                    </a:cubicBezTo>
                    <a:cubicBezTo>
                      <a:pt x="674944" y="236088"/>
                      <a:pt x="674944" y="436952"/>
                      <a:pt x="674944" y="636865"/>
                    </a:cubicBezTo>
                    <a:cubicBezTo>
                      <a:pt x="674944" y="667328"/>
                      <a:pt x="668280" y="673992"/>
                      <a:pt x="636866" y="673992"/>
                    </a:cubicBezTo>
                    <a:cubicBezTo>
                      <a:pt x="436953" y="673992"/>
                      <a:pt x="237992" y="673992"/>
                      <a:pt x="38079" y="673992"/>
                    </a:cubicBezTo>
                    <a:cubicBezTo>
                      <a:pt x="7616" y="673992"/>
                      <a:pt x="0" y="667328"/>
                      <a:pt x="0" y="636865"/>
                    </a:cubicBezTo>
                    <a:cubicBezTo>
                      <a:pt x="0" y="436952"/>
                      <a:pt x="0" y="236088"/>
                      <a:pt x="0" y="36175"/>
                    </a:cubicBezTo>
                    <a:cubicBezTo>
                      <a:pt x="0" y="5712"/>
                      <a:pt x="6664" y="0"/>
                      <a:pt x="38079" y="0"/>
                    </a:cubicBezTo>
                    <a:cubicBezTo>
                      <a:pt x="138987" y="0"/>
                      <a:pt x="238944" y="0"/>
                      <a:pt x="3398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8" name="Forme libre 77">
                <a:extLst>
                  <a:ext uri="{FF2B5EF4-FFF2-40B4-BE49-F238E27FC236}">
                    <a16:creationId xmlns:a16="http://schemas.microsoft.com/office/drawing/2014/main" id="{D371C0BE-7DF8-7438-BABC-22FEBAABEFE4}"/>
                  </a:ext>
                </a:extLst>
              </p:cNvPr>
              <p:cNvSpPr/>
              <p:nvPr/>
            </p:nvSpPr>
            <p:spPr>
              <a:xfrm>
                <a:off x="10841355" y="2776911"/>
                <a:ext cx="673992" cy="674944"/>
              </a:xfrm>
              <a:custGeom>
                <a:avLst/>
                <a:gdLst>
                  <a:gd name="connsiteX0" fmla="*/ 0 w 673992"/>
                  <a:gd name="connsiteY0" fmla="*/ 338900 h 674944"/>
                  <a:gd name="connsiteX1" fmla="*/ 0 w 673992"/>
                  <a:gd name="connsiteY1" fmla="*/ 38079 h 674944"/>
                  <a:gd name="connsiteX2" fmla="*/ 37127 w 673992"/>
                  <a:gd name="connsiteY2" fmla="*/ 0 h 674944"/>
                  <a:gd name="connsiteX3" fmla="*/ 637818 w 673992"/>
                  <a:gd name="connsiteY3" fmla="*/ 0 h 674944"/>
                  <a:gd name="connsiteX4" fmla="*/ 673992 w 673992"/>
                  <a:gd name="connsiteY4" fmla="*/ 36175 h 674944"/>
                  <a:gd name="connsiteX5" fmla="*/ 673992 w 673992"/>
                  <a:gd name="connsiteY5" fmla="*/ 639721 h 674944"/>
                  <a:gd name="connsiteX6" fmla="*/ 638770 w 673992"/>
                  <a:gd name="connsiteY6" fmla="*/ 674944 h 674944"/>
                  <a:gd name="connsiteX7" fmla="*/ 33319 w 673992"/>
                  <a:gd name="connsiteY7" fmla="*/ 674944 h 674944"/>
                  <a:gd name="connsiteX8" fmla="*/ 0 w 673992"/>
                  <a:gd name="connsiteY8" fmla="*/ 639721 h 674944"/>
                  <a:gd name="connsiteX9" fmla="*/ 0 w 673992"/>
                  <a:gd name="connsiteY9" fmla="*/ 338900 h 674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3992" h="674944">
                    <a:moveTo>
                      <a:pt x="0" y="338900"/>
                    </a:moveTo>
                    <a:cubicBezTo>
                      <a:pt x="0" y="238944"/>
                      <a:pt x="0" y="138987"/>
                      <a:pt x="0" y="38079"/>
                    </a:cubicBezTo>
                    <a:cubicBezTo>
                      <a:pt x="0" y="6664"/>
                      <a:pt x="5712" y="0"/>
                      <a:pt x="37127" y="0"/>
                    </a:cubicBezTo>
                    <a:cubicBezTo>
                      <a:pt x="237040" y="0"/>
                      <a:pt x="437905" y="0"/>
                      <a:pt x="637818" y="0"/>
                    </a:cubicBezTo>
                    <a:cubicBezTo>
                      <a:pt x="667329" y="0"/>
                      <a:pt x="673992" y="7616"/>
                      <a:pt x="673992" y="36175"/>
                    </a:cubicBezTo>
                    <a:cubicBezTo>
                      <a:pt x="673992" y="237040"/>
                      <a:pt x="673992" y="438857"/>
                      <a:pt x="673992" y="639721"/>
                    </a:cubicBezTo>
                    <a:cubicBezTo>
                      <a:pt x="673992" y="667328"/>
                      <a:pt x="667329" y="674944"/>
                      <a:pt x="638770" y="674944"/>
                    </a:cubicBezTo>
                    <a:cubicBezTo>
                      <a:pt x="436953" y="674944"/>
                      <a:pt x="235136" y="674944"/>
                      <a:pt x="33319" y="674944"/>
                    </a:cubicBezTo>
                    <a:cubicBezTo>
                      <a:pt x="5712" y="674944"/>
                      <a:pt x="0" y="668280"/>
                      <a:pt x="0" y="639721"/>
                    </a:cubicBezTo>
                    <a:cubicBezTo>
                      <a:pt x="0" y="538813"/>
                      <a:pt x="0" y="438857"/>
                      <a:pt x="0" y="3389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</p:grp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E7BDCE9A-9E28-9715-AD97-4C0A8AFBB2C7}"/>
                </a:ext>
              </a:extLst>
            </p:cNvPr>
            <p:cNvSpPr txBox="1"/>
            <p:nvPr/>
          </p:nvSpPr>
          <p:spPr>
            <a:xfrm>
              <a:off x="6505856" y="8241380"/>
              <a:ext cx="2985247" cy="70985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/>
              <a:r>
                <a:rPr lang="en-US" sz="2400" spc="150" noProof="0" dirty="0">
                  <a:solidFill>
                    <a:srgbClr val="FFFFFF"/>
                  </a:solidFill>
                  <a:latin typeface="Calibri" panose="020F0502020204030204" pitchFamily="34" charset="0"/>
                </a:rPr>
                <a:t>alten.com</a:t>
              </a:r>
              <a:endParaRPr lang="en-US" sz="2400" b="1" spc="150" noProof="0" dirty="0">
                <a:solidFill>
                  <a:srgbClr val="FBEE35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BFF5B42E-B2F2-C86A-AC4D-745C86CAA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59643" y="9057802"/>
              <a:ext cx="2817921" cy="44148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9C7303A-0CFC-48A1-6F77-BBABF7620698}"/>
              </a:ext>
            </a:extLst>
          </p:cNvPr>
          <p:cNvSpPr/>
          <p:nvPr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pic>
        <p:nvPicPr>
          <p:cNvPr id="10" name="Image 9" descr="Une image contenant texte, Graphique, graphisme, affiche&#10;&#10;Le contenu généré par l’IA peut être incorrect.">
            <a:extLst>
              <a:ext uri="{FF2B5EF4-FFF2-40B4-BE49-F238E27FC236}">
                <a16:creationId xmlns:a16="http://schemas.microsoft.com/office/drawing/2014/main" id="{349E49F8-49C4-7D07-B06E-A081E003AFE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0127" y="825754"/>
            <a:ext cx="944503" cy="133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966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>
            <a:extLst>
              <a:ext uri="{FF2B5EF4-FFF2-40B4-BE49-F238E27FC236}">
                <a16:creationId xmlns:a16="http://schemas.microsoft.com/office/drawing/2014/main" id="{C0EFB7E7-3B2E-DB29-1FF6-29DA7A52260B}"/>
              </a:ext>
            </a:extLst>
          </p:cNvPr>
          <p:cNvSpPr txBox="1"/>
          <p:nvPr/>
        </p:nvSpPr>
        <p:spPr>
          <a:xfrm>
            <a:off x="1406053" y="2681390"/>
            <a:ext cx="6313115" cy="9210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2700" b="1" spc="150" noProof="0" dirty="0">
                <a:solidFill>
                  <a:srgbClr val="FFFFFF"/>
                </a:solidFill>
                <a:latin typeface="Calibri" panose="020F0502020204030204" pitchFamily="34" charset="0"/>
              </a:rPr>
              <a:t>POUR EN SAVOIR + SUR</a:t>
            </a:r>
          </a:p>
          <a:p>
            <a:pPr algn="ctr"/>
            <a:r>
              <a:rPr lang="en-US" sz="1210" noProof="0" dirty="0">
                <a:solidFill>
                  <a:srgbClr val="FFFFFF"/>
                </a:solidFill>
                <a:latin typeface="Calibri" panose="020F0502020204030204" pitchFamily="34" charset="0"/>
              </a:rPr>
              <a:t>NOTRE VISION, NOS ENGAGEMENTS, NOS OPPORTUNITÉS</a:t>
            </a:r>
            <a:endParaRPr lang="en-US" sz="1210" b="1" noProof="0" dirty="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3150" b="1" spc="150" noProof="0" dirty="0">
                <a:solidFill>
                  <a:schemeClr val="accent5"/>
                </a:solidFill>
                <a:latin typeface="Calibri" panose="020F0502020204030204" pitchFamily="34" charset="0"/>
              </a:rPr>
              <a:t>VISITEZ NOTRE SITE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3490AB2F-B357-A69F-BD5B-CB0791374406}"/>
              </a:ext>
            </a:extLst>
          </p:cNvPr>
          <p:cNvGrpSpPr/>
          <p:nvPr/>
        </p:nvGrpSpPr>
        <p:grpSpPr>
          <a:xfrm>
            <a:off x="3343142" y="4120690"/>
            <a:ext cx="2345500" cy="628954"/>
            <a:chOff x="6505856" y="8241380"/>
            <a:chExt cx="4690999" cy="1257907"/>
          </a:xfrm>
        </p:grpSpPr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A510EA1F-8919-6799-BFE3-699CEB162E6E}"/>
                </a:ext>
              </a:extLst>
            </p:cNvPr>
            <p:cNvCxnSpPr/>
            <p:nvPr/>
          </p:nvCxnSpPr>
          <p:spPr>
            <a:xfrm>
              <a:off x="9752115" y="8383506"/>
              <a:ext cx="0" cy="1097853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Graphique 32">
              <a:extLst>
                <a:ext uri="{FF2B5EF4-FFF2-40B4-BE49-F238E27FC236}">
                  <a16:creationId xmlns:a16="http://schemas.microsoft.com/office/drawing/2014/main" id="{382CC4BD-37CB-281F-F7F6-EE11E9D6796D}"/>
                </a:ext>
              </a:extLst>
            </p:cNvPr>
            <p:cNvGrpSpPr/>
            <p:nvPr/>
          </p:nvGrpSpPr>
          <p:grpSpPr>
            <a:xfrm>
              <a:off x="10100268" y="8390587"/>
              <a:ext cx="1096587" cy="1096587"/>
              <a:chOff x="6332843" y="2325679"/>
              <a:chExt cx="5562339" cy="5562339"/>
            </a:xfrm>
            <a:solidFill>
              <a:srgbClr val="FFFFFF"/>
            </a:solidFill>
          </p:grpSpPr>
          <p:sp>
            <p:nvSpPr>
              <p:cNvPr id="113" name="Forme libre 112">
                <a:extLst>
                  <a:ext uri="{FF2B5EF4-FFF2-40B4-BE49-F238E27FC236}">
                    <a16:creationId xmlns:a16="http://schemas.microsoft.com/office/drawing/2014/main" id="{6B45F558-0CF4-283C-3D0F-C964CF988328}"/>
                  </a:ext>
                </a:extLst>
              </p:cNvPr>
              <p:cNvSpPr/>
              <p:nvPr/>
            </p:nvSpPr>
            <p:spPr>
              <a:xfrm>
                <a:off x="6332843" y="2325679"/>
                <a:ext cx="3559402" cy="3558450"/>
              </a:xfrm>
              <a:custGeom>
                <a:avLst/>
                <a:gdLst>
                  <a:gd name="connsiteX0" fmla="*/ 1559321 w 3559402"/>
                  <a:gd name="connsiteY0" fmla="*/ 3122450 h 3558450"/>
                  <a:gd name="connsiteX1" fmla="*/ 1560273 w 3559402"/>
                  <a:gd name="connsiteY1" fmla="*/ 2919681 h 3558450"/>
                  <a:gd name="connsiteX2" fmla="*/ 1531714 w 3559402"/>
                  <a:gd name="connsiteY2" fmla="*/ 2891122 h 3558450"/>
                  <a:gd name="connsiteX3" fmla="*/ 1359408 w 3559402"/>
                  <a:gd name="connsiteY3" fmla="*/ 2892074 h 3558450"/>
                  <a:gd name="connsiteX4" fmla="*/ 1334657 w 3559402"/>
                  <a:gd name="connsiteY4" fmla="*/ 2872083 h 3558450"/>
                  <a:gd name="connsiteX5" fmla="*/ 1334657 w 3559402"/>
                  <a:gd name="connsiteY5" fmla="*/ 2671218 h 3558450"/>
                  <a:gd name="connsiteX6" fmla="*/ 1557417 w 3559402"/>
                  <a:gd name="connsiteY6" fmla="*/ 2671218 h 3558450"/>
                  <a:gd name="connsiteX7" fmla="*/ 1557417 w 3559402"/>
                  <a:gd name="connsiteY7" fmla="*/ 2446554 h 3558450"/>
                  <a:gd name="connsiteX8" fmla="*/ 1533618 w 3559402"/>
                  <a:gd name="connsiteY8" fmla="*/ 2445602 h 3558450"/>
                  <a:gd name="connsiteX9" fmla="*/ 1146168 w 3559402"/>
                  <a:gd name="connsiteY9" fmla="*/ 2446554 h 3558450"/>
                  <a:gd name="connsiteX10" fmla="*/ 1113801 w 3559402"/>
                  <a:gd name="connsiteY10" fmla="*/ 2414187 h 3558450"/>
                  <a:gd name="connsiteX11" fmla="*/ 1114753 w 3559402"/>
                  <a:gd name="connsiteY11" fmla="*/ 2249497 h 3558450"/>
                  <a:gd name="connsiteX12" fmla="*/ 1091906 w 3559402"/>
                  <a:gd name="connsiteY12" fmla="*/ 2225698 h 3558450"/>
                  <a:gd name="connsiteX13" fmla="*/ 913888 w 3559402"/>
                  <a:gd name="connsiteY13" fmla="*/ 2225698 h 3558450"/>
                  <a:gd name="connsiteX14" fmla="*/ 888185 w 3559402"/>
                  <a:gd name="connsiteY14" fmla="*/ 2247593 h 3558450"/>
                  <a:gd name="connsiteX15" fmla="*/ 888185 w 3559402"/>
                  <a:gd name="connsiteY15" fmla="*/ 2446554 h 3558450"/>
                  <a:gd name="connsiteX16" fmla="*/ 1073818 w 3559402"/>
                  <a:gd name="connsiteY16" fmla="*/ 2446554 h 3558450"/>
                  <a:gd name="connsiteX17" fmla="*/ 1112849 w 3559402"/>
                  <a:gd name="connsiteY17" fmla="*/ 2485584 h 3558450"/>
                  <a:gd name="connsiteX18" fmla="*/ 1112849 w 3559402"/>
                  <a:gd name="connsiteY18" fmla="*/ 2858755 h 3558450"/>
                  <a:gd name="connsiteX19" fmla="*/ 1147120 w 3559402"/>
                  <a:gd name="connsiteY19" fmla="*/ 2892074 h 3558450"/>
                  <a:gd name="connsiteX20" fmla="*/ 1297530 w 3559402"/>
                  <a:gd name="connsiteY20" fmla="*/ 2892074 h 3558450"/>
                  <a:gd name="connsiteX21" fmla="*/ 1333705 w 3559402"/>
                  <a:gd name="connsiteY21" fmla="*/ 2929201 h 3558450"/>
                  <a:gd name="connsiteX22" fmla="*/ 1333705 w 3559402"/>
                  <a:gd name="connsiteY22" fmla="*/ 3089131 h 3558450"/>
                  <a:gd name="connsiteX23" fmla="*/ 1309906 w 3559402"/>
                  <a:gd name="connsiteY23" fmla="*/ 3116738 h 3558450"/>
                  <a:gd name="connsiteX24" fmla="*/ 1115705 w 3559402"/>
                  <a:gd name="connsiteY24" fmla="*/ 3116738 h 3558450"/>
                  <a:gd name="connsiteX25" fmla="*/ 1113801 w 3559402"/>
                  <a:gd name="connsiteY25" fmla="*/ 3102459 h 3558450"/>
                  <a:gd name="connsiteX26" fmla="*/ 1114753 w 3559402"/>
                  <a:gd name="connsiteY26" fmla="*/ 2927297 h 3558450"/>
                  <a:gd name="connsiteX27" fmla="*/ 1078578 w 3559402"/>
                  <a:gd name="connsiteY27" fmla="*/ 2891122 h 3558450"/>
                  <a:gd name="connsiteX28" fmla="*/ 708263 w 3559402"/>
                  <a:gd name="connsiteY28" fmla="*/ 2891122 h 3558450"/>
                  <a:gd name="connsiteX29" fmla="*/ 473127 w 3559402"/>
                  <a:gd name="connsiteY29" fmla="*/ 2891122 h 3558450"/>
                  <a:gd name="connsiteX30" fmla="*/ 443616 w 3559402"/>
                  <a:gd name="connsiteY30" fmla="*/ 2860659 h 3558450"/>
                  <a:gd name="connsiteX31" fmla="*/ 443616 w 3559402"/>
                  <a:gd name="connsiteY31" fmla="*/ 2695969 h 3558450"/>
                  <a:gd name="connsiteX32" fmla="*/ 416961 w 3559402"/>
                  <a:gd name="connsiteY32" fmla="*/ 2670266 h 3558450"/>
                  <a:gd name="connsiteX33" fmla="*/ 257031 w 3559402"/>
                  <a:gd name="connsiteY33" fmla="*/ 2670266 h 3558450"/>
                  <a:gd name="connsiteX34" fmla="*/ 223712 w 3559402"/>
                  <a:gd name="connsiteY34" fmla="*/ 2636947 h 3558450"/>
                  <a:gd name="connsiteX35" fmla="*/ 224664 w 3559402"/>
                  <a:gd name="connsiteY35" fmla="*/ 2469401 h 3558450"/>
                  <a:gd name="connsiteX36" fmla="*/ 200865 w 3559402"/>
                  <a:gd name="connsiteY36" fmla="*/ 2444650 h 3558450"/>
                  <a:gd name="connsiteX37" fmla="*/ 25703 w 3559402"/>
                  <a:gd name="connsiteY37" fmla="*/ 2445602 h 3558450"/>
                  <a:gd name="connsiteX38" fmla="*/ 0 w 3559402"/>
                  <a:gd name="connsiteY38" fmla="*/ 2445602 h 3558450"/>
                  <a:gd name="connsiteX39" fmla="*/ 0 w 3559402"/>
                  <a:gd name="connsiteY39" fmla="*/ 2225698 h 3558450"/>
                  <a:gd name="connsiteX40" fmla="*/ 75205 w 3559402"/>
                  <a:gd name="connsiteY40" fmla="*/ 2225698 h 3558450"/>
                  <a:gd name="connsiteX41" fmla="*/ 195153 w 3559402"/>
                  <a:gd name="connsiteY41" fmla="*/ 2225698 h 3558450"/>
                  <a:gd name="connsiteX42" fmla="*/ 223712 w 3559402"/>
                  <a:gd name="connsiteY42" fmla="*/ 2197139 h 3558450"/>
                  <a:gd name="connsiteX43" fmla="*/ 223712 w 3559402"/>
                  <a:gd name="connsiteY43" fmla="*/ 2019121 h 3558450"/>
                  <a:gd name="connsiteX44" fmla="*/ 200865 w 3559402"/>
                  <a:gd name="connsiteY44" fmla="*/ 1998177 h 3558450"/>
                  <a:gd name="connsiteX45" fmla="*/ 28559 w 3559402"/>
                  <a:gd name="connsiteY45" fmla="*/ 1998177 h 3558450"/>
                  <a:gd name="connsiteX46" fmla="*/ 0 w 3559402"/>
                  <a:gd name="connsiteY46" fmla="*/ 1998177 h 3558450"/>
                  <a:gd name="connsiteX47" fmla="*/ 0 w 3559402"/>
                  <a:gd name="connsiteY47" fmla="*/ 1781129 h 3558450"/>
                  <a:gd name="connsiteX48" fmla="*/ 667328 w 3559402"/>
                  <a:gd name="connsiteY48" fmla="*/ 1781129 h 3558450"/>
                  <a:gd name="connsiteX49" fmla="*/ 667328 w 3559402"/>
                  <a:gd name="connsiteY49" fmla="*/ 1911549 h 3558450"/>
                  <a:gd name="connsiteX50" fmla="*/ 668280 w 3559402"/>
                  <a:gd name="connsiteY50" fmla="*/ 1981994 h 3558450"/>
                  <a:gd name="connsiteX51" fmla="*/ 682560 w 3559402"/>
                  <a:gd name="connsiteY51" fmla="*/ 1999129 h 3558450"/>
                  <a:gd name="connsiteX52" fmla="*/ 1114753 w 3559402"/>
                  <a:gd name="connsiteY52" fmla="*/ 2000081 h 3558450"/>
                  <a:gd name="connsiteX53" fmla="*/ 1114753 w 3559402"/>
                  <a:gd name="connsiteY53" fmla="*/ 1782081 h 3558450"/>
                  <a:gd name="connsiteX54" fmla="*/ 1557417 w 3559402"/>
                  <a:gd name="connsiteY54" fmla="*/ 1782081 h 3558450"/>
                  <a:gd name="connsiteX55" fmla="*/ 1557417 w 3559402"/>
                  <a:gd name="connsiteY55" fmla="*/ 1998177 h 3558450"/>
                  <a:gd name="connsiteX56" fmla="*/ 1531714 w 3559402"/>
                  <a:gd name="connsiteY56" fmla="*/ 1998177 h 3558450"/>
                  <a:gd name="connsiteX57" fmla="*/ 1356552 w 3559402"/>
                  <a:gd name="connsiteY57" fmla="*/ 1998177 h 3558450"/>
                  <a:gd name="connsiteX58" fmla="*/ 1333705 w 3559402"/>
                  <a:gd name="connsiteY58" fmla="*/ 2021025 h 3558450"/>
                  <a:gd name="connsiteX59" fmla="*/ 1333705 w 3559402"/>
                  <a:gd name="connsiteY59" fmla="*/ 2193331 h 3558450"/>
                  <a:gd name="connsiteX60" fmla="*/ 1364168 w 3559402"/>
                  <a:gd name="connsiteY60" fmla="*/ 2224746 h 3558450"/>
                  <a:gd name="connsiteX61" fmla="*/ 1744002 w 3559402"/>
                  <a:gd name="connsiteY61" fmla="*/ 2224746 h 3558450"/>
                  <a:gd name="connsiteX62" fmla="*/ 1780177 w 3559402"/>
                  <a:gd name="connsiteY62" fmla="*/ 2188571 h 3558450"/>
                  <a:gd name="connsiteX63" fmla="*/ 1780177 w 3559402"/>
                  <a:gd name="connsiteY63" fmla="*/ 925311 h 3558450"/>
                  <a:gd name="connsiteX64" fmla="*/ 1780177 w 3559402"/>
                  <a:gd name="connsiteY64" fmla="*/ 891041 h 3558450"/>
                  <a:gd name="connsiteX65" fmla="*/ 2225698 w 3559402"/>
                  <a:gd name="connsiteY65" fmla="*/ 891041 h 3558450"/>
                  <a:gd name="connsiteX66" fmla="*/ 2225698 w 3559402"/>
                  <a:gd name="connsiteY66" fmla="*/ 857722 h 3558450"/>
                  <a:gd name="connsiteX67" fmla="*/ 2226650 w 3559402"/>
                  <a:gd name="connsiteY67" fmla="*/ 467415 h 3558450"/>
                  <a:gd name="connsiteX68" fmla="*/ 2200946 w 3559402"/>
                  <a:gd name="connsiteY68" fmla="*/ 442664 h 3558450"/>
                  <a:gd name="connsiteX69" fmla="*/ 1805880 w 3559402"/>
                  <a:gd name="connsiteY69" fmla="*/ 443616 h 3558450"/>
                  <a:gd name="connsiteX70" fmla="*/ 1783033 w 3559402"/>
                  <a:gd name="connsiteY70" fmla="*/ 443616 h 3558450"/>
                  <a:gd name="connsiteX71" fmla="*/ 1783033 w 3559402"/>
                  <a:gd name="connsiteY71" fmla="*/ 0 h 3558450"/>
                  <a:gd name="connsiteX72" fmla="*/ 2000081 w 3559402"/>
                  <a:gd name="connsiteY72" fmla="*/ 0 h 3558450"/>
                  <a:gd name="connsiteX73" fmla="*/ 2000081 w 3559402"/>
                  <a:gd name="connsiteY73" fmla="*/ 139939 h 3558450"/>
                  <a:gd name="connsiteX74" fmla="*/ 2000081 w 3559402"/>
                  <a:gd name="connsiteY74" fmla="*/ 197057 h 3558450"/>
                  <a:gd name="connsiteX75" fmla="*/ 2025785 w 3559402"/>
                  <a:gd name="connsiteY75" fmla="*/ 223712 h 3558450"/>
                  <a:gd name="connsiteX76" fmla="*/ 2380868 w 3559402"/>
                  <a:gd name="connsiteY76" fmla="*/ 223712 h 3558450"/>
                  <a:gd name="connsiteX77" fmla="*/ 2442746 w 3559402"/>
                  <a:gd name="connsiteY77" fmla="*/ 217048 h 3558450"/>
                  <a:gd name="connsiteX78" fmla="*/ 2446554 w 3559402"/>
                  <a:gd name="connsiteY78" fmla="*/ 157074 h 3558450"/>
                  <a:gd name="connsiteX79" fmla="*/ 2446554 w 3559402"/>
                  <a:gd name="connsiteY79" fmla="*/ 6664 h 3558450"/>
                  <a:gd name="connsiteX80" fmla="*/ 2448458 w 3559402"/>
                  <a:gd name="connsiteY80" fmla="*/ 0 h 3558450"/>
                  <a:gd name="connsiteX81" fmla="*/ 2889218 w 3559402"/>
                  <a:gd name="connsiteY81" fmla="*/ 0 h 3558450"/>
                  <a:gd name="connsiteX82" fmla="*/ 2889218 w 3559402"/>
                  <a:gd name="connsiteY82" fmla="*/ 222760 h 3558450"/>
                  <a:gd name="connsiteX83" fmla="*/ 3115786 w 3559402"/>
                  <a:gd name="connsiteY83" fmla="*/ 222760 h 3558450"/>
                  <a:gd name="connsiteX84" fmla="*/ 3115786 w 3559402"/>
                  <a:gd name="connsiteY84" fmla="*/ 0 h 3558450"/>
                  <a:gd name="connsiteX85" fmla="*/ 3335690 w 3559402"/>
                  <a:gd name="connsiteY85" fmla="*/ 0 h 3558450"/>
                  <a:gd name="connsiteX86" fmla="*/ 3335690 w 3559402"/>
                  <a:gd name="connsiteY86" fmla="*/ 49502 h 3558450"/>
                  <a:gd name="connsiteX87" fmla="*/ 3335690 w 3559402"/>
                  <a:gd name="connsiteY87" fmla="*/ 622586 h 3558450"/>
                  <a:gd name="connsiteX88" fmla="*/ 3380433 w 3559402"/>
                  <a:gd name="connsiteY88" fmla="*/ 668280 h 3558450"/>
                  <a:gd name="connsiteX89" fmla="*/ 3559403 w 3559402"/>
                  <a:gd name="connsiteY89" fmla="*/ 668280 h 3558450"/>
                  <a:gd name="connsiteX90" fmla="*/ 3559403 w 3559402"/>
                  <a:gd name="connsiteY90" fmla="*/ 887233 h 3558450"/>
                  <a:gd name="connsiteX91" fmla="*/ 3335690 w 3559402"/>
                  <a:gd name="connsiteY91" fmla="*/ 887233 h 3558450"/>
                  <a:gd name="connsiteX92" fmla="*/ 3335690 w 3559402"/>
                  <a:gd name="connsiteY92" fmla="*/ 1029076 h 3558450"/>
                  <a:gd name="connsiteX93" fmla="*/ 3334738 w 3559402"/>
                  <a:gd name="connsiteY93" fmla="*/ 1071914 h 3558450"/>
                  <a:gd name="connsiteX94" fmla="*/ 3292852 w 3559402"/>
                  <a:gd name="connsiteY94" fmla="*/ 1112849 h 3558450"/>
                  <a:gd name="connsiteX95" fmla="*/ 3148153 w 3559402"/>
                  <a:gd name="connsiteY95" fmla="*/ 1113801 h 3558450"/>
                  <a:gd name="connsiteX96" fmla="*/ 3115786 w 3559402"/>
                  <a:gd name="connsiteY96" fmla="*/ 1147120 h 3558450"/>
                  <a:gd name="connsiteX97" fmla="*/ 3115786 w 3559402"/>
                  <a:gd name="connsiteY97" fmla="*/ 1302290 h 3558450"/>
                  <a:gd name="connsiteX98" fmla="*/ 3083419 w 3559402"/>
                  <a:gd name="connsiteY98" fmla="*/ 1334657 h 3558450"/>
                  <a:gd name="connsiteX99" fmla="*/ 2923489 w 3559402"/>
                  <a:gd name="connsiteY99" fmla="*/ 1334657 h 3558450"/>
                  <a:gd name="connsiteX100" fmla="*/ 2890170 w 3559402"/>
                  <a:gd name="connsiteY100" fmla="*/ 1368928 h 3558450"/>
                  <a:gd name="connsiteX101" fmla="*/ 2891122 w 3559402"/>
                  <a:gd name="connsiteY101" fmla="*/ 1763994 h 3558450"/>
                  <a:gd name="connsiteX102" fmla="*/ 2889218 w 3559402"/>
                  <a:gd name="connsiteY102" fmla="*/ 1778273 h 3558450"/>
                  <a:gd name="connsiteX103" fmla="*/ 2858755 w 3559402"/>
                  <a:gd name="connsiteY103" fmla="*/ 1778273 h 3558450"/>
                  <a:gd name="connsiteX104" fmla="*/ 2476065 w 3559402"/>
                  <a:gd name="connsiteY104" fmla="*/ 1777321 h 3558450"/>
                  <a:gd name="connsiteX105" fmla="*/ 2444650 w 3559402"/>
                  <a:gd name="connsiteY105" fmla="*/ 1809688 h 3558450"/>
                  <a:gd name="connsiteX106" fmla="*/ 2445602 w 3559402"/>
                  <a:gd name="connsiteY106" fmla="*/ 2192379 h 3558450"/>
                  <a:gd name="connsiteX107" fmla="*/ 2413235 w 3559402"/>
                  <a:gd name="connsiteY107" fmla="*/ 2223794 h 3558450"/>
                  <a:gd name="connsiteX108" fmla="*/ 1798265 w 3559402"/>
                  <a:gd name="connsiteY108" fmla="*/ 2223794 h 3558450"/>
                  <a:gd name="connsiteX109" fmla="*/ 1780177 w 3559402"/>
                  <a:gd name="connsiteY109" fmla="*/ 2224746 h 3558450"/>
                  <a:gd name="connsiteX110" fmla="*/ 1780177 w 3559402"/>
                  <a:gd name="connsiteY110" fmla="*/ 2315182 h 3558450"/>
                  <a:gd name="connsiteX111" fmla="*/ 1780177 w 3559402"/>
                  <a:gd name="connsiteY111" fmla="*/ 2415139 h 3558450"/>
                  <a:gd name="connsiteX112" fmla="*/ 1810640 w 3559402"/>
                  <a:gd name="connsiteY112" fmla="*/ 2444650 h 3558450"/>
                  <a:gd name="connsiteX113" fmla="*/ 2196187 w 3559402"/>
                  <a:gd name="connsiteY113" fmla="*/ 2444650 h 3558450"/>
                  <a:gd name="connsiteX114" fmla="*/ 2226650 w 3559402"/>
                  <a:gd name="connsiteY114" fmla="*/ 2444650 h 3558450"/>
                  <a:gd name="connsiteX115" fmla="*/ 2226650 w 3559402"/>
                  <a:gd name="connsiteY115" fmla="*/ 2473209 h 3558450"/>
                  <a:gd name="connsiteX116" fmla="*/ 2225698 w 3559402"/>
                  <a:gd name="connsiteY116" fmla="*/ 3083419 h 3558450"/>
                  <a:gd name="connsiteX117" fmla="*/ 2256160 w 3559402"/>
                  <a:gd name="connsiteY117" fmla="*/ 3114834 h 3558450"/>
                  <a:gd name="connsiteX118" fmla="*/ 2418947 w 3559402"/>
                  <a:gd name="connsiteY118" fmla="*/ 3113882 h 3558450"/>
                  <a:gd name="connsiteX119" fmla="*/ 2446554 w 3559402"/>
                  <a:gd name="connsiteY119" fmla="*/ 3141489 h 3558450"/>
                  <a:gd name="connsiteX120" fmla="*/ 2446554 w 3559402"/>
                  <a:gd name="connsiteY120" fmla="*/ 3333787 h 3558450"/>
                  <a:gd name="connsiteX121" fmla="*/ 2447506 w 3559402"/>
                  <a:gd name="connsiteY121" fmla="*/ 3332835 h 3558450"/>
                  <a:gd name="connsiteX122" fmla="*/ 2027688 w 3559402"/>
                  <a:gd name="connsiteY122" fmla="*/ 3332835 h 3558450"/>
                  <a:gd name="connsiteX123" fmla="*/ 2000081 w 3559402"/>
                  <a:gd name="connsiteY123" fmla="*/ 3358537 h 3558450"/>
                  <a:gd name="connsiteX124" fmla="*/ 2001033 w 3559402"/>
                  <a:gd name="connsiteY124" fmla="*/ 3558450 h 3558450"/>
                  <a:gd name="connsiteX125" fmla="*/ 2001985 w 3559402"/>
                  <a:gd name="connsiteY125" fmla="*/ 3557499 h 3558450"/>
                  <a:gd name="connsiteX126" fmla="*/ 1781129 w 3559402"/>
                  <a:gd name="connsiteY126" fmla="*/ 3557499 h 3558450"/>
                  <a:gd name="connsiteX127" fmla="*/ 1782081 w 3559402"/>
                  <a:gd name="connsiteY127" fmla="*/ 3558450 h 3558450"/>
                  <a:gd name="connsiteX128" fmla="*/ 1782081 w 3559402"/>
                  <a:gd name="connsiteY128" fmla="*/ 3112930 h 3558450"/>
                  <a:gd name="connsiteX129" fmla="*/ 1692596 w 3559402"/>
                  <a:gd name="connsiteY129" fmla="*/ 3112930 h 3558450"/>
                  <a:gd name="connsiteX130" fmla="*/ 1561225 w 3559402"/>
                  <a:gd name="connsiteY130" fmla="*/ 3117690 h 3558450"/>
                  <a:gd name="connsiteX131" fmla="*/ 1559321 w 3559402"/>
                  <a:gd name="connsiteY131" fmla="*/ 3122450 h 3558450"/>
                  <a:gd name="connsiteX132" fmla="*/ 1999129 w 3559402"/>
                  <a:gd name="connsiteY132" fmla="*/ 1781129 h 3558450"/>
                  <a:gd name="connsiteX133" fmla="*/ 2192379 w 3559402"/>
                  <a:gd name="connsiteY133" fmla="*/ 1781129 h 3558450"/>
                  <a:gd name="connsiteX134" fmla="*/ 2225698 w 3559402"/>
                  <a:gd name="connsiteY134" fmla="*/ 1748762 h 3558450"/>
                  <a:gd name="connsiteX135" fmla="*/ 2224746 w 3559402"/>
                  <a:gd name="connsiteY135" fmla="*/ 1358456 h 3558450"/>
                  <a:gd name="connsiteX136" fmla="*/ 2246641 w 3559402"/>
                  <a:gd name="connsiteY136" fmla="*/ 1334657 h 3558450"/>
                  <a:gd name="connsiteX137" fmla="*/ 2418947 w 3559402"/>
                  <a:gd name="connsiteY137" fmla="*/ 1335609 h 3558450"/>
                  <a:gd name="connsiteX138" fmla="*/ 2444650 w 3559402"/>
                  <a:gd name="connsiteY138" fmla="*/ 1361312 h 3558450"/>
                  <a:gd name="connsiteX139" fmla="*/ 2443698 w 3559402"/>
                  <a:gd name="connsiteY139" fmla="*/ 1536474 h 3558450"/>
                  <a:gd name="connsiteX140" fmla="*/ 2467497 w 3559402"/>
                  <a:gd name="connsiteY140" fmla="*/ 1561225 h 3558450"/>
                  <a:gd name="connsiteX141" fmla="*/ 2647419 w 3559402"/>
                  <a:gd name="connsiteY141" fmla="*/ 1561225 h 3558450"/>
                  <a:gd name="connsiteX142" fmla="*/ 2671218 w 3559402"/>
                  <a:gd name="connsiteY142" fmla="*/ 1536474 h 3558450"/>
                  <a:gd name="connsiteX143" fmla="*/ 2669314 w 3559402"/>
                  <a:gd name="connsiteY143" fmla="*/ 1364168 h 3558450"/>
                  <a:gd name="connsiteX144" fmla="*/ 2698825 w 3559402"/>
                  <a:gd name="connsiteY144" fmla="*/ 1335609 h 3558450"/>
                  <a:gd name="connsiteX145" fmla="*/ 2849236 w 3559402"/>
                  <a:gd name="connsiteY145" fmla="*/ 1336561 h 3558450"/>
                  <a:gd name="connsiteX146" fmla="*/ 2891122 w 3559402"/>
                  <a:gd name="connsiteY146" fmla="*/ 1295626 h 3558450"/>
                  <a:gd name="connsiteX147" fmla="*/ 2892074 w 3559402"/>
                  <a:gd name="connsiteY147" fmla="*/ 700647 h 3558450"/>
                  <a:gd name="connsiteX148" fmla="*/ 2861611 w 3559402"/>
                  <a:gd name="connsiteY148" fmla="*/ 669232 h 3558450"/>
                  <a:gd name="connsiteX149" fmla="*/ 2489392 w 3559402"/>
                  <a:gd name="connsiteY149" fmla="*/ 670184 h 3558450"/>
                  <a:gd name="connsiteX150" fmla="*/ 2445602 w 3559402"/>
                  <a:gd name="connsiteY150" fmla="*/ 670184 h 3558450"/>
                  <a:gd name="connsiteX151" fmla="*/ 2445602 w 3559402"/>
                  <a:gd name="connsiteY151" fmla="*/ 856770 h 3558450"/>
                  <a:gd name="connsiteX152" fmla="*/ 2478921 w 3559402"/>
                  <a:gd name="connsiteY152" fmla="*/ 890089 h 3558450"/>
                  <a:gd name="connsiteX153" fmla="*/ 2646467 w 3559402"/>
                  <a:gd name="connsiteY153" fmla="*/ 890089 h 3558450"/>
                  <a:gd name="connsiteX154" fmla="*/ 2671218 w 3559402"/>
                  <a:gd name="connsiteY154" fmla="*/ 913888 h 3558450"/>
                  <a:gd name="connsiteX155" fmla="*/ 2671218 w 3559402"/>
                  <a:gd name="connsiteY155" fmla="*/ 1113801 h 3558450"/>
                  <a:gd name="connsiteX156" fmla="*/ 2671218 w 3559402"/>
                  <a:gd name="connsiteY156" fmla="*/ 1298482 h 3558450"/>
                  <a:gd name="connsiteX157" fmla="*/ 2635043 w 3559402"/>
                  <a:gd name="connsiteY157" fmla="*/ 1334657 h 3558450"/>
                  <a:gd name="connsiteX158" fmla="*/ 2477969 w 3559402"/>
                  <a:gd name="connsiteY158" fmla="*/ 1334657 h 3558450"/>
                  <a:gd name="connsiteX159" fmla="*/ 2447506 w 3559402"/>
                  <a:gd name="connsiteY159" fmla="*/ 1304194 h 3558450"/>
                  <a:gd name="connsiteX160" fmla="*/ 2446554 w 3559402"/>
                  <a:gd name="connsiteY160" fmla="*/ 1153783 h 3558450"/>
                  <a:gd name="connsiteX161" fmla="*/ 2407523 w 3559402"/>
                  <a:gd name="connsiteY161" fmla="*/ 1113801 h 3558450"/>
                  <a:gd name="connsiteX162" fmla="*/ 2029592 w 3559402"/>
                  <a:gd name="connsiteY162" fmla="*/ 1113801 h 3558450"/>
                  <a:gd name="connsiteX163" fmla="*/ 1999129 w 3559402"/>
                  <a:gd name="connsiteY163" fmla="*/ 1145216 h 3558450"/>
                  <a:gd name="connsiteX164" fmla="*/ 2000081 w 3559402"/>
                  <a:gd name="connsiteY164" fmla="*/ 1752570 h 3558450"/>
                  <a:gd name="connsiteX165" fmla="*/ 1999129 w 3559402"/>
                  <a:gd name="connsiteY165" fmla="*/ 1781129 h 3558450"/>
                  <a:gd name="connsiteX166" fmla="*/ 669232 w 3559402"/>
                  <a:gd name="connsiteY166" fmla="*/ 2225698 h 3558450"/>
                  <a:gd name="connsiteX167" fmla="*/ 471223 w 3559402"/>
                  <a:gd name="connsiteY167" fmla="*/ 2225698 h 3558450"/>
                  <a:gd name="connsiteX168" fmla="*/ 442664 w 3559402"/>
                  <a:gd name="connsiteY168" fmla="*/ 2254257 h 3558450"/>
                  <a:gd name="connsiteX169" fmla="*/ 442664 w 3559402"/>
                  <a:gd name="connsiteY169" fmla="*/ 2634091 h 3558450"/>
                  <a:gd name="connsiteX170" fmla="*/ 477887 w 3559402"/>
                  <a:gd name="connsiteY170" fmla="*/ 2671218 h 3558450"/>
                  <a:gd name="connsiteX171" fmla="*/ 645433 w 3559402"/>
                  <a:gd name="connsiteY171" fmla="*/ 2671218 h 3558450"/>
                  <a:gd name="connsiteX172" fmla="*/ 669232 w 3559402"/>
                  <a:gd name="connsiteY172" fmla="*/ 2648371 h 3558450"/>
                  <a:gd name="connsiteX173" fmla="*/ 669232 w 3559402"/>
                  <a:gd name="connsiteY173" fmla="*/ 2225698 h 3558450"/>
                  <a:gd name="connsiteX174" fmla="*/ 1997226 w 3559402"/>
                  <a:gd name="connsiteY174" fmla="*/ 3117690 h 3558450"/>
                  <a:gd name="connsiteX175" fmla="*/ 1999129 w 3559402"/>
                  <a:gd name="connsiteY175" fmla="*/ 3111978 h 3558450"/>
                  <a:gd name="connsiteX176" fmla="*/ 2000081 w 3559402"/>
                  <a:gd name="connsiteY176" fmla="*/ 2910161 h 3558450"/>
                  <a:gd name="connsiteX177" fmla="*/ 1976282 w 3559402"/>
                  <a:gd name="connsiteY177" fmla="*/ 2892074 h 3558450"/>
                  <a:gd name="connsiteX178" fmla="*/ 1801120 w 3559402"/>
                  <a:gd name="connsiteY178" fmla="*/ 2892074 h 3558450"/>
                  <a:gd name="connsiteX179" fmla="*/ 1777321 w 3559402"/>
                  <a:gd name="connsiteY179" fmla="*/ 2917777 h 3558450"/>
                  <a:gd name="connsiteX180" fmla="*/ 1777321 w 3559402"/>
                  <a:gd name="connsiteY180" fmla="*/ 3074852 h 3558450"/>
                  <a:gd name="connsiteX181" fmla="*/ 1777321 w 3559402"/>
                  <a:gd name="connsiteY181" fmla="*/ 3118642 h 3558450"/>
                  <a:gd name="connsiteX182" fmla="*/ 1997226 w 3559402"/>
                  <a:gd name="connsiteY182" fmla="*/ 3117690 h 3558450"/>
                  <a:gd name="connsiteX183" fmla="*/ 2670266 w 3559402"/>
                  <a:gd name="connsiteY183" fmla="*/ 224664 h 3558450"/>
                  <a:gd name="connsiteX184" fmla="*/ 2465593 w 3559402"/>
                  <a:gd name="connsiteY184" fmla="*/ 224664 h 3558450"/>
                  <a:gd name="connsiteX185" fmla="*/ 2444650 w 3559402"/>
                  <a:gd name="connsiteY185" fmla="*/ 249415 h 3558450"/>
                  <a:gd name="connsiteX186" fmla="*/ 2444650 w 3559402"/>
                  <a:gd name="connsiteY186" fmla="*/ 427433 h 3558450"/>
                  <a:gd name="connsiteX187" fmla="*/ 2462737 w 3559402"/>
                  <a:gd name="connsiteY187" fmla="*/ 446472 h 3558450"/>
                  <a:gd name="connsiteX188" fmla="*/ 2637899 w 3559402"/>
                  <a:gd name="connsiteY188" fmla="*/ 445520 h 3558450"/>
                  <a:gd name="connsiteX189" fmla="*/ 2671218 w 3559402"/>
                  <a:gd name="connsiteY189" fmla="*/ 413153 h 3558450"/>
                  <a:gd name="connsiteX190" fmla="*/ 2670266 w 3559402"/>
                  <a:gd name="connsiteY190" fmla="*/ 224664 h 355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3559402" h="3558450">
                    <a:moveTo>
                      <a:pt x="1559321" y="3122450"/>
                    </a:moveTo>
                    <a:cubicBezTo>
                      <a:pt x="1559321" y="3054860"/>
                      <a:pt x="1558369" y="2987271"/>
                      <a:pt x="1560273" y="2919681"/>
                    </a:cubicBezTo>
                    <a:cubicBezTo>
                      <a:pt x="1560273" y="2897786"/>
                      <a:pt x="1554561" y="2890170"/>
                      <a:pt x="1531714" y="2891122"/>
                    </a:cubicBezTo>
                    <a:cubicBezTo>
                      <a:pt x="1474596" y="2892074"/>
                      <a:pt x="1416526" y="2891122"/>
                      <a:pt x="1359408" y="2892074"/>
                    </a:cubicBezTo>
                    <a:cubicBezTo>
                      <a:pt x="1345129" y="2892074"/>
                      <a:pt x="1334657" y="2890170"/>
                      <a:pt x="1334657" y="2872083"/>
                    </a:cubicBezTo>
                    <a:cubicBezTo>
                      <a:pt x="1334657" y="2805445"/>
                      <a:pt x="1334657" y="2738808"/>
                      <a:pt x="1334657" y="2671218"/>
                    </a:cubicBezTo>
                    <a:cubicBezTo>
                      <a:pt x="1408910" y="2671218"/>
                      <a:pt x="1482212" y="2671218"/>
                      <a:pt x="1557417" y="2671218"/>
                    </a:cubicBezTo>
                    <a:cubicBezTo>
                      <a:pt x="1557417" y="2596013"/>
                      <a:pt x="1557417" y="2522711"/>
                      <a:pt x="1557417" y="2446554"/>
                    </a:cubicBezTo>
                    <a:cubicBezTo>
                      <a:pt x="1549801" y="2446554"/>
                      <a:pt x="1541234" y="2445602"/>
                      <a:pt x="1533618" y="2445602"/>
                    </a:cubicBezTo>
                    <a:cubicBezTo>
                      <a:pt x="1404150" y="2445602"/>
                      <a:pt x="1274683" y="2444650"/>
                      <a:pt x="1146168" y="2446554"/>
                    </a:cubicBezTo>
                    <a:cubicBezTo>
                      <a:pt x="1121416" y="2446554"/>
                      <a:pt x="1112849" y="2439890"/>
                      <a:pt x="1113801" y="2414187"/>
                    </a:cubicBezTo>
                    <a:cubicBezTo>
                      <a:pt x="1115705" y="2358973"/>
                      <a:pt x="1113801" y="2303759"/>
                      <a:pt x="1114753" y="2249497"/>
                    </a:cubicBezTo>
                    <a:cubicBezTo>
                      <a:pt x="1114753" y="2232361"/>
                      <a:pt x="1109993" y="2225698"/>
                      <a:pt x="1091906" y="2225698"/>
                    </a:cubicBezTo>
                    <a:cubicBezTo>
                      <a:pt x="1032884" y="2226649"/>
                      <a:pt x="973862" y="2226649"/>
                      <a:pt x="913888" y="2225698"/>
                    </a:cubicBezTo>
                    <a:cubicBezTo>
                      <a:pt x="898656" y="2225698"/>
                      <a:pt x="888185" y="2230457"/>
                      <a:pt x="888185" y="2247593"/>
                    </a:cubicBezTo>
                    <a:cubicBezTo>
                      <a:pt x="888185" y="2313278"/>
                      <a:pt x="888185" y="2378964"/>
                      <a:pt x="888185" y="2446554"/>
                    </a:cubicBezTo>
                    <a:cubicBezTo>
                      <a:pt x="951014" y="2446554"/>
                      <a:pt x="1012892" y="2446554"/>
                      <a:pt x="1073818" y="2446554"/>
                    </a:cubicBezTo>
                    <a:cubicBezTo>
                      <a:pt x="1112849" y="2446554"/>
                      <a:pt x="1112849" y="2446554"/>
                      <a:pt x="1112849" y="2485584"/>
                    </a:cubicBezTo>
                    <a:cubicBezTo>
                      <a:pt x="1112849" y="2610292"/>
                      <a:pt x="1112849" y="2734048"/>
                      <a:pt x="1112849" y="2858755"/>
                    </a:cubicBezTo>
                    <a:cubicBezTo>
                      <a:pt x="1112849" y="2890170"/>
                      <a:pt x="1115705" y="2892074"/>
                      <a:pt x="1147120" y="2892074"/>
                    </a:cubicBezTo>
                    <a:cubicBezTo>
                      <a:pt x="1197574" y="2892074"/>
                      <a:pt x="1247076" y="2892074"/>
                      <a:pt x="1297530" y="2892074"/>
                    </a:cubicBezTo>
                    <a:cubicBezTo>
                      <a:pt x="1327993" y="2892074"/>
                      <a:pt x="1333705" y="2897786"/>
                      <a:pt x="1333705" y="2929201"/>
                    </a:cubicBezTo>
                    <a:cubicBezTo>
                      <a:pt x="1333705" y="2982511"/>
                      <a:pt x="1333705" y="3035821"/>
                      <a:pt x="1333705" y="3089131"/>
                    </a:cubicBezTo>
                    <a:cubicBezTo>
                      <a:pt x="1333705" y="3106266"/>
                      <a:pt x="1327993" y="3116738"/>
                      <a:pt x="1309906" y="3116738"/>
                    </a:cubicBezTo>
                    <a:cubicBezTo>
                      <a:pt x="1246124" y="3116738"/>
                      <a:pt x="1181390" y="3116738"/>
                      <a:pt x="1115705" y="3116738"/>
                    </a:cubicBezTo>
                    <a:cubicBezTo>
                      <a:pt x="1114753" y="3111978"/>
                      <a:pt x="1113801" y="3107218"/>
                      <a:pt x="1113801" y="3102459"/>
                    </a:cubicBezTo>
                    <a:cubicBezTo>
                      <a:pt x="1113801" y="3044389"/>
                      <a:pt x="1114753" y="2985367"/>
                      <a:pt x="1114753" y="2927297"/>
                    </a:cubicBezTo>
                    <a:cubicBezTo>
                      <a:pt x="1114753" y="2894930"/>
                      <a:pt x="1111897" y="2891122"/>
                      <a:pt x="1078578" y="2891122"/>
                    </a:cubicBezTo>
                    <a:cubicBezTo>
                      <a:pt x="954822" y="2891122"/>
                      <a:pt x="832019" y="2891122"/>
                      <a:pt x="708263" y="2891122"/>
                    </a:cubicBezTo>
                    <a:cubicBezTo>
                      <a:pt x="630202" y="2891122"/>
                      <a:pt x="551189" y="2890170"/>
                      <a:pt x="473127" y="2891122"/>
                    </a:cubicBezTo>
                    <a:cubicBezTo>
                      <a:pt x="450280" y="2891122"/>
                      <a:pt x="442664" y="2884458"/>
                      <a:pt x="443616" y="2860659"/>
                    </a:cubicBezTo>
                    <a:cubicBezTo>
                      <a:pt x="445520" y="2805445"/>
                      <a:pt x="443616" y="2750231"/>
                      <a:pt x="443616" y="2695969"/>
                    </a:cubicBezTo>
                    <a:cubicBezTo>
                      <a:pt x="443616" y="2675978"/>
                      <a:pt x="436001" y="2670266"/>
                      <a:pt x="416961" y="2670266"/>
                    </a:cubicBezTo>
                    <a:cubicBezTo>
                      <a:pt x="363651" y="2671218"/>
                      <a:pt x="310341" y="2671218"/>
                      <a:pt x="257031" y="2670266"/>
                    </a:cubicBezTo>
                    <a:cubicBezTo>
                      <a:pt x="227520" y="2670266"/>
                      <a:pt x="223712" y="2665506"/>
                      <a:pt x="223712" y="2636947"/>
                    </a:cubicBezTo>
                    <a:cubicBezTo>
                      <a:pt x="223712" y="2580781"/>
                      <a:pt x="222760" y="2525567"/>
                      <a:pt x="224664" y="2469401"/>
                    </a:cubicBezTo>
                    <a:cubicBezTo>
                      <a:pt x="224664" y="2450362"/>
                      <a:pt x="220856" y="2444650"/>
                      <a:pt x="200865" y="2444650"/>
                    </a:cubicBezTo>
                    <a:cubicBezTo>
                      <a:pt x="142795" y="2445602"/>
                      <a:pt x="83773" y="2445602"/>
                      <a:pt x="25703" y="2445602"/>
                    </a:cubicBezTo>
                    <a:cubicBezTo>
                      <a:pt x="18087" y="2445602"/>
                      <a:pt x="9520" y="2445602"/>
                      <a:pt x="0" y="2445602"/>
                    </a:cubicBezTo>
                    <a:cubicBezTo>
                      <a:pt x="0" y="2371348"/>
                      <a:pt x="0" y="2299951"/>
                      <a:pt x="0" y="2225698"/>
                    </a:cubicBezTo>
                    <a:cubicBezTo>
                      <a:pt x="25703" y="2225698"/>
                      <a:pt x="50454" y="2225698"/>
                      <a:pt x="75205" y="2225698"/>
                    </a:cubicBezTo>
                    <a:cubicBezTo>
                      <a:pt x="115188" y="2225698"/>
                      <a:pt x="155171" y="2224746"/>
                      <a:pt x="195153" y="2225698"/>
                    </a:cubicBezTo>
                    <a:cubicBezTo>
                      <a:pt x="215144" y="2225698"/>
                      <a:pt x="223712" y="2218082"/>
                      <a:pt x="223712" y="2197139"/>
                    </a:cubicBezTo>
                    <a:cubicBezTo>
                      <a:pt x="222760" y="2138117"/>
                      <a:pt x="222760" y="2079095"/>
                      <a:pt x="223712" y="2019121"/>
                    </a:cubicBezTo>
                    <a:cubicBezTo>
                      <a:pt x="223712" y="2001985"/>
                      <a:pt x="217048" y="1998177"/>
                      <a:pt x="200865" y="1998177"/>
                    </a:cubicBezTo>
                    <a:cubicBezTo>
                      <a:pt x="143747" y="1999129"/>
                      <a:pt x="85677" y="1998177"/>
                      <a:pt x="28559" y="1998177"/>
                    </a:cubicBezTo>
                    <a:cubicBezTo>
                      <a:pt x="19991" y="1998177"/>
                      <a:pt x="10472" y="1998177"/>
                      <a:pt x="0" y="1998177"/>
                    </a:cubicBezTo>
                    <a:cubicBezTo>
                      <a:pt x="0" y="1924876"/>
                      <a:pt x="0" y="1853479"/>
                      <a:pt x="0" y="1781129"/>
                    </a:cubicBezTo>
                    <a:cubicBezTo>
                      <a:pt x="222760" y="1781129"/>
                      <a:pt x="443616" y="1781129"/>
                      <a:pt x="667328" y="1781129"/>
                    </a:cubicBezTo>
                    <a:cubicBezTo>
                      <a:pt x="667328" y="1825872"/>
                      <a:pt x="667328" y="1868710"/>
                      <a:pt x="667328" y="1911549"/>
                    </a:cubicBezTo>
                    <a:cubicBezTo>
                      <a:pt x="667328" y="1935348"/>
                      <a:pt x="666376" y="1958195"/>
                      <a:pt x="668280" y="1981994"/>
                    </a:cubicBezTo>
                    <a:cubicBezTo>
                      <a:pt x="668280" y="1988658"/>
                      <a:pt x="676848" y="1999129"/>
                      <a:pt x="682560" y="1999129"/>
                    </a:cubicBezTo>
                    <a:cubicBezTo>
                      <a:pt x="826307" y="2000081"/>
                      <a:pt x="969102" y="2000081"/>
                      <a:pt x="1114753" y="2000081"/>
                    </a:cubicBezTo>
                    <a:cubicBezTo>
                      <a:pt x="1114753" y="1926780"/>
                      <a:pt x="1114753" y="1855382"/>
                      <a:pt x="1114753" y="1782081"/>
                    </a:cubicBezTo>
                    <a:cubicBezTo>
                      <a:pt x="1262308" y="1782081"/>
                      <a:pt x="1408910" y="1782081"/>
                      <a:pt x="1557417" y="1782081"/>
                    </a:cubicBezTo>
                    <a:cubicBezTo>
                      <a:pt x="1557417" y="1853479"/>
                      <a:pt x="1557417" y="1923924"/>
                      <a:pt x="1557417" y="1998177"/>
                    </a:cubicBezTo>
                    <a:cubicBezTo>
                      <a:pt x="1548849" y="1998177"/>
                      <a:pt x="1540282" y="1998177"/>
                      <a:pt x="1531714" y="1998177"/>
                    </a:cubicBezTo>
                    <a:cubicBezTo>
                      <a:pt x="1473644" y="1998177"/>
                      <a:pt x="1414622" y="1999129"/>
                      <a:pt x="1356552" y="1998177"/>
                    </a:cubicBezTo>
                    <a:cubicBezTo>
                      <a:pt x="1339417" y="1998177"/>
                      <a:pt x="1332753" y="2003889"/>
                      <a:pt x="1333705" y="2021025"/>
                    </a:cubicBezTo>
                    <a:cubicBezTo>
                      <a:pt x="1334657" y="2078143"/>
                      <a:pt x="1334657" y="2136213"/>
                      <a:pt x="1333705" y="2193331"/>
                    </a:cubicBezTo>
                    <a:cubicBezTo>
                      <a:pt x="1333705" y="2215226"/>
                      <a:pt x="1340369" y="2224746"/>
                      <a:pt x="1364168" y="2224746"/>
                    </a:cubicBezTo>
                    <a:cubicBezTo>
                      <a:pt x="1490779" y="2223794"/>
                      <a:pt x="1617391" y="2224746"/>
                      <a:pt x="1744002" y="2224746"/>
                    </a:cubicBezTo>
                    <a:cubicBezTo>
                      <a:pt x="1780177" y="2224746"/>
                      <a:pt x="1780177" y="2223794"/>
                      <a:pt x="1780177" y="2188571"/>
                    </a:cubicBezTo>
                    <a:cubicBezTo>
                      <a:pt x="1780177" y="1767802"/>
                      <a:pt x="1780177" y="1346080"/>
                      <a:pt x="1780177" y="925311"/>
                    </a:cubicBezTo>
                    <a:cubicBezTo>
                      <a:pt x="1780177" y="914840"/>
                      <a:pt x="1780177" y="903416"/>
                      <a:pt x="1780177" y="891041"/>
                    </a:cubicBezTo>
                    <a:cubicBezTo>
                      <a:pt x="1929636" y="891041"/>
                      <a:pt x="2076239" y="891041"/>
                      <a:pt x="2225698" y="891041"/>
                    </a:cubicBezTo>
                    <a:cubicBezTo>
                      <a:pt x="2225698" y="878665"/>
                      <a:pt x="2225698" y="868193"/>
                      <a:pt x="2225698" y="857722"/>
                    </a:cubicBezTo>
                    <a:cubicBezTo>
                      <a:pt x="2225698" y="727302"/>
                      <a:pt x="2224746" y="597835"/>
                      <a:pt x="2226650" y="467415"/>
                    </a:cubicBezTo>
                    <a:cubicBezTo>
                      <a:pt x="2226650" y="446472"/>
                      <a:pt x="2219986" y="442664"/>
                      <a:pt x="2200946" y="442664"/>
                    </a:cubicBezTo>
                    <a:cubicBezTo>
                      <a:pt x="2069575" y="443616"/>
                      <a:pt x="1937252" y="443616"/>
                      <a:pt x="1805880" y="443616"/>
                    </a:cubicBezTo>
                    <a:cubicBezTo>
                      <a:pt x="1798265" y="443616"/>
                      <a:pt x="1791601" y="443616"/>
                      <a:pt x="1783033" y="443616"/>
                    </a:cubicBezTo>
                    <a:cubicBezTo>
                      <a:pt x="1783033" y="295110"/>
                      <a:pt x="1783033" y="148507"/>
                      <a:pt x="1783033" y="0"/>
                    </a:cubicBezTo>
                    <a:cubicBezTo>
                      <a:pt x="1854431" y="0"/>
                      <a:pt x="1925828" y="0"/>
                      <a:pt x="2000081" y="0"/>
                    </a:cubicBezTo>
                    <a:cubicBezTo>
                      <a:pt x="2000081" y="46646"/>
                      <a:pt x="2000081" y="93293"/>
                      <a:pt x="2000081" y="139939"/>
                    </a:cubicBezTo>
                    <a:cubicBezTo>
                      <a:pt x="2000081" y="158978"/>
                      <a:pt x="2001033" y="178018"/>
                      <a:pt x="2000081" y="197057"/>
                    </a:cubicBezTo>
                    <a:cubicBezTo>
                      <a:pt x="1999129" y="217048"/>
                      <a:pt x="2006745" y="223712"/>
                      <a:pt x="2025785" y="223712"/>
                    </a:cubicBezTo>
                    <a:cubicBezTo>
                      <a:pt x="2143828" y="223712"/>
                      <a:pt x="2262824" y="223712"/>
                      <a:pt x="2380868" y="223712"/>
                    </a:cubicBezTo>
                    <a:cubicBezTo>
                      <a:pt x="2401811" y="223712"/>
                      <a:pt x="2430370" y="228472"/>
                      <a:pt x="2442746" y="217048"/>
                    </a:cubicBezTo>
                    <a:cubicBezTo>
                      <a:pt x="2453217" y="207529"/>
                      <a:pt x="2446554" y="178018"/>
                      <a:pt x="2446554" y="157074"/>
                    </a:cubicBezTo>
                    <a:cubicBezTo>
                      <a:pt x="2446554" y="106620"/>
                      <a:pt x="2446554" y="57118"/>
                      <a:pt x="2446554" y="6664"/>
                    </a:cubicBezTo>
                    <a:cubicBezTo>
                      <a:pt x="2446554" y="4760"/>
                      <a:pt x="2447506" y="3808"/>
                      <a:pt x="2448458" y="0"/>
                    </a:cubicBezTo>
                    <a:cubicBezTo>
                      <a:pt x="2594109" y="0"/>
                      <a:pt x="2740711" y="0"/>
                      <a:pt x="2889218" y="0"/>
                    </a:cubicBezTo>
                    <a:cubicBezTo>
                      <a:pt x="2889218" y="73301"/>
                      <a:pt x="2889218" y="146603"/>
                      <a:pt x="2889218" y="222760"/>
                    </a:cubicBezTo>
                    <a:cubicBezTo>
                      <a:pt x="2965376" y="222760"/>
                      <a:pt x="3039629" y="222760"/>
                      <a:pt x="3115786" y="222760"/>
                    </a:cubicBezTo>
                    <a:cubicBezTo>
                      <a:pt x="3115786" y="148507"/>
                      <a:pt x="3115786" y="75205"/>
                      <a:pt x="3115786" y="0"/>
                    </a:cubicBezTo>
                    <a:cubicBezTo>
                      <a:pt x="3190039" y="0"/>
                      <a:pt x="3261437" y="0"/>
                      <a:pt x="3335690" y="0"/>
                    </a:cubicBezTo>
                    <a:cubicBezTo>
                      <a:pt x="3335690" y="17135"/>
                      <a:pt x="3335690" y="33319"/>
                      <a:pt x="3335690" y="49502"/>
                    </a:cubicBezTo>
                    <a:cubicBezTo>
                      <a:pt x="3335690" y="240847"/>
                      <a:pt x="3335690" y="431241"/>
                      <a:pt x="3335690" y="622586"/>
                    </a:cubicBezTo>
                    <a:cubicBezTo>
                      <a:pt x="3335690" y="666377"/>
                      <a:pt x="3337594" y="668280"/>
                      <a:pt x="3380433" y="668280"/>
                    </a:cubicBezTo>
                    <a:cubicBezTo>
                      <a:pt x="3439455" y="668280"/>
                      <a:pt x="3498477" y="668280"/>
                      <a:pt x="3559403" y="668280"/>
                    </a:cubicBezTo>
                    <a:cubicBezTo>
                      <a:pt x="3559403" y="741582"/>
                      <a:pt x="3559403" y="812979"/>
                      <a:pt x="3559403" y="887233"/>
                    </a:cubicBezTo>
                    <a:cubicBezTo>
                      <a:pt x="3485149" y="887233"/>
                      <a:pt x="3411848" y="887233"/>
                      <a:pt x="3335690" y="887233"/>
                    </a:cubicBezTo>
                    <a:cubicBezTo>
                      <a:pt x="3335690" y="936735"/>
                      <a:pt x="3335690" y="982429"/>
                      <a:pt x="3335690" y="1029076"/>
                    </a:cubicBezTo>
                    <a:cubicBezTo>
                      <a:pt x="3335690" y="1043355"/>
                      <a:pt x="3335690" y="1057635"/>
                      <a:pt x="3334738" y="1071914"/>
                    </a:cubicBezTo>
                    <a:cubicBezTo>
                      <a:pt x="3333786" y="1111897"/>
                      <a:pt x="3333786" y="1111897"/>
                      <a:pt x="3292852" y="1112849"/>
                    </a:cubicBezTo>
                    <a:cubicBezTo>
                      <a:pt x="3244302" y="1112849"/>
                      <a:pt x="3195751" y="1112849"/>
                      <a:pt x="3148153" y="1113801"/>
                    </a:cubicBezTo>
                    <a:cubicBezTo>
                      <a:pt x="3117690" y="1113801"/>
                      <a:pt x="3115786" y="1115705"/>
                      <a:pt x="3115786" y="1147120"/>
                    </a:cubicBezTo>
                    <a:cubicBezTo>
                      <a:pt x="3115786" y="1198526"/>
                      <a:pt x="3114834" y="1250884"/>
                      <a:pt x="3115786" y="1302290"/>
                    </a:cubicBezTo>
                    <a:cubicBezTo>
                      <a:pt x="3116738" y="1326089"/>
                      <a:pt x="3107218" y="1334657"/>
                      <a:pt x="3083419" y="1334657"/>
                    </a:cubicBezTo>
                    <a:cubicBezTo>
                      <a:pt x="3030109" y="1333705"/>
                      <a:pt x="2976799" y="1333705"/>
                      <a:pt x="2923489" y="1334657"/>
                    </a:cubicBezTo>
                    <a:cubicBezTo>
                      <a:pt x="2892074" y="1334657"/>
                      <a:pt x="2890170" y="1337513"/>
                      <a:pt x="2890170" y="1368928"/>
                    </a:cubicBezTo>
                    <a:cubicBezTo>
                      <a:pt x="2890170" y="1500299"/>
                      <a:pt x="2891122" y="1632622"/>
                      <a:pt x="2891122" y="1763994"/>
                    </a:cubicBezTo>
                    <a:cubicBezTo>
                      <a:pt x="2891122" y="1767802"/>
                      <a:pt x="2890170" y="1771610"/>
                      <a:pt x="2889218" y="1778273"/>
                    </a:cubicBezTo>
                    <a:cubicBezTo>
                      <a:pt x="2878747" y="1778273"/>
                      <a:pt x="2869227" y="1778273"/>
                      <a:pt x="2858755" y="1778273"/>
                    </a:cubicBezTo>
                    <a:cubicBezTo>
                      <a:pt x="2731192" y="1778273"/>
                      <a:pt x="2603628" y="1779225"/>
                      <a:pt x="2476065" y="1777321"/>
                    </a:cubicBezTo>
                    <a:cubicBezTo>
                      <a:pt x="2450362" y="1777321"/>
                      <a:pt x="2443698" y="1784937"/>
                      <a:pt x="2444650" y="1809688"/>
                    </a:cubicBezTo>
                    <a:cubicBezTo>
                      <a:pt x="2445602" y="1937252"/>
                      <a:pt x="2445602" y="2064815"/>
                      <a:pt x="2445602" y="2192379"/>
                    </a:cubicBezTo>
                    <a:cubicBezTo>
                      <a:pt x="2445602" y="2223794"/>
                      <a:pt x="2445602" y="2223794"/>
                      <a:pt x="2413235" y="2223794"/>
                    </a:cubicBezTo>
                    <a:cubicBezTo>
                      <a:pt x="2208562" y="2223794"/>
                      <a:pt x="2002937" y="2223794"/>
                      <a:pt x="1798265" y="2223794"/>
                    </a:cubicBezTo>
                    <a:cubicBezTo>
                      <a:pt x="1793505" y="2223794"/>
                      <a:pt x="1788745" y="2224746"/>
                      <a:pt x="1780177" y="2224746"/>
                    </a:cubicBezTo>
                    <a:cubicBezTo>
                      <a:pt x="1780177" y="2255208"/>
                      <a:pt x="1780177" y="2284719"/>
                      <a:pt x="1780177" y="2315182"/>
                    </a:cubicBezTo>
                    <a:cubicBezTo>
                      <a:pt x="1780177" y="2348501"/>
                      <a:pt x="1781129" y="2381820"/>
                      <a:pt x="1780177" y="2415139"/>
                    </a:cubicBezTo>
                    <a:cubicBezTo>
                      <a:pt x="1779225" y="2438938"/>
                      <a:pt x="1787793" y="2444650"/>
                      <a:pt x="1810640" y="2444650"/>
                    </a:cubicBezTo>
                    <a:cubicBezTo>
                      <a:pt x="1939156" y="2443698"/>
                      <a:pt x="2067671" y="2444650"/>
                      <a:pt x="2196187" y="2444650"/>
                    </a:cubicBezTo>
                    <a:cubicBezTo>
                      <a:pt x="2204754" y="2444650"/>
                      <a:pt x="2214274" y="2444650"/>
                      <a:pt x="2226650" y="2444650"/>
                    </a:cubicBezTo>
                    <a:cubicBezTo>
                      <a:pt x="2226650" y="2456073"/>
                      <a:pt x="2226650" y="2464641"/>
                      <a:pt x="2226650" y="2473209"/>
                    </a:cubicBezTo>
                    <a:cubicBezTo>
                      <a:pt x="2226650" y="2676930"/>
                      <a:pt x="2226650" y="2880650"/>
                      <a:pt x="2225698" y="3083419"/>
                    </a:cubicBezTo>
                    <a:cubicBezTo>
                      <a:pt x="2225698" y="3107218"/>
                      <a:pt x="2232361" y="3115786"/>
                      <a:pt x="2256160" y="3114834"/>
                    </a:cubicBezTo>
                    <a:cubicBezTo>
                      <a:pt x="2310422" y="3112930"/>
                      <a:pt x="2364685" y="3114834"/>
                      <a:pt x="2418947" y="3113882"/>
                    </a:cubicBezTo>
                    <a:cubicBezTo>
                      <a:pt x="2439890" y="3113882"/>
                      <a:pt x="2446554" y="3120546"/>
                      <a:pt x="2446554" y="3141489"/>
                    </a:cubicBezTo>
                    <a:cubicBezTo>
                      <a:pt x="2445602" y="3205271"/>
                      <a:pt x="2446554" y="3270005"/>
                      <a:pt x="2446554" y="3333787"/>
                    </a:cubicBezTo>
                    <a:lnTo>
                      <a:pt x="2447506" y="3332835"/>
                    </a:lnTo>
                    <a:cubicBezTo>
                      <a:pt x="2307567" y="3332835"/>
                      <a:pt x="2167628" y="3333787"/>
                      <a:pt x="2027688" y="3332835"/>
                    </a:cubicBezTo>
                    <a:cubicBezTo>
                      <a:pt x="2007697" y="3332835"/>
                      <a:pt x="2000081" y="3337594"/>
                      <a:pt x="2000081" y="3358537"/>
                    </a:cubicBezTo>
                    <a:cubicBezTo>
                      <a:pt x="2001985" y="3425175"/>
                      <a:pt x="2001033" y="3491813"/>
                      <a:pt x="2001033" y="3558450"/>
                    </a:cubicBezTo>
                    <a:cubicBezTo>
                      <a:pt x="2001033" y="3558450"/>
                      <a:pt x="2001985" y="3557499"/>
                      <a:pt x="2001985" y="3557499"/>
                    </a:cubicBezTo>
                    <a:cubicBezTo>
                      <a:pt x="1928684" y="3557499"/>
                      <a:pt x="1854431" y="3557499"/>
                      <a:pt x="1781129" y="3557499"/>
                    </a:cubicBezTo>
                    <a:lnTo>
                      <a:pt x="1782081" y="3558450"/>
                    </a:lnTo>
                    <a:cubicBezTo>
                      <a:pt x="1782081" y="3411848"/>
                      <a:pt x="1782081" y="3265245"/>
                      <a:pt x="1782081" y="3112930"/>
                    </a:cubicBezTo>
                    <a:cubicBezTo>
                      <a:pt x="1750666" y="3112930"/>
                      <a:pt x="1721155" y="3111978"/>
                      <a:pt x="1692596" y="3112930"/>
                    </a:cubicBezTo>
                    <a:cubicBezTo>
                      <a:pt x="1648806" y="3113882"/>
                      <a:pt x="1605015" y="3115786"/>
                      <a:pt x="1561225" y="3117690"/>
                    </a:cubicBezTo>
                    <a:cubicBezTo>
                      <a:pt x="1559321" y="3121498"/>
                      <a:pt x="1559321" y="3122450"/>
                      <a:pt x="1559321" y="3122450"/>
                    </a:cubicBezTo>
                    <a:close/>
                    <a:moveTo>
                      <a:pt x="1999129" y="1781129"/>
                    </a:moveTo>
                    <a:cubicBezTo>
                      <a:pt x="2065767" y="1781129"/>
                      <a:pt x="2129549" y="1781129"/>
                      <a:pt x="2192379" y="1781129"/>
                    </a:cubicBezTo>
                    <a:cubicBezTo>
                      <a:pt x="2225698" y="1781129"/>
                      <a:pt x="2225698" y="1781129"/>
                      <a:pt x="2225698" y="1748762"/>
                    </a:cubicBezTo>
                    <a:cubicBezTo>
                      <a:pt x="2225698" y="1618343"/>
                      <a:pt x="2225698" y="1488875"/>
                      <a:pt x="2224746" y="1358456"/>
                    </a:cubicBezTo>
                    <a:cubicBezTo>
                      <a:pt x="2224746" y="1342273"/>
                      <a:pt x="2227601" y="1334657"/>
                      <a:pt x="2246641" y="1334657"/>
                    </a:cubicBezTo>
                    <a:cubicBezTo>
                      <a:pt x="2303759" y="1335609"/>
                      <a:pt x="2361829" y="1335609"/>
                      <a:pt x="2418947" y="1335609"/>
                    </a:cubicBezTo>
                    <a:cubicBezTo>
                      <a:pt x="2438938" y="1335609"/>
                      <a:pt x="2445602" y="1342273"/>
                      <a:pt x="2444650" y="1361312"/>
                    </a:cubicBezTo>
                    <a:cubicBezTo>
                      <a:pt x="2443698" y="1419382"/>
                      <a:pt x="2444650" y="1478404"/>
                      <a:pt x="2443698" y="1536474"/>
                    </a:cubicBezTo>
                    <a:cubicBezTo>
                      <a:pt x="2443698" y="1555513"/>
                      <a:pt x="2448458" y="1561225"/>
                      <a:pt x="2467497" y="1561225"/>
                    </a:cubicBezTo>
                    <a:cubicBezTo>
                      <a:pt x="2527471" y="1560273"/>
                      <a:pt x="2587445" y="1560273"/>
                      <a:pt x="2647419" y="1561225"/>
                    </a:cubicBezTo>
                    <a:cubicBezTo>
                      <a:pt x="2666458" y="1561225"/>
                      <a:pt x="2671218" y="1554561"/>
                      <a:pt x="2671218" y="1536474"/>
                    </a:cubicBezTo>
                    <a:cubicBezTo>
                      <a:pt x="2670266" y="1479356"/>
                      <a:pt x="2671218" y="1421286"/>
                      <a:pt x="2669314" y="1364168"/>
                    </a:cubicBezTo>
                    <a:cubicBezTo>
                      <a:pt x="2668362" y="1342273"/>
                      <a:pt x="2676930" y="1334657"/>
                      <a:pt x="2698825" y="1335609"/>
                    </a:cubicBezTo>
                    <a:cubicBezTo>
                      <a:pt x="2749279" y="1336561"/>
                      <a:pt x="2798781" y="1336561"/>
                      <a:pt x="2849236" y="1336561"/>
                    </a:cubicBezTo>
                    <a:cubicBezTo>
                      <a:pt x="2887314" y="1336561"/>
                      <a:pt x="2891122" y="1333705"/>
                      <a:pt x="2891122" y="1295626"/>
                    </a:cubicBezTo>
                    <a:cubicBezTo>
                      <a:pt x="2891122" y="1097617"/>
                      <a:pt x="2891122" y="898656"/>
                      <a:pt x="2892074" y="700647"/>
                    </a:cubicBezTo>
                    <a:cubicBezTo>
                      <a:pt x="2892074" y="676848"/>
                      <a:pt x="2885410" y="669232"/>
                      <a:pt x="2861611" y="669232"/>
                    </a:cubicBezTo>
                    <a:cubicBezTo>
                      <a:pt x="2737855" y="670184"/>
                      <a:pt x="2613148" y="670184"/>
                      <a:pt x="2489392" y="670184"/>
                    </a:cubicBezTo>
                    <a:cubicBezTo>
                      <a:pt x="2475113" y="670184"/>
                      <a:pt x="2461785" y="670184"/>
                      <a:pt x="2445602" y="670184"/>
                    </a:cubicBezTo>
                    <a:cubicBezTo>
                      <a:pt x="2445602" y="733966"/>
                      <a:pt x="2445602" y="795844"/>
                      <a:pt x="2445602" y="856770"/>
                    </a:cubicBezTo>
                    <a:cubicBezTo>
                      <a:pt x="2445602" y="885329"/>
                      <a:pt x="2449410" y="890089"/>
                      <a:pt x="2478921" y="890089"/>
                    </a:cubicBezTo>
                    <a:cubicBezTo>
                      <a:pt x="2535087" y="890089"/>
                      <a:pt x="2590301" y="891041"/>
                      <a:pt x="2646467" y="890089"/>
                    </a:cubicBezTo>
                    <a:cubicBezTo>
                      <a:pt x="2665506" y="890089"/>
                      <a:pt x="2671218" y="895800"/>
                      <a:pt x="2671218" y="913888"/>
                    </a:cubicBezTo>
                    <a:cubicBezTo>
                      <a:pt x="2670266" y="980525"/>
                      <a:pt x="2671218" y="1047163"/>
                      <a:pt x="2671218" y="1113801"/>
                    </a:cubicBezTo>
                    <a:cubicBezTo>
                      <a:pt x="2671218" y="1175679"/>
                      <a:pt x="2671218" y="1237556"/>
                      <a:pt x="2671218" y="1298482"/>
                    </a:cubicBezTo>
                    <a:cubicBezTo>
                      <a:pt x="2671218" y="1329897"/>
                      <a:pt x="2665506" y="1334657"/>
                      <a:pt x="2635043" y="1334657"/>
                    </a:cubicBezTo>
                    <a:cubicBezTo>
                      <a:pt x="2582685" y="1334657"/>
                      <a:pt x="2530327" y="1332753"/>
                      <a:pt x="2477969" y="1334657"/>
                    </a:cubicBezTo>
                    <a:cubicBezTo>
                      <a:pt x="2454169" y="1335609"/>
                      <a:pt x="2447506" y="1325137"/>
                      <a:pt x="2447506" y="1304194"/>
                    </a:cubicBezTo>
                    <a:cubicBezTo>
                      <a:pt x="2447506" y="1253740"/>
                      <a:pt x="2447506" y="1204238"/>
                      <a:pt x="2446554" y="1153783"/>
                    </a:cubicBezTo>
                    <a:cubicBezTo>
                      <a:pt x="2446554" y="1115705"/>
                      <a:pt x="2445602" y="1113801"/>
                      <a:pt x="2407523" y="1113801"/>
                    </a:cubicBezTo>
                    <a:cubicBezTo>
                      <a:pt x="2281863" y="1113801"/>
                      <a:pt x="2156204" y="1114753"/>
                      <a:pt x="2029592" y="1113801"/>
                    </a:cubicBezTo>
                    <a:cubicBezTo>
                      <a:pt x="2004841" y="1113801"/>
                      <a:pt x="1999129" y="1121416"/>
                      <a:pt x="1999129" y="1145216"/>
                    </a:cubicBezTo>
                    <a:cubicBezTo>
                      <a:pt x="2000081" y="1347985"/>
                      <a:pt x="2000081" y="1550753"/>
                      <a:pt x="2000081" y="1752570"/>
                    </a:cubicBezTo>
                    <a:cubicBezTo>
                      <a:pt x="1999129" y="1761138"/>
                      <a:pt x="1999129" y="1769706"/>
                      <a:pt x="1999129" y="1781129"/>
                    </a:cubicBezTo>
                    <a:close/>
                    <a:moveTo>
                      <a:pt x="669232" y="2225698"/>
                    </a:moveTo>
                    <a:cubicBezTo>
                      <a:pt x="602595" y="2225698"/>
                      <a:pt x="536909" y="2226649"/>
                      <a:pt x="471223" y="2225698"/>
                    </a:cubicBezTo>
                    <a:cubicBezTo>
                      <a:pt x="449328" y="2225698"/>
                      <a:pt x="442664" y="2232361"/>
                      <a:pt x="442664" y="2254257"/>
                    </a:cubicBezTo>
                    <a:cubicBezTo>
                      <a:pt x="443616" y="2380868"/>
                      <a:pt x="442664" y="2507480"/>
                      <a:pt x="442664" y="2634091"/>
                    </a:cubicBezTo>
                    <a:cubicBezTo>
                      <a:pt x="442664" y="2665506"/>
                      <a:pt x="446472" y="2671218"/>
                      <a:pt x="477887" y="2671218"/>
                    </a:cubicBezTo>
                    <a:cubicBezTo>
                      <a:pt x="534053" y="2672170"/>
                      <a:pt x="589267" y="2671218"/>
                      <a:pt x="645433" y="2671218"/>
                    </a:cubicBezTo>
                    <a:cubicBezTo>
                      <a:pt x="662569" y="2671218"/>
                      <a:pt x="669232" y="2666458"/>
                      <a:pt x="669232" y="2648371"/>
                    </a:cubicBezTo>
                    <a:cubicBezTo>
                      <a:pt x="668280" y="2508432"/>
                      <a:pt x="669232" y="2368493"/>
                      <a:pt x="669232" y="2225698"/>
                    </a:cubicBezTo>
                    <a:close/>
                    <a:moveTo>
                      <a:pt x="1997226" y="3117690"/>
                    </a:moveTo>
                    <a:cubicBezTo>
                      <a:pt x="1998178" y="3116738"/>
                      <a:pt x="1999129" y="3113882"/>
                      <a:pt x="1999129" y="3111978"/>
                    </a:cubicBezTo>
                    <a:cubicBezTo>
                      <a:pt x="1999129" y="3044389"/>
                      <a:pt x="1999129" y="2976799"/>
                      <a:pt x="2000081" y="2910161"/>
                    </a:cubicBezTo>
                    <a:cubicBezTo>
                      <a:pt x="2000081" y="2893026"/>
                      <a:pt x="1988658" y="2892074"/>
                      <a:pt x="1976282" y="2892074"/>
                    </a:cubicBezTo>
                    <a:cubicBezTo>
                      <a:pt x="1918212" y="2892074"/>
                      <a:pt x="1860142" y="2892074"/>
                      <a:pt x="1801120" y="2892074"/>
                    </a:cubicBezTo>
                    <a:cubicBezTo>
                      <a:pt x="1782081" y="2892074"/>
                      <a:pt x="1777321" y="2899690"/>
                      <a:pt x="1777321" y="2917777"/>
                    </a:cubicBezTo>
                    <a:cubicBezTo>
                      <a:pt x="1778273" y="2970135"/>
                      <a:pt x="1777321" y="3022493"/>
                      <a:pt x="1777321" y="3074852"/>
                    </a:cubicBezTo>
                    <a:cubicBezTo>
                      <a:pt x="1777321" y="3088179"/>
                      <a:pt x="1777321" y="3102459"/>
                      <a:pt x="1777321" y="3118642"/>
                    </a:cubicBezTo>
                    <a:cubicBezTo>
                      <a:pt x="1854431" y="3117690"/>
                      <a:pt x="1925828" y="3117690"/>
                      <a:pt x="1997226" y="3117690"/>
                    </a:cubicBezTo>
                    <a:close/>
                    <a:moveTo>
                      <a:pt x="2670266" y="224664"/>
                    </a:moveTo>
                    <a:cubicBezTo>
                      <a:pt x="2601724" y="224664"/>
                      <a:pt x="2533183" y="224664"/>
                      <a:pt x="2465593" y="224664"/>
                    </a:cubicBezTo>
                    <a:cubicBezTo>
                      <a:pt x="2449410" y="224664"/>
                      <a:pt x="2444650" y="234184"/>
                      <a:pt x="2444650" y="249415"/>
                    </a:cubicBezTo>
                    <a:cubicBezTo>
                      <a:pt x="2444650" y="308437"/>
                      <a:pt x="2444650" y="367459"/>
                      <a:pt x="2444650" y="427433"/>
                    </a:cubicBezTo>
                    <a:cubicBezTo>
                      <a:pt x="2444650" y="440760"/>
                      <a:pt x="2448458" y="447424"/>
                      <a:pt x="2462737" y="446472"/>
                    </a:cubicBezTo>
                    <a:cubicBezTo>
                      <a:pt x="2520807" y="445520"/>
                      <a:pt x="2579829" y="445520"/>
                      <a:pt x="2637899" y="445520"/>
                    </a:cubicBezTo>
                    <a:cubicBezTo>
                      <a:pt x="2660746" y="445520"/>
                      <a:pt x="2671218" y="437905"/>
                      <a:pt x="2671218" y="413153"/>
                    </a:cubicBezTo>
                    <a:cubicBezTo>
                      <a:pt x="2669314" y="351276"/>
                      <a:pt x="2670266" y="289398"/>
                      <a:pt x="2670266" y="2246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4" name="Forme libre 113">
                <a:extLst>
                  <a:ext uri="{FF2B5EF4-FFF2-40B4-BE49-F238E27FC236}">
                    <a16:creationId xmlns:a16="http://schemas.microsoft.com/office/drawing/2014/main" id="{BCC9592A-54C3-100E-8D52-90C3640FF01F}"/>
                  </a:ext>
                </a:extLst>
              </p:cNvPr>
              <p:cNvSpPr/>
              <p:nvPr/>
            </p:nvSpPr>
            <p:spPr>
              <a:xfrm>
                <a:off x="9447611" y="3443288"/>
                <a:ext cx="2003002" cy="4442826"/>
              </a:xfrm>
              <a:custGeom>
                <a:avLst/>
                <a:gdLst>
                  <a:gd name="connsiteX0" fmla="*/ 1557482 w 2003002"/>
                  <a:gd name="connsiteY0" fmla="*/ 882473 h 4442826"/>
                  <a:gd name="connsiteX1" fmla="*/ 1357569 w 2003002"/>
                  <a:gd name="connsiteY1" fmla="*/ 882473 h 4442826"/>
                  <a:gd name="connsiteX2" fmla="*/ 1330915 w 2003002"/>
                  <a:gd name="connsiteY2" fmla="*/ 910080 h 4442826"/>
                  <a:gd name="connsiteX3" fmla="*/ 1331866 w 2003002"/>
                  <a:gd name="connsiteY3" fmla="*/ 1077626 h 4442826"/>
                  <a:gd name="connsiteX4" fmla="*/ 1299499 w 2003002"/>
                  <a:gd name="connsiteY4" fmla="*/ 1109041 h 4442826"/>
                  <a:gd name="connsiteX5" fmla="*/ 1136713 w 2003002"/>
                  <a:gd name="connsiteY5" fmla="*/ 1109041 h 4442826"/>
                  <a:gd name="connsiteX6" fmla="*/ 1111010 w 2003002"/>
                  <a:gd name="connsiteY6" fmla="*/ 1134744 h 4442826"/>
                  <a:gd name="connsiteX7" fmla="*/ 1111010 w 2003002"/>
                  <a:gd name="connsiteY7" fmla="*/ 1305146 h 4442826"/>
                  <a:gd name="connsiteX8" fmla="*/ 1138617 w 2003002"/>
                  <a:gd name="connsiteY8" fmla="*/ 1330849 h 4442826"/>
                  <a:gd name="connsiteX9" fmla="*/ 1330915 w 2003002"/>
                  <a:gd name="connsiteY9" fmla="*/ 1330849 h 4442826"/>
                  <a:gd name="connsiteX10" fmla="*/ 1330915 w 2003002"/>
                  <a:gd name="connsiteY10" fmla="*/ 1555513 h 4442826"/>
                  <a:gd name="connsiteX11" fmla="*/ 1111962 w 2003002"/>
                  <a:gd name="connsiteY11" fmla="*/ 1555513 h 4442826"/>
                  <a:gd name="connsiteX12" fmla="*/ 1111962 w 2003002"/>
                  <a:gd name="connsiteY12" fmla="*/ 1754474 h 4442826"/>
                  <a:gd name="connsiteX13" fmla="*/ 1142425 w 2003002"/>
                  <a:gd name="connsiteY13" fmla="*/ 1775417 h 4442826"/>
                  <a:gd name="connsiteX14" fmla="*/ 1300451 w 2003002"/>
                  <a:gd name="connsiteY14" fmla="*/ 1775417 h 4442826"/>
                  <a:gd name="connsiteX15" fmla="*/ 1332818 w 2003002"/>
                  <a:gd name="connsiteY15" fmla="*/ 1808736 h 4442826"/>
                  <a:gd name="connsiteX16" fmla="*/ 1333770 w 2003002"/>
                  <a:gd name="connsiteY16" fmla="*/ 1976282 h 4442826"/>
                  <a:gd name="connsiteX17" fmla="*/ 1309019 w 2003002"/>
                  <a:gd name="connsiteY17" fmla="*/ 2001985 h 4442826"/>
                  <a:gd name="connsiteX18" fmla="*/ 1111962 w 2003002"/>
                  <a:gd name="connsiteY18" fmla="*/ 2001033 h 4442826"/>
                  <a:gd name="connsiteX19" fmla="*/ 1111962 w 2003002"/>
                  <a:gd name="connsiteY19" fmla="*/ 2042920 h 4442826"/>
                  <a:gd name="connsiteX20" fmla="*/ 1111962 w 2003002"/>
                  <a:gd name="connsiteY20" fmla="*/ 2195235 h 4442826"/>
                  <a:gd name="connsiteX21" fmla="*/ 1135761 w 2003002"/>
                  <a:gd name="connsiteY21" fmla="*/ 2220938 h 4442826"/>
                  <a:gd name="connsiteX22" fmla="*/ 1523212 w 2003002"/>
                  <a:gd name="connsiteY22" fmla="*/ 2220938 h 4442826"/>
                  <a:gd name="connsiteX23" fmla="*/ 1557482 w 2003002"/>
                  <a:gd name="connsiteY23" fmla="*/ 2185715 h 4442826"/>
                  <a:gd name="connsiteX24" fmla="*/ 1557482 w 2003002"/>
                  <a:gd name="connsiteY24" fmla="*/ 2033400 h 4442826"/>
                  <a:gd name="connsiteX25" fmla="*/ 1589849 w 2003002"/>
                  <a:gd name="connsiteY25" fmla="*/ 2001033 h 4442826"/>
                  <a:gd name="connsiteX26" fmla="*/ 1975396 w 2003002"/>
                  <a:gd name="connsiteY26" fmla="*/ 2001033 h 4442826"/>
                  <a:gd name="connsiteX27" fmla="*/ 2003003 w 2003002"/>
                  <a:gd name="connsiteY27" fmla="*/ 2000081 h 4442826"/>
                  <a:gd name="connsiteX28" fmla="*/ 2002051 w 2003002"/>
                  <a:gd name="connsiteY28" fmla="*/ 1999129 h 4442826"/>
                  <a:gd name="connsiteX29" fmla="*/ 2002051 w 2003002"/>
                  <a:gd name="connsiteY29" fmla="*/ 2191427 h 4442826"/>
                  <a:gd name="connsiteX30" fmla="*/ 1976348 w 2003002"/>
                  <a:gd name="connsiteY30" fmla="*/ 2219034 h 4442826"/>
                  <a:gd name="connsiteX31" fmla="*/ 1818321 w 2003002"/>
                  <a:gd name="connsiteY31" fmla="*/ 2219986 h 4442826"/>
                  <a:gd name="connsiteX32" fmla="*/ 1777386 w 2003002"/>
                  <a:gd name="connsiteY32" fmla="*/ 2260920 h 4442826"/>
                  <a:gd name="connsiteX33" fmla="*/ 1777386 w 2003002"/>
                  <a:gd name="connsiteY33" fmla="*/ 2443698 h 4442826"/>
                  <a:gd name="connsiteX34" fmla="*/ 1749780 w 2003002"/>
                  <a:gd name="connsiteY34" fmla="*/ 2443698 h 4442826"/>
                  <a:gd name="connsiteX35" fmla="*/ 1589849 w 2003002"/>
                  <a:gd name="connsiteY35" fmla="*/ 2442746 h 4442826"/>
                  <a:gd name="connsiteX36" fmla="*/ 1557482 w 2003002"/>
                  <a:gd name="connsiteY36" fmla="*/ 2474161 h 4442826"/>
                  <a:gd name="connsiteX37" fmla="*/ 1557482 w 2003002"/>
                  <a:gd name="connsiteY37" fmla="*/ 2546510 h 4442826"/>
                  <a:gd name="connsiteX38" fmla="*/ 1557482 w 2003002"/>
                  <a:gd name="connsiteY38" fmla="*/ 3740276 h 4442826"/>
                  <a:gd name="connsiteX39" fmla="*/ 1591753 w 2003002"/>
                  <a:gd name="connsiteY39" fmla="*/ 3775499 h 4442826"/>
                  <a:gd name="connsiteX40" fmla="*/ 1754540 w 2003002"/>
                  <a:gd name="connsiteY40" fmla="*/ 3775499 h 4442826"/>
                  <a:gd name="connsiteX41" fmla="*/ 1777386 w 2003002"/>
                  <a:gd name="connsiteY41" fmla="*/ 3799298 h 4442826"/>
                  <a:gd name="connsiteX42" fmla="*/ 1777386 w 2003002"/>
                  <a:gd name="connsiteY42" fmla="*/ 3971604 h 4442826"/>
                  <a:gd name="connsiteX43" fmla="*/ 1745972 w 2003002"/>
                  <a:gd name="connsiteY43" fmla="*/ 4001115 h 4442826"/>
                  <a:gd name="connsiteX44" fmla="*/ 1595561 w 2003002"/>
                  <a:gd name="connsiteY44" fmla="*/ 4000163 h 4442826"/>
                  <a:gd name="connsiteX45" fmla="*/ 1556530 w 2003002"/>
                  <a:gd name="connsiteY45" fmla="*/ 4038241 h 4442826"/>
                  <a:gd name="connsiteX46" fmla="*/ 1556530 w 2003002"/>
                  <a:gd name="connsiteY46" fmla="*/ 4185796 h 4442826"/>
                  <a:gd name="connsiteX47" fmla="*/ 1521308 w 2003002"/>
                  <a:gd name="connsiteY47" fmla="*/ 4220067 h 4442826"/>
                  <a:gd name="connsiteX48" fmla="*/ 911097 w 2003002"/>
                  <a:gd name="connsiteY48" fmla="*/ 4219115 h 4442826"/>
                  <a:gd name="connsiteX49" fmla="*/ 885394 w 2003002"/>
                  <a:gd name="connsiteY49" fmla="*/ 4244818 h 4442826"/>
                  <a:gd name="connsiteX50" fmla="*/ 885394 w 2003002"/>
                  <a:gd name="connsiteY50" fmla="*/ 4417125 h 4442826"/>
                  <a:gd name="connsiteX51" fmla="*/ 885394 w 2003002"/>
                  <a:gd name="connsiteY51" fmla="*/ 4442827 h 4442826"/>
                  <a:gd name="connsiteX52" fmla="*/ 447489 w 2003002"/>
                  <a:gd name="connsiteY52" fmla="*/ 4442827 h 4442826"/>
                  <a:gd name="connsiteX53" fmla="*/ 447489 w 2003002"/>
                  <a:gd name="connsiteY53" fmla="*/ 4002067 h 4442826"/>
                  <a:gd name="connsiteX54" fmla="*/ 223777 w 2003002"/>
                  <a:gd name="connsiteY54" fmla="*/ 4002067 h 4442826"/>
                  <a:gd name="connsiteX55" fmla="*/ 220922 w 2003002"/>
                  <a:gd name="connsiteY55" fmla="*/ 3983980 h 4442826"/>
                  <a:gd name="connsiteX56" fmla="*/ 221874 w 2003002"/>
                  <a:gd name="connsiteY56" fmla="*/ 3358538 h 4442826"/>
                  <a:gd name="connsiteX57" fmla="*/ 192363 w 2003002"/>
                  <a:gd name="connsiteY57" fmla="*/ 3328075 h 4442826"/>
                  <a:gd name="connsiteX58" fmla="*/ 27672 w 2003002"/>
                  <a:gd name="connsiteY58" fmla="*/ 3329979 h 4442826"/>
                  <a:gd name="connsiteX59" fmla="*/ 65 w 2003002"/>
                  <a:gd name="connsiteY59" fmla="*/ 3302371 h 4442826"/>
                  <a:gd name="connsiteX60" fmla="*/ 65 w 2003002"/>
                  <a:gd name="connsiteY60" fmla="*/ 3111026 h 4442826"/>
                  <a:gd name="connsiteX61" fmla="*/ 17201 w 2003002"/>
                  <a:gd name="connsiteY61" fmla="*/ 3109122 h 4442826"/>
                  <a:gd name="connsiteX62" fmla="*/ 419883 w 2003002"/>
                  <a:gd name="connsiteY62" fmla="*/ 3109122 h 4442826"/>
                  <a:gd name="connsiteX63" fmla="*/ 445586 w 2003002"/>
                  <a:gd name="connsiteY63" fmla="*/ 3086275 h 4442826"/>
                  <a:gd name="connsiteX64" fmla="*/ 445586 w 2003002"/>
                  <a:gd name="connsiteY64" fmla="*/ 2238073 h 4442826"/>
                  <a:gd name="connsiteX65" fmla="*/ 443682 w 2003002"/>
                  <a:gd name="connsiteY65" fmla="*/ 2218082 h 4442826"/>
                  <a:gd name="connsiteX66" fmla="*/ 219018 w 2003002"/>
                  <a:gd name="connsiteY66" fmla="*/ 2218082 h 4442826"/>
                  <a:gd name="connsiteX67" fmla="*/ 219970 w 2003002"/>
                  <a:gd name="connsiteY67" fmla="*/ 2219034 h 4442826"/>
                  <a:gd name="connsiteX68" fmla="*/ 220922 w 2003002"/>
                  <a:gd name="connsiteY68" fmla="*/ 1588832 h 4442826"/>
                  <a:gd name="connsiteX69" fmla="*/ 184747 w 2003002"/>
                  <a:gd name="connsiteY69" fmla="*/ 1552657 h 4442826"/>
                  <a:gd name="connsiteX70" fmla="*/ 24816 w 2003002"/>
                  <a:gd name="connsiteY70" fmla="*/ 1553609 h 4442826"/>
                  <a:gd name="connsiteX71" fmla="*/ 65 w 2003002"/>
                  <a:gd name="connsiteY71" fmla="*/ 1531714 h 4442826"/>
                  <a:gd name="connsiteX72" fmla="*/ 65 w 2003002"/>
                  <a:gd name="connsiteY72" fmla="*/ 1330849 h 4442826"/>
                  <a:gd name="connsiteX73" fmla="*/ 12441 w 2003002"/>
                  <a:gd name="connsiteY73" fmla="*/ 1327993 h 4442826"/>
                  <a:gd name="connsiteX74" fmla="*/ 184747 w 2003002"/>
                  <a:gd name="connsiteY74" fmla="*/ 1328945 h 4442826"/>
                  <a:gd name="connsiteX75" fmla="*/ 219018 w 2003002"/>
                  <a:gd name="connsiteY75" fmla="*/ 1362264 h 4442826"/>
                  <a:gd name="connsiteX76" fmla="*/ 219018 w 2003002"/>
                  <a:gd name="connsiteY76" fmla="*/ 1522194 h 4442826"/>
                  <a:gd name="connsiteX77" fmla="*/ 251384 w 2003002"/>
                  <a:gd name="connsiteY77" fmla="*/ 1554561 h 4442826"/>
                  <a:gd name="connsiteX78" fmla="*/ 421787 w 2003002"/>
                  <a:gd name="connsiteY78" fmla="*/ 1553609 h 4442826"/>
                  <a:gd name="connsiteX79" fmla="*/ 447489 w 2003002"/>
                  <a:gd name="connsiteY79" fmla="*/ 1527906 h 4442826"/>
                  <a:gd name="connsiteX80" fmla="*/ 446537 w 2003002"/>
                  <a:gd name="connsiteY80" fmla="*/ 1350840 h 4442826"/>
                  <a:gd name="connsiteX81" fmla="*/ 444634 w 2003002"/>
                  <a:gd name="connsiteY81" fmla="*/ 1328945 h 4442826"/>
                  <a:gd name="connsiteX82" fmla="*/ 318974 w 2003002"/>
                  <a:gd name="connsiteY82" fmla="*/ 1328945 h 4442826"/>
                  <a:gd name="connsiteX83" fmla="*/ 251384 w 2003002"/>
                  <a:gd name="connsiteY83" fmla="*/ 1329897 h 4442826"/>
                  <a:gd name="connsiteX84" fmla="*/ 219970 w 2003002"/>
                  <a:gd name="connsiteY84" fmla="*/ 1299434 h 4442826"/>
                  <a:gd name="connsiteX85" fmla="*/ 220922 w 2003002"/>
                  <a:gd name="connsiteY85" fmla="*/ 1024316 h 4442826"/>
                  <a:gd name="connsiteX86" fmla="*/ 220922 w 2003002"/>
                  <a:gd name="connsiteY86" fmla="*/ 664473 h 4442826"/>
                  <a:gd name="connsiteX87" fmla="*/ 219970 w 2003002"/>
                  <a:gd name="connsiteY87" fmla="*/ 665425 h 4442826"/>
                  <a:gd name="connsiteX88" fmla="*/ 445586 w 2003002"/>
                  <a:gd name="connsiteY88" fmla="*/ 665425 h 4442826"/>
                  <a:gd name="connsiteX89" fmla="*/ 445586 w 2003002"/>
                  <a:gd name="connsiteY89" fmla="*/ 4760 h 4442826"/>
                  <a:gd name="connsiteX90" fmla="*/ 473193 w 2003002"/>
                  <a:gd name="connsiteY90" fmla="*/ 952 h 4442826"/>
                  <a:gd name="connsiteX91" fmla="*/ 640739 w 2003002"/>
                  <a:gd name="connsiteY91" fmla="*/ 0 h 4442826"/>
                  <a:gd name="connsiteX92" fmla="*/ 666442 w 2003002"/>
                  <a:gd name="connsiteY92" fmla="*/ 25703 h 4442826"/>
                  <a:gd name="connsiteX93" fmla="*/ 666442 w 2003002"/>
                  <a:gd name="connsiteY93" fmla="*/ 633058 h 4442826"/>
                  <a:gd name="connsiteX94" fmla="*/ 666442 w 2003002"/>
                  <a:gd name="connsiteY94" fmla="*/ 665425 h 4442826"/>
                  <a:gd name="connsiteX95" fmla="*/ 1557482 w 2003002"/>
                  <a:gd name="connsiteY95" fmla="*/ 665425 h 4442826"/>
                  <a:gd name="connsiteX96" fmla="*/ 1557482 w 2003002"/>
                  <a:gd name="connsiteY96" fmla="*/ 882473 h 4442826"/>
                  <a:gd name="connsiteX97" fmla="*/ 1557482 w 2003002"/>
                  <a:gd name="connsiteY97" fmla="*/ 882473 h 4442826"/>
                  <a:gd name="connsiteX98" fmla="*/ 667394 w 2003002"/>
                  <a:gd name="connsiteY98" fmla="*/ 2663602 h 4442826"/>
                  <a:gd name="connsiteX99" fmla="*/ 665490 w 2003002"/>
                  <a:gd name="connsiteY99" fmla="*/ 2675978 h 4442826"/>
                  <a:gd name="connsiteX100" fmla="*/ 665490 w 2003002"/>
                  <a:gd name="connsiteY100" fmla="*/ 3306179 h 4442826"/>
                  <a:gd name="connsiteX101" fmla="*/ 694049 w 2003002"/>
                  <a:gd name="connsiteY101" fmla="*/ 3329979 h 4442826"/>
                  <a:gd name="connsiteX102" fmla="*/ 1294740 w 2003002"/>
                  <a:gd name="connsiteY102" fmla="*/ 3329979 h 4442826"/>
                  <a:gd name="connsiteX103" fmla="*/ 1332818 w 2003002"/>
                  <a:gd name="connsiteY103" fmla="*/ 3291900 h 4442826"/>
                  <a:gd name="connsiteX104" fmla="*/ 1332818 w 2003002"/>
                  <a:gd name="connsiteY104" fmla="*/ 2691209 h 4442826"/>
                  <a:gd name="connsiteX105" fmla="*/ 1305211 w 2003002"/>
                  <a:gd name="connsiteY105" fmla="*/ 2662650 h 4442826"/>
                  <a:gd name="connsiteX106" fmla="*/ 756879 w 2003002"/>
                  <a:gd name="connsiteY106" fmla="*/ 2663602 h 4442826"/>
                  <a:gd name="connsiteX107" fmla="*/ 667394 w 2003002"/>
                  <a:gd name="connsiteY107" fmla="*/ 2663602 h 4442826"/>
                  <a:gd name="connsiteX108" fmla="*/ 1331866 w 2003002"/>
                  <a:gd name="connsiteY108" fmla="*/ 3775499 h 4442826"/>
                  <a:gd name="connsiteX109" fmla="*/ 1331866 w 2003002"/>
                  <a:gd name="connsiteY109" fmla="*/ 3587010 h 4442826"/>
                  <a:gd name="connsiteX110" fmla="*/ 1298547 w 2003002"/>
                  <a:gd name="connsiteY110" fmla="*/ 3554642 h 4442826"/>
                  <a:gd name="connsiteX111" fmla="*/ 1043421 w 2003002"/>
                  <a:gd name="connsiteY111" fmla="*/ 3554642 h 4442826"/>
                  <a:gd name="connsiteX112" fmla="*/ 476048 w 2003002"/>
                  <a:gd name="connsiteY112" fmla="*/ 3554642 h 4442826"/>
                  <a:gd name="connsiteX113" fmla="*/ 445586 w 2003002"/>
                  <a:gd name="connsiteY113" fmla="*/ 3586058 h 4442826"/>
                  <a:gd name="connsiteX114" fmla="*/ 445586 w 2003002"/>
                  <a:gd name="connsiteY114" fmla="*/ 3748844 h 4442826"/>
                  <a:gd name="connsiteX115" fmla="*/ 472241 w 2003002"/>
                  <a:gd name="connsiteY115" fmla="*/ 3776451 h 4442826"/>
                  <a:gd name="connsiteX116" fmla="*/ 867307 w 2003002"/>
                  <a:gd name="connsiteY116" fmla="*/ 3776451 h 4442826"/>
                  <a:gd name="connsiteX117" fmla="*/ 885394 w 2003002"/>
                  <a:gd name="connsiteY117" fmla="*/ 3777403 h 4442826"/>
                  <a:gd name="connsiteX118" fmla="*/ 885394 w 2003002"/>
                  <a:gd name="connsiteY118" fmla="*/ 3805962 h 4442826"/>
                  <a:gd name="connsiteX119" fmla="*/ 885394 w 2003002"/>
                  <a:gd name="connsiteY119" fmla="*/ 3973508 h 4442826"/>
                  <a:gd name="connsiteX120" fmla="*/ 912049 w 2003002"/>
                  <a:gd name="connsiteY120" fmla="*/ 4001115 h 4442826"/>
                  <a:gd name="connsiteX121" fmla="*/ 1087211 w 2003002"/>
                  <a:gd name="connsiteY121" fmla="*/ 4001115 h 4442826"/>
                  <a:gd name="connsiteX122" fmla="*/ 1113866 w 2003002"/>
                  <a:gd name="connsiteY122" fmla="*/ 3974460 h 4442826"/>
                  <a:gd name="connsiteX123" fmla="*/ 1112914 w 2003002"/>
                  <a:gd name="connsiteY123" fmla="*/ 3774547 h 4442826"/>
                  <a:gd name="connsiteX124" fmla="*/ 1331866 w 2003002"/>
                  <a:gd name="connsiteY124" fmla="*/ 3775499 h 4442826"/>
                  <a:gd name="connsiteX125" fmla="*/ 887298 w 2003002"/>
                  <a:gd name="connsiteY125" fmla="*/ 1774465 h 4442826"/>
                  <a:gd name="connsiteX126" fmla="*/ 886346 w 2003002"/>
                  <a:gd name="connsiteY126" fmla="*/ 1568841 h 4442826"/>
                  <a:gd name="connsiteX127" fmla="*/ 864451 w 2003002"/>
                  <a:gd name="connsiteY127" fmla="*/ 1554561 h 4442826"/>
                  <a:gd name="connsiteX128" fmla="*/ 466529 w 2003002"/>
                  <a:gd name="connsiteY128" fmla="*/ 1553609 h 4442826"/>
                  <a:gd name="connsiteX129" fmla="*/ 445586 w 2003002"/>
                  <a:gd name="connsiteY129" fmla="*/ 1575504 h 4442826"/>
                  <a:gd name="connsiteX130" fmla="*/ 445586 w 2003002"/>
                  <a:gd name="connsiteY130" fmla="*/ 1745906 h 4442826"/>
                  <a:gd name="connsiteX131" fmla="*/ 473193 w 2003002"/>
                  <a:gd name="connsiteY131" fmla="*/ 1774465 h 4442826"/>
                  <a:gd name="connsiteX132" fmla="*/ 660730 w 2003002"/>
                  <a:gd name="connsiteY132" fmla="*/ 1774465 h 4442826"/>
                  <a:gd name="connsiteX133" fmla="*/ 887298 w 2003002"/>
                  <a:gd name="connsiteY133" fmla="*/ 1774465 h 4442826"/>
                  <a:gd name="connsiteX134" fmla="*/ 885394 w 2003002"/>
                  <a:gd name="connsiteY134" fmla="*/ 2219034 h 4442826"/>
                  <a:gd name="connsiteX135" fmla="*/ 885394 w 2003002"/>
                  <a:gd name="connsiteY135" fmla="*/ 2004841 h 4442826"/>
                  <a:gd name="connsiteX136" fmla="*/ 882538 w 2003002"/>
                  <a:gd name="connsiteY136" fmla="*/ 2002937 h 4442826"/>
                  <a:gd name="connsiteX137" fmla="*/ 675961 w 2003002"/>
                  <a:gd name="connsiteY137" fmla="*/ 2000081 h 4442826"/>
                  <a:gd name="connsiteX138" fmla="*/ 665490 w 2003002"/>
                  <a:gd name="connsiteY138" fmla="*/ 2015313 h 4442826"/>
                  <a:gd name="connsiteX139" fmla="*/ 664538 w 2003002"/>
                  <a:gd name="connsiteY139" fmla="*/ 2199994 h 4442826"/>
                  <a:gd name="connsiteX140" fmla="*/ 683577 w 2003002"/>
                  <a:gd name="connsiteY140" fmla="*/ 2219034 h 4442826"/>
                  <a:gd name="connsiteX141" fmla="*/ 885394 w 2003002"/>
                  <a:gd name="connsiteY141" fmla="*/ 2219034 h 4442826"/>
                  <a:gd name="connsiteX142" fmla="*/ 887298 w 2003002"/>
                  <a:gd name="connsiteY142" fmla="*/ 1108089 h 4442826"/>
                  <a:gd name="connsiteX143" fmla="*/ 681673 w 2003002"/>
                  <a:gd name="connsiteY143" fmla="*/ 1109041 h 4442826"/>
                  <a:gd name="connsiteX144" fmla="*/ 666442 w 2003002"/>
                  <a:gd name="connsiteY144" fmla="*/ 1125224 h 4442826"/>
                  <a:gd name="connsiteX145" fmla="*/ 666442 w 2003002"/>
                  <a:gd name="connsiteY145" fmla="*/ 1309906 h 4442826"/>
                  <a:gd name="connsiteX146" fmla="*/ 683577 w 2003002"/>
                  <a:gd name="connsiteY146" fmla="*/ 1327041 h 4442826"/>
                  <a:gd name="connsiteX147" fmla="*/ 871115 w 2003002"/>
                  <a:gd name="connsiteY147" fmla="*/ 1327041 h 4442826"/>
                  <a:gd name="connsiteX148" fmla="*/ 886346 w 2003002"/>
                  <a:gd name="connsiteY148" fmla="*/ 1312762 h 4442826"/>
                  <a:gd name="connsiteX149" fmla="*/ 887298 w 2003002"/>
                  <a:gd name="connsiteY149" fmla="*/ 1108089 h 4442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2003002" h="4442826">
                    <a:moveTo>
                      <a:pt x="1557482" y="882473"/>
                    </a:moveTo>
                    <a:cubicBezTo>
                      <a:pt x="1490845" y="882473"/>
                      <a:pt x="1424207" y="883425"/>
                      <a:pt x="1357569" y="882473"/>
                    </a:cubicBezTo>
                    <a:cubicBezTo>
                      <a:pt x="1336626" y="882473"/>
                      <a:pt x="1330915" y="890089"/>
                      <a:pt x="1330915" y="910080"/>
                    </a:cubicBezTo>
                    <a:cubicBezTo>
                      <a:pt x="1331866" y="966246"/>
                      <a:pt x="1330915" y="1021460"/>
                      <a:pt x="1331866" y="1077626"/>
                    </a:cubicBezTo>
                    <a:cubicBezTo>
                      <a:pt x="1331866" y="1109041"/>
                      <a:pt x="1331866" y="1109041"/>
                      <a:pt x="1299499" y="1109041"/>
                    </a:cubicBezTo>
                    <a:cubicBezTo>
                      <a:pt x="1245238" y="1109041"/>
                      <a:pt x="1190975" y="1109041"/>
                      <a:pt x="1136713" y="1109041"/>
                    </a:cubicBezTo>
                    <a:cubicBezTo>
                      <a:pt x="1117674" y="1109041"/>
                      <a:pt x="1110058" y="1114753"/>
                      <a:pt x="1111010" y="1134744"/>
                    </a:cubicBezTo>
                    <a:cubicBezTo>
                      <a:pt x="1111962" y="1191862"/>
                      <a:pt x="1111962" y="1248028"/>
                      <a:pt x="1111010" y="1305146"/>
                    </a:cubicBezTo>
                    <a:cubicBezTo>
                      <a:pt x="1110058" y="1327041"/>
                      <a:pt x="1118626" y="1330849"/>
                      <a:pt x="1138617" y="1330849"/>
                    </a:cubicBezTo>
                    <a:cubicBezTo>
                      <a:pt x="1201447" y="1329897"/>
                      <a:pt x="1265229" y="1330849"/>
                      <a:pt x="1330915" y="1330849"/>
                    </a:cubicBezTo>
                    <a:cubicBezTo>
                      <a:pt x="1330915" y="1407006"/>
                      <a:pt x="1330915" y="1480308"/>
                      <a:pt x="1330915" y="1555513"/>
                    </a:cubicBezTo>
                    <a:cubicBezTo>
                      <a:pt x="1259517" y="1555513"/>
                      <a:pt x="1186216" y="1555513"/>
                      <a:pt x="1111962" y="1555513"/>
                    </a:cubicBezTo>
                    <a:cubicBezTo>
                      <a:pt x="1111962" y="1623103"/>
                      <a:pt x="1111962" y="1688788"/>
                      <a:pt x="1111962" y="1754474"/>
                    </a:cubicBezTo>
                    <a:cubicBezTo>
                      <a:pt x="1111962" y="1774465"/>
                      <a:pt x="1127193" y="1775417"/>
                      <a:pt x="1142425" y="1775417"/>
                    </a:cubicBezTo>
                    <a:cubicBezTo>
                      <a:pt x="1194783" y="1775417"/>
                      <a:pt x="1247141" y="1775417"/>
                      <a:pt x="1300451" y="1775417"/>
                    </a:cubicBezTo>
                    <a:cubicBezTo>
                      <a:pt x="1330915" y="1775417"/>
                      <a:pt x="1331866" y="1777321"/>
                      <a:pt x="1332818" y="1808736"/>
                    </a:cubicBezTo>
                    <a:cubicBezTo>
                      <a:pt x="1332818" y="1864902"/>
                      <a:pt x="1331866" y="1920116"/>
                      <a:pt x="1333770" y="1976282"/>
                    </a:cubicBezTo>
                    <a:cubicBezTo>
                      <a:pt x="1334722" y="1996274"/>
                      <a:pt x="1329962" y="2001985"/>
                      <a:pt x="1309019" y="2001985"/>
                    </a:cubicBezTo>
                    <a:cubicBezTo>
                      <a:pt x="1245238" y="2000081"/>
                      <a:pt x="1180504" y="2001033"/>
                      <a:pt x="1111962" y="2001033"/>
                    </a:cubicBezTo>
                    <a:cubicBezTo>
                      <a:pt x="1111962" y="2015313"/>
                      <a:pt x="1111962" y="2029592"/>
                      <a:pt x="1111962" y="2042920"/>
                    </a:cubicBezTo>
                    <a:cubicBezTo>
                      <a:pt x="1111962" y="2093374"/>
                      <a:pt x="1112914" y="2144780"/>
                      <a:pt x="1111962" y="2195235"/>
                    </a:cubicBezTo>
                    <a:cubicBezTo>
                      <a:pt x="1111962" y="2213322"/>
                      <a:pt x="1116722" y="2220938"/>
                      <a:pt x="1135761" y="2220938"/>
                    </a:cubicBezTo>
                    <a:cubicBezTo>
                      <a:pt x="1265229" y="2219986"/>
                      <a:pt x="1393744" y="2220938"/>
                      <a:pt x="1523212" y="2220938"/>
                    </a:cubicBezTo>
                    <a:cubicBezTo>
                      <a:pt x="1553675" y="2220938"/>
                      <a:pt x="1557482" y="2217130"/>
                      <a:pt x="1557482" y="2185715"/>
                    </a:cubicBezTo>
                    <a:cubicBezTo>
                      <a:pt x="1557482" y="2135261"/>
                      <a:pt x="1557482" y="2083854"/>
                      <a:pt x="1557482" y="2033400"/>
                    </a:cubicBezTo>
                    <a:cubicBezTo>
                      <a:pt x="1557482" y="2002937"/>
                      <a:pt x="1559386" y="2001033"/>
                      <a:pt x="1589849" y="2001033"/>
                    </a:cubicBezTo>
                    <a:cubicBezTo>
                      <a:pt x="1718365" y="2001033"/>
                      <a:pt x="1846880" y="2001033"/>
                      <a:pt x="1975396" y="2001033"/>
                    </a:cubicBezTo>
                    <a:cubicBezTo>
                      <a:pt x="1984916" y="2001033"/>
                      <a:pt x="1993483" y="2000081"/>
                      <a:pt x="2003003" y="2000081"/>
                    </a:cubicBezTo>
                    <a:lnTo>
                      <a:pt x="2002051" y="1999129"/>
                    </a:lnTo>
                    <a:cubicBezTo>
                      <a:pt x="2002051" y="2062911"/>
                      <a:pt x="2001099" y="2127645"/>
                      <a:pt x="2002051" y="2191427"/>
                    </a:cubicBezTo>
                    <a:cubicBezTo>
                      <a:pt x="2002051" y="2211418"/>
                      <a:pt x="1995387" y="2219034"/>
                      <a:pt x="1976348" y="2219034"/>
                    </a:cubicBezTo>
                    <a:cubicBezTo>
                      <a:pt x="1923989" y="2219034"/>
                      <a:pt x="1871631" y="2219986"/>
                      <a:pt x="1818321" y="2219986"/>
                    </a:cubicBezTo>
                    <a:cubicBezTo>
                      <a:pt x="1780243" y="2219986"/>
                      <a:pt x="1777386" y="2222842"/>
                      <a:pt x="1777386" y="2260920"/>
                    </a:cubicBezTo>
                    <a:cubicBezTo>
                      <a:pt x="1777386" y="2320894"/>
                      <a:pt x="1777386" y="2380868"/>
                      <a:pt x="1777386" y="2443698"/>
                    </a:cubicBezTo>
                    <a:cubicBezTo>
                      <a:pt x="1766915" y="2443698"/>
                      <a:pt x="1758347" y="2443698"/>
                      <a:pt x="1749780" y="2443698"/>
                    </a:cubicBezTo>
                    <a:cubicBezTo>
                      <a:pt x="1696470" y="2443698"/>
                      <a:pt x="1643159" y="2444650"/>
                      <a:pt x="1589849" y="2442746"/>
                    </a:cubicBezTo>
                    <a:cubicBezTo>
                      <a:pt x="1565098" y="2441794"/>
                      <a:pt x="1554627" y="2447506"/>
                      <a:pt x="1557482" y="2474161"/>
                    </a:cubicBezTo>
                    <a:cubicBezTo>
                      <a:pt x="1559386" y="2497960"/>
                      <a:pt x="1557482" y="2522711"/>
                      <a:pt x="1557482" y="2546510"/>
                    </a:cubicBezTo>
                    <a:cubicBezTo>
                      <a:pt x="1557482" y="2944432"/>
                      <a:pt x="1557482" y="3342354"/>
                      <a:pt x="1557482" y="3740276"/>
                    </a:cubicBezTo>
                    <a:cubicBezTo>
                      <a:pt x="1557482" y="3774547"/>
                      <a:pt x="1557482" y="3774547"/>
                      <a:pt x="1591753" y="3775499"/>
                    </a:cubicBezTo>
                    <a:cubicBezTo>
                      <a:pt x="1646015" y="3775499"/>
                      <a:pt x="1700277" y="3776451"/>
                      <a:pt x="1754540" y="3775499"/>
                    </a:cubicBezTo>
                    <a:cubicBezTo>
                      <a:pt x="1772627" y="3775499"/>
                      <a:pt x="1778339" y="3782163"/>
                      <a:pt x="1777386" y="3799298"/>
                    </a:cubicBezTo>
                    <a:cubicBezTo>
                      <a:pt x="1776435" y="3856416"/>
                      <a:pt x="1776435" y="3914486"/>
                      <a:pt x="1777386" y="3971604"/>
                    </a:cubicBezTo>
                    <a:cubicBezTo>
                      <a:pt x="1777386" y="3995403"/>
                      <a:pt x="1767867" y="4002067"/>
                      <a:pt x="1745972" y="4001115"/>
                    </a:cubicBezTo>
                    <a:cubicBezTo>
                      <a:pt x="1695518" y="4000163"/>
                      <a:pt x="1646015" y="4000163"/>
                      <a:pt x="1595561" y="4000163"/>
                    </a:cubicBezTo>
                    <a:cubicBezTo>
                      <a:pt x="1560338" y="4000163"/>
                      <a:pt x="1556530" y="4003971"/>
                      <a:pt x="1556530" y="4038241"/>
                    </a:cubicBezTo>
                    <a:cubicBezTo>
                      <a:pt x="1556530" y="4087744"/>
                      <a:pt x="1556530" y="4136294"/>
                      <a:pt x="1556530" y="4185796"/>
                    </a:cubicBezTo>
                    <a:cubicBezTo>
                      <a:pt x="1556530" y="4215308"/>
                      <a:pt x="1549867" y="4221019"/>
                      <a:pt x="1521308" y="4220067"/>
                    </a:cubicBezTo>
                    <a:cubicBezTo>
                      <a:pt x="1317587" y="4220067"/>
                      <a:pt x="1114818" y="4220067"/>
                      <a:pt x="911097" y="4219115"/>
                    </a:cubicBezTo>
                    <a:cubicBezTo>
                      <a:pt x="892058" y="4219115"/>
                      <a:pt x="885394" y="4223875"/>
                      <a:pt x="885394" y="4244818"/>
                    </a:cubicBezTo>
                    <a:cubicBezTo>
                      <a:pt x="886346" y="4301936"/>
                      <a:pt x="885394" y="4360007"/>
                      <a:pt x="885394" y="4417125"/>
                    </a:cubicBezTo>
                    <a:cubicBezTo>
                      <a:pt x="885394" y="4425692"/>
                      <a:pt x="885394" y="4433307"/>
                      <a:pt x="885394" y="4442827"/>
                    </a:cubicBezTo>
                    <a:cubicBezTo>
                      <a:pt x="738791" y="4442827"/>
                      <a:pt x="595044" y="4442827"/>
                      <a:pt x="447489" y="4442827"/>
                    </a:cubicBezTo>
                    <a:cubicBezTo>
                      <a:pt x="447489" y="4297176"/>
                      <a:pt x="447489" y="4150574"/>
                      <a:pt x="447489" y="4002067"/>
                    </a:cubicBezTo>
                    <a:cubicBezTo>
                      <a:pt x="371332" y="4002067"/>
                      <a:pt x="298031" y="4002067"/>
                      <a:pt x="223777" y="4002067"/>
                    </a:cubicBezTo>
                    <a:cubicBezTo>
                      <a:pt x="222825" y="3994451"/>
                      <a:pt x="220922" y="3989691"/>
                      <a:pt x="220922" y="3983980"/>
                    </a:cubicBezTo>
                    <a:cubicBezTo>
                      <a:pt x="220922" y="3775499"/>
                      <a:pt x="220922" y="3567018"/>
                      <a:pt x="221874" y="3358538"/>
                    </a:cubicBezTo>
                    <a:cubicBezTo>
                      <a:pt x="221874" y="3335690"/>
                      <a:pt x="216162" y="3328075"/>
                      <a:pt x="192363" y="3328075"/>
                    </a:cubicBezTo>
                    <a:cubicBezTo>
                      <a:pt x="137148" y="3329979"/>
                      <a:pt x="81934" y="3328075"/>
                      <a:pt x="27672" y="3329979"/>
                    </a:cubicBezTo>
                    <a:cubicBezTo>
                      <a:pt x="6729" y="3330930"/>
                      <a:pt x="65" y="3323315"/>
                      <a:pt x="65" y="3302371"/>
                    </a:cubicBezTo>
                    <a:cubicBezTo>
                      <a:pt x="1017" y="3239542"/>
                      <a:pt x="65" y="3175760"/>
                      <a:pt x="65" y="3111026"/>
                    </a:cubicBezTo>
                    <a:cubicBezTo>
                      <a:pt x="6729" y="3110074"/>
                      <a:pt x="12441" y="3109122"/>
                      <a:pt x="17201" y="3109122"/>
                    </a:cubicBezTo>
                    <a:cubicBezTo>
                      <a:pt x="151428" y="3109122"/>
                      <a:pt x="285655" y="3109122"/>
                      <a:pt x="419883" y="3109122"/>
                    </a:cubicBezTo>
                    <a:cubicBezTo>
                      <a:pt x="437018" y="3109122"/>
                      <a:pt x="445586" y="3106267"/>
                      <a:pt x="445586" y="3086275"/>
                    </a:cubicBezTo>
                    <a:cubicBezTo>
                      <a:pt x="444634" y="2803541"/>
                      <a:pt x="445586" y="2520807"/>
                      <a:pt x="445586" y="2238073"/>
                    </a:cubicBezTo>
                    <a:cubicBezTo>
                      <a:pt x="445586" y="2233313"/>
                      <a:pt x="444634" y="2228553"/>
                      <a:pt x="443682" y="2218082"/>
                    </a:cubicBezTo>
                    <a:cubicBezTo>
                      <a:pt x="368476" y="2218082"/>
                      <a:pt x="294223" y="2218082"/>
                      <a:pt x="219018" y="2218082"/>
                    </a:cubicBezTo>
                    <a:cubicBezTo>
                      <a:pt x="219018" y="2218082"/>
                      <a:pt x="219970" y="2219034"/>
                      <a:pt x="219970" y="2219034"/>
                    </a:cubicBezTo>
                    <a:cubicBezTo>
                      <a:pt x="219970" y="2008649"/>
                      <a:pt x="219970" y="1799216"/>
                      <a:pt x="220922" y="1588832"/>
                    </a:cubicBezTo>
                    <a:cubicBezTo>
                      <a:pt x="220922" y="1556465"/>
                      <a:pt x="218066" y="1552657"/>
                      <a:pt x="184747" y="1552657"/>
                    </a:cubicBezTo>
                    <a:cubicBezTo>
                      <a:pt x="131437" y="1552657"/>
                      <a:pt x="78127" y="1552657"/>
                      <a:pt x="24816" y="1553609"/>
                    </a:cubicBezTo>
                    <a:cubicBezTo>
                      <a:pt x="8633" y="1553609"/>
                      <a:pt x="-887" y="1548849"/>
                      <a:pt x="65" y="1531714"/>
                    </a:cubicBezTo>
                    <a:cubicBezTo>
                      <a:pt x="65" y="1465076"/>
                      <a:pt x="65" y="1398439"/>
                      <a:pt x="65" y="1330849"/>
                    </a:cubicBezTo>
                    <a:cubicBezTo>
                      <a:pt x="4825" y="1329897"/>
                      <a:pt x="8633" y="1327993"/>
                      <a:pt x="12441" y="1327993"/>
                    </a:cubicBezTo>
                    <a:cubicBezTo>
                      <a:pt x="69559" y="1327993"/>
                      <a:pt x="127629" y="1327993"/>
                      <a:pt x="184747" y="1328945"/>
                    </a:cubicBezTo>
                    <a:cubicBezTo>
                      <a:pt x="218066" y="1328945"/>
                      <a:pt x="219018" y="1329897"/>
                      <a:pt x="219018" y="1362264"/>
                    </a:cubicBezTo>
                    <a:cubicBezTo>
                      <a:pt x="219018" y="1415574"/>
                      <a:pt x="219970" y="1468884"/>
                      <a:pt x="219018" y="1522194"/>
                    </a:cubicBezTo>
                    <a:cubicBezTo>
                      <a:pt x="219018" y="1545993"/>
                      <a:pt x="226633" y="1554561"/>
                      <a:pt x="251384" y="1554561"/>
                    </a:cubicBezTo>
                    <a:cubicBezTo>
                      <a:pt x="307551" y="1552657"/>
                      <a:pt x="364669" y="1553609"/>
                      <a:pt x="421787" y="1553609"/>
                    </a:cubicBezTo>
                    <a:cubicBezTo>
                      <a:pt x="440826" y="1553609"/>
                      <a:pt x="447489" y="1547897"/>
                      <a:pt x="447489" y="1527906"/>
                    </a:cubicBezTo>
                    <a:cubicBezTo>
                      <a:pt x="446537" y="1468884"/>
                      <a:pt x="447489" y="1409862"/>
                      <a:pt x="446537" y="1350840"/>
                    </a:cubicBezTo>
                    <a:cubicBezTo>
                      <a:pt x="446537" y="1344177"/>
                      <a:pt x="445586" y="1337513"/>
                      <a:pt x="444634" y="1328945"/>
                    </a:cubicBezTo>
                    <a:cubicBezTo>
                      <a:pt x="401795" y="1328945"/>
                      <a:pt x="360860" y="1328945"/>
                      <a:pt x="318974" y="1328945"/>
                    </a:cubicBezTo>
                    <a:cubicBezTo>
                      <a:pt x="296127" y="1328945"/>
                      <a:pt x="274232" y="1327993"/>
                      <a:pt x="251384" y="1329897"/>
                    </a:cubicBezTo>
                    <a:cubicBezTo>
                      <a:pt x="227585" y="1331801"/>
                      <a:pt x="219018" y="1324185"/>
                      <a:pt x="219970" y="1299434"/>
                    </a:cubicBezTo>
                    <a:cubicBezTo>
                      <a:pt x="220922" y="1208045"/>
                      <a:pt x="220922" y="1115705"/>
                      <a:pt x="220922" y="1024316"/>
                    </a:cubicBezTo>
                    <a:cubicBezTo>
                      <a:pt x="220922" y="904368"/>
                      <a:pt x="220922" y="784420"/>
                      <a:pt x="220922" y="664473"/>
                    </a:cubicBezTo>
                    <a:lnTo>
                      <a:pt x="219970" y="665425"/>
                    </a:lnTo>
                    <a:cubicBezTo>
                      <a:pt x="294223" y="665425"/>
                      <a:pt x="368476" y="665425"/>
                      <a:pt x="445586" y="665425"/>
                    </a:cubicBezTo>
                    <a:cubicBezTo>
                      <a:pt x="445586" y="444568"/>
                      <a:pt x="445586" y="225616"/>
                      <a:pt x="445586" y="4760"/>
                    </a:cubicBezTo>
                    <a:cubicBezTo>
                      <a:pt x="457009" y="3808"/>
                      <a:pt x="464625" y="1904"/>
                      <a:pt x="473193" y="952"/>
                    </a:cubicBezTo>
                    <a:cubicBezTo>
                      <a:pt x="529359" y="0"/>
                      <a:pt x="584573" y="952"/>
                      <a:pt x="640739" y="0"/>
                    </a:cubicBezTo>
                    <a:cubicBezTo>
                      <a:pt x="659778" y="0"/>
                      <a:pt x="666442" y="5712"/>
                      <a:pt x="666442" y="25703"/>
                    </a:cubicBezTo>
                    <a:cubicBezTo>
                      <a:pt x="665490" y="228472"/>
                      <a:pt x="666442" y="430289"/>
                      <a:pt x="666442" y="633058"/>
                    </a:cubicBezTo>
                    <a:cubicBezTo>
                      <a:pt x="666442" y="642577"/>
                      <a:pt x="666442" y="653049"/>
                      <a:pt x="666442" y="665425"/>
                    </a:cubicBezTo>
                    <a:cubicBezTo>
                      <a:pt x="963455" y="665425"/>
                      <a:pt x="1259517" y="665425"/>
                      <a:pt x="1557482" y="665425"/>
                    </a:cubicBezTo>
                    <a:cubicBezTo>
                      <a:pt x="1556530" y="738726"/>
                      <a:pt x="1556530" y="811075"/>
                      <a:pt x="1557482" y="882473"/>
                    </a:cubicBezTo>
                    <a:lnTo>
                      <a:pt x="1557482" y="882473"/>
                    </a:lnTo>
                    <a:close/>
                    <a:moveTo>
                      <a:pt x="667394" y="2663602"/>
                    </a:moveTo>
                    <a:cubicBezTo>
                      <a:pt x="666442" y="2670266"/>
                      <a:pt x="665490" y="2673122"/>
                      <a:pt x="665490" y="2675978"/>
                    </a:cubicBezTo>
                    <a:cubicBezTo>
                      <a:pt x="665490" y="2886362"/>
                      <a:pt x="665490" y="3095795"/>
                      <a:pt x="665490" y="3306179"/>
                    </a:cubicBezTo>
                    <a:cubicBezTo>
                      <a:pt x="665490" y="3328075"/>
                      <a:pt x="676913" y="3329979"/>
                      <a:pt x="694049" y="3329979"/>
                    </a:cubicBezTo>
                    <a:cubicBezTo>
                      <a:pt x="893962" y="3329979"/>
                      <a:pt x="1093875" y="3329979"/>
                      <a:pt x="1294740" y="3329979"/>
                    </a:cubicBezTo>
                    <a:cubicBezTo>
                      <a:pt x="1330915" y="3329979"/>
                      <a:pt x="1332818" y="3328075"/>
                      <a:pt x="1332818" y="3291900"/>
                    </a:cubicBezTo>
                    <a:cubicBezTo>
                      <a:pt x="1332818" y="3091987"/>
                      <a:pt x="1332818" y="2892074"/>
                      <a:pt x="1332818" y="2691209"/>
                    </a:cubicBezTo>
                    <a:cubicBezTo>
                      <a:pt x="1332818" y="2669314"/>
                      <a:pt x="1327106" y="2662650"/>
                      <a:pt x="1305211" y="2662650"/>
                    </a:cubicBezTo>
                    <a:cubicBezTo>
                      <a:pt x="1122434" y="2663602"/>
                      <a:pt x="939656" y="2663602"/>
                      <a:pt x="756879" y="2663602"/>
                    </a:cubicBezTo>
                    <a:cubicBezTo>
                      <a:pt x="727368" y="2663602"/>
                      <a:pt x="698809" y="2663602"/>
                      <a:pt x="667394" y="2663602"/>
                    </a:cubicBezTo>
                    <a:close/>
                    <a:moveTo>
                      <a:pt x="1331866" y="3775499"/>
                    </a:moveTo>
                    <a:cubicBezTo>
                      <a:pt x="1331866" y="3711717"/>
                      <a:pt x="1331866" y="3649839"/>
                      <a:pt x="1331866" y="3587010"/>
                    </a:cubicBezTo>
                    <a:cubicBezTo>
                      <a:pt x="1331866" y="3564162"/>
                      <a:pt x="1322347" y="3554642"/>
                      <a:pt x="1298547" y="3554642"/>
                    </a:cubicBezTo>
                    <a:cubicBezTo>
                      <a:pt x="1213822" y="3555595"/>
                      <a:pt x="1128146" y="3554642"/>
                      <a:pt x="1043421" y="3554642"/>
                    </a:cubicBezTo>
                    <a:cubicBezTo>
                      <a:pt x="853979" y="3554642"/>
                      <a:pt x="664538" y="3555595"/>
                      <a:pt x="476048" y="3554642"/>
                    </a:cubicBezTo>
                    <a:cubicBezTo>
                      <a:pt x="451297" y="3554642"/>
                      <a:pt x="444634" y="3562258"/>
                      <a:pt x="445586" y="3586058"/>
                    </a:cubicBezTo>
                    <a:cubicBezTo>
                      <a:pt x="447489" y="3640319"/>
                      <a:pt x="446537" y="3694582"/>
                      <a:pt x="445586" y="3748844"/>
                    </a:cubicBezTo>
                    <a:cubicBezTo>
                      <a:pt x="445586" y="3769787"/>
                      <a:pt x="452249" y="3776451"/>
                      <a:pt x="472241" y="3776451"/>
                    </a:cubicBezTo>
                    <a:cubicBezTo>
                      <a:pt x="603612" y="3775499"/>
                      <a:pt x="735935" y="3776451"/>
                      <a:pt x="867307" y="3776451"/>
                    </a:cubicBezTo>
                    <a:cubicBezTo>
                      <a:pt x="873019" y="3776451"/>
                      <a:pt x="878730" y="3777403"/>
                      <a:pt x="885394" y="3777403"/>
                    </a:cubicBezTo>
                    <a:cubicBezTo>
                      <a:pt x="885394" y="3787874"/>
                      <a:pt x="885394" y="3797394"/>
                      <a:pt x="885394" y="3805962"/>
                    </a:cubicBezTo>
                    <a:cubicBezTo>
                      <a:pt x="885394" y="3862128"/>
                      <a:pt x="886346" y="3917342"/>
                      <a:pt x="885394" y="3973508"/>
                    </a:cubicBezTo>
                    <a:cubicBezTo>
                      <a:pt x="885394" y="3993499"/>
                      <a:pt x="889202" y="4002067"/>
                      <a:pt x="912049" y="4001115"/>
                    </a:cubicBezTo>
                    <a:cubicBezTo>
                      <a:pt x="970119" y="4000163"/>
                      <a:pt x="1029141" y="4000163"/>
                      <a:pt x="1087211" y="4001115"/>
                    </a:cubicBezTo>
                    <a:cubicBezTo>
                      <a:pt x="1108154" y="4001115"/>
                      <a:pt x="1113866" y="3996355"/>
                      <a:pt x="1113866" y="3974460"/>
                    </a:cubicBezTo>
                    <a:cubicBezTo>
                      <a:pt x="1111962" y="3907822"/>
                      <a:pt x="1112914" y="3842136"/>
                      <a:pt x="1112914" y="3774547"/>
                    </a:cubicBezTo>
                    <a:cubicBezTo>
                      <a:pt x="1185263" y="3775499"/>
                      <a:pt x="1257613" y="3775499"/>
                      <a:pt x="1331866" y="3775499"/>
                    </a:cubicBezTo>
                    <a:close/>
                    <a:moveTo>
                      <a:pt x="887298" y="1774465"/>
                    </a:moveTo>
                    <a:cubicBezTo>
                      <a:pt x="887298" y="1704020"/>
                      <a:pt x="888250" y="1636430"/>
                      <a:pt x="886346" y="1568841"/>
                    </a:cubicBezTo>
                    <a:cubicBezTo>
                      <a:pt x="886346" y="1563129"/>
                      <a:pt x="872067" y="1554561"/>
                      <a:pt x="864451" y="1554561"/>
                    </a:cubicBezTo>
                    <a:cubicBezTo>
                      <a:pt x="732127" y="1553609"/>
                      <a:pt x="599804" y="1554561"/>
                      <a:pt x="466529" y="1553609"/>
                    </a:cubicBezTo>
                    <a:cubicBezTo>
                      <a:pt x="450346" y="1553609"/>
                      <a:pt x="444634" y="1560273"/>
                      <a:pt x="445586" y="1575504"/>
                    </a:cubicBezTo>
                    <a:cubicBezTo>
                      <a:pt x="446537" y="1632622"/>
                      <a:pt x="446537" y="1688788"/>
                      <a:pt x="445586" y="1745906"/>
                    </a:cubicBezTo>
                    <a:cubicBezTo>
                      <a:pt x="444634" y="1767802"/>
                      <a:pt x="451297" y="1775417"/>
                      <a:pt x="473193" y="1774465"/>
                    </a:cubicBezTo>
                    <a:cubicBezTo>
                      <a:pt x="536023" y="1773514"/>
                      <a:pt x="597900" y="1774465"/>
                      <a:pt x="660730" y="1774465"/>
                    </a:cubicBezTo>
                    <a:cubicBezTo>
                      <a:pt x="734031" y="1774465"/>
                      <a:pt x="808285" y="1774465"/>
                      <a:pt x="887298" y="1774465"/>
                    </a:cubicBezTo>
                    <a:close/>
                    <a:moveTo>
                      <a:pt x="885394" y="2219034"/>
                    </a:moveTo>
                    <a:cubicBezTo>
                      <a:pt x="885394" y="2147636"/>
                      <a:pt x="885394" y="2076239"/>
                      <a:pt x="885394" y="2004841"/>
                    </a:cubicBezTo>
                    <a:cubicBezTo>
                      <a:pt x="884442" y="2003889"/>
                      <a:pt x="883490" y="2002937"/>
                      <a:pt x="882538" y="2002937"/>
                    </a:cubicBezTo>
                    <a:cubicBezTo>
                      <a:pt x="813997" y="2001985"/>
                      <a:pt x="744503" y="2000081"/>
                      <a:pt x="675961" y="2000081"/>
                    </a:cubicBezTo>
                    <a:cubicBezTo>
                      <a:pt x="672154" y="2000081"/>
                      <a:pt x="665490" y="2010553"/>
                      <a:pt x="665490" y="2015313"/>
                    </a:cubicBezTo>
                    <a:cubicBezTo>
                      <a:pt x="664538" y="2077191"/>
                      <a:pt x="665490" y="2138117"/>
                      <a:pt x="664538" y="2199994"/>
                    </a:cubicBezTo>
                    <a:cubicBezTo>
                      <a:pt x="664538" y="2213322"/>
                      <a:pt x="670250" y="2219034"/>
                      <a:pt x="683577" y="2219034"/>
                    </a:cubicBezTo>
                    <a:cubicBezTo>
                      <a:pt x="751167" y="2219034"/>
                      <a:pt x="816853" y="2219034"/>
                      <a:pt x="885394" y="2219034"/>
                    </a:cubicBezTo>
                    <a:close/>
                    <a:moveTo>
                      <a:pt x="887298" y="1108089"/>
                    </a:moveTo>
                    <a:cubicBezTo>
                      <a:pt x="815901" y="1108089"/>
                      <a:pt x="748311" y="1108089"/>
                      <a:pt x="681673" y="1109041"/>
                    </a:cubicBezTo>
                    <a:cubicBezTo>
                      <a:pt x="675961" y="1109041"/>
                      <a:pt x="666442" y="1119513"/>
                      <a:pt x="666442" y="1125224"/>
                    </a:cubicBezTo>
                    <a:cubicBezTo>
                      <a:pt x="665490" y="1187102"/>
                      <a:pt x="665490" y="1248980"/>
                      <a:pt x="666442" y="1309906"/>
                    </a:cubicBezTo>
                    <a:cubicBezTo>
                      <a:pt x="666442" y="1316570"/>
                      <a:pt x="677865" y="1327041"/>
                      <a:pt x="683577" y="1327041"/>
                    </a:cubicBezTo>
                    <a:cubicBezTo>
                      <a:pt x="746407" y="1327993"/>
                      <a:pt x="808285" y="1327993"/>
                      <a:pt x="871115" y="1327041"/>
                    </a:cubicBezTo>
                    <a:cubicBezTo>
                      <a:pt x="876826" y="1327041"/>
                      <a:pt x="886346" y="1317521"/>
                      <a:pt x="886346" y="1312762"/>
                    </a:cubicBezTo>
                    <a:cubicBezTo>
                      <a:pt x="887298" y="1246124"/>
                      <a:pt x="887298" y="1178534"/>
                      <a:pt x="887298" y="1108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5" name="Forme libre 114">
                <a:extLst>
                  <a:ext uri="{FF2B5EF4-FFF2-40B4-BE49-F238E27FC236}">
                    <a16:creationId xmlns:a16="http://schemas.microsoft.com/office/drawing/2014/main" id="{D625102E-8DD9-058F-0DB0-9E34EDDF1175}"/>
                  </a:ext>
                </a:extLst>
              </p:cNvPr>
              <p:cNvSpPr/>
              <p:nvPr/>
            </p:nvSpPr>
            <p:spPr>
              <a:xfrm>
                <a:off x="8113020" y="4996897"/>
                <a:ext cx="1335608" cy="2891121"/>
              </a:xfrm>
              <a:custGeom>
                <a:avLst/>
                <a:gdLst>
                  <a:gd name="connsiteX0" fmla="*/ 664473 w 1335608"/>
                  <a:gd name="connsiteY0" fmla="*/ 665424 h 2891121"/>
                  <a:gd name="connsiteX1" fmla="*/ 854866 w 1335608"/>
                  <a:gd name="connsiteY1" fmla="*/ 665424 h 2891121"/>
                  <a:gd name="connsiteX2" fmla="*/ 890089 w 1335608"/>
                  <a:gd name="connsiteY2" fmla="*/ 629250 h 2891121"/>
                  <a:gd name="connsiteX3" fmla="*/ 891040 w 1335608"/>
                  <a:gd name="connsiteY3" fmla="*/ 246559 h 2891121"/>
                  <a:gd name="connsiteX4" fmla="*/ 864386 w 1335608"/>
                  <a:gd name="connsiteY4" fmla="*/ 218952 h 2891121"/>
                  <a:gd name="connsiteX5" fmla="*/ 689224 w 1335608"/>
                  <a:gd name="connsiteY5" fmla="*/ 219904 h 2891121"/>
                  <a:gd name="connsiteX6" fmla="*/ 665425 w 1335608"/>
                  <a:gd name="connsiteY6" fmla="*/ 197057 h 2891121"/>
                  <a:gd name="connsiteX7" fmla="*/ 665425 w 1335608"/>
                  <a:gd name="connsiteY7" fmla="*/ 0 h 2891121"/>
                  <a:gd name="connsiteX8" fmla="*/ 712071 w 1335608"/>
                  <a:gd name="connsiteY8" fmla="*/ 0 h 2891121"/>
                  <a:gd name="connsiteX9" fmla="*/ 1082386 w 1335608"/>
                  <a:gd name="connsiteY9" fmla="*/ 0 h 2891121"/>
                  <a:gd name="connsiteX10" fmla="*/ 1110945 w 1335608"/>
                  <a:gd name="connsiteY10" fmla="*/ 27607 h 2891121"/>
                  <a:gd name="connsiteX11" fmla="*/ 1109993 w 1335608"/>
                  <a:gd name="connsiteY11" fmla="*/ 192297 h 2891121"/>
                  <a:gd name="connsiteX12" fmla="*/ 1137600 w 1335608"/>
                  <a:gd name="connsiteY12" fmla="*/ 219904 h 2891121"/>
                  <a:gd name="connsiteX13" fmla="*/ 1305146 w 1335608"/>
                  <a:gd name="connsiteY13" fmla="*/ 219904 h 2891121"/>
                  <a:gd name="connsiteX14" fmla="*/ 1335609 w 1335608"/>
                  <a:gd name="connsiteY14" fmla="*/ 250367 h 2891121"/>
                  <a:gd name="connsiteX15" fmla="*/ 1334657 w 1335608"/>
                  <a:gd name="connsiteY15" fmla="*/ 630202 h 2891121"/>
                  <a:gd name="connsiteX16" fmla="*/ 1302290 w 1335608"/>
                  <a:gd name="connsiteY16" fmla="*/ 663520 h 2891121"/>
                  <a:gd name="connsiteX17" fmla="*/ 1142360 w 1335608"/>
                  <a:gd name="connsiteY17" fmla="*/ 663520 h 2891121"/>
                  <a:gd name="connsiteX18" fmla="*/ 1109993 w 1335608"/>
                  <a:gd name="connsiteY18" fmla="*/ 695888 h 2891121"/>
                  <a:gd name="connsiteX19" fmla="*/ 1110945 w 1335608"/>
                  <a:gd name="connsiteY19" fmla="*/ 1109041 h 2891121"/>
                  <a:gd name="connsiteX20" fmla="*/ 1111897 w 1335608"/>
                  <a:gd name="connsiteY20" fmla="*/ 1108089 h 2891121"/>
                  <a:gd name="connsiteX21" fmla="*/ 891993 w 1335608"/>
                  <a:gd name="connsiteY21" fmla="*/ 1108089 h 2891121"/>
                  <a:gd name="connsiteX22" fmla="*/ 891993 w 1335608"/>
                  <a:gd name="connsiteY22" fmla="*/ 1030027 h 2891121"/>
                  <a:gd name="connsiteX23" fmla="*/ 891993 w 1335608"/>
                  <a:gd name="connsiteY23" fmla="*/ 910080 h 2891121"/>
                  <a:gd name="connsiteX24" fmla="*/ 874857 w 1335608"/>
                  <a:gd name="connsiteY24" fmla="*/ 889137 h 2891121"/>
                  <a:gd name="connsiteX25" fmla="*/ 666377 w 1335608"/>
                  <a:gd name="connsiteY25" fmla="*/ 889137 h 2891121"/>
                  <a:gd name="connsiteX26" fmla="*/ 666377 w 1335608"/>
                  <a:gd name="connsiteY26" fmla="*/ 927215 h 2891121"/>
                  <a:gd name="connsiteX27" fmla="*/ 665425 w 1335608"/>
                  <a:gd name="connsiteY27" fmla="*/ 1307050 h 2891121"/>
                  <a:gd name="connsiteX28" fmla="*/ 690176 w 1335608"/>
                  <a:gd name="connsiteY28" fmla="*/ 1330849 h 2891121"/>
                  <a:gd name="connsiteX29" fmla="*/ 890089 w 1335608"/>
                  <a:gd name="connsiteY29" fmla="*/ 1330849 h 2891121"/>
                  <a:gd name="connsiteX30" fmla="*/ 890089 w 1335608"/>
                  <a:gd name="connsiteY30" fmla="*/ 1555513 h 2891121"/>
                  <a:gd name="connsiteX31" fmla="*/ 1111897 w 1335608"/>
                  <a:gd name="connsiteY31" fmla="*/ 1555513 h 2891121"/>
                  <a:gd name="connsiteX32" fmla="*/ 1111897 w 1335608"/>
                  <a:gd name="connsiteY32" fmla="*/ 1596448 h 2891121"/>
                  <a:gd name="connsiteX33" fmla="*/ 1112849 w 1335608"/>
                  <a:gd name="connsiteY33" fmla="*/ 1974378 h 2891121"/>
                  <a:gd name="connsiteX34" fmla="*/ 1086194 w 1335608"/>
                  <a:gd name="connsiteY34" fmla="*/ 2001033 h 2891121"/>
                  <a:gd name="connsiteX35" fmla="*/ 923408 w 1335608"/>
                  <a:gd name="connsiteY35" fmla="*/ 2001033 h 2891121"/>
                  <a:gd name="connsiteX36" fmla="*/ 892945 w 1335608"/>
                  <a:gd name="connsiteY36" fmla="*/ 1969618 h 2891121"/>
                  <a:gd name="connsiteX37" fmla="*/ 893897 w 1335608"/>
                  <a:gd name="connsiteY37" fmla="*/ 1778273 h 2891121"/>
                  <a:gd name="connsiteX38" fmla="*/ 884377 w 1335608"/>
                  <a:gd name="connsiteY38" fmla="*/ 1775417 h 2891121"/>
                  <a:gd name="connsiteX39" fmla="*/ 693984 w 1335608"/>
                  <a:gd name="connsiteY39" fmla="*/ 1775417 h 2891121"/>
                  <a:gd name="connsiteX40" fmla="*/ 667328 w 1335608"/>
                  <a:gd name="connsiteY40" fmla="*/ 1803024 h 2891121"/>
                  <a:gd name="connsiteX41" fmla="*/ 667328 w 1335608"/>
                  <a:gd name="connsiteY41" fmla="*/ 1965811 h 2891121"/>
                  <a:gd name="connsiteX42" fmla="*/ 702551 w 1335608"/>
                  <a:gd name="connsiteY42" fmla="*/ 2001033 h 2891121"/>
                  <a:gd name="connsiteX43" fmla="*/ 867241 w 1335608"/>
                  <a:gd name="connsiteY43" fmla="*/ 2001033 h 2891121"/>
                  <a:gd name="connsiteX44" fmla="*/ 892945 w 1335608"/>
                  <a:gd name="connsiteY44" fmla="*/ 2026736 h 2891121"/>
                  <a:gd name="connsiteX45" fmla="*/ 892945 w 1335608"/>
                  <a:gd name="connsiteY45" fmla="*/ 2181907 h 2891121"/>
                  <a:gd name="connsiteX46" fmla="*/ 931023 w 1335608"/>
                  <a:gd name="connsiteY46" fmla="*/ 2220938 h 2891121"/>
                  <a:gd name="connsiteX47" fmla="*/ 1090953 w 1335608"/>
                  <a:gd name="connsiteY47" fmla="*/ 2220938 h 2891121"/>
                  <a:gd name="connsiteX48" fmla="*/ 1112849 w 1335608"/>
                  <a:gd name="connsiteY48" fmla="*/ 2241881 h 2891121"/>
                  <a:gd name="connsiteX49" fmla="*/ 1112849 w 1335608"/>
                  <a:gd name="connsiteY49" fmla="*/ 2419899 h 2891121"/>
                  <a:gd name="connsiteX50" fmla="*/ 1086194 w 1335608"/>
                  <a:gd name="connsiteY50" fmla="*/ 2446553 h 2891121"/>
                  <a:gd name="connsiteX51" fmla="*/ 928167 w 1335608"/>
                  <a:gd name="connsiteY51" fmla="*/ 2445602 h 2891121"/>
                  <a:gd name="connsiteX52" fmla="*/ 891993 w 1335608"/>
                  <a:gd name="connsiteY52" fmla="*/ 2481776 h 2891121"/>
                  <a:gd name="connsiteX53" fmla="*/ 891993 w 1335608"/>
                  <a:gd name="connsiteY53" fmla="*/ 2864467 h 2891121"/>
                  <a:gd name="connsiteX54" fmla="*/ 891993 w 1335608"/>
                  <a:gd name="connsiteY54" fmla="*/ 2888266 h 2891121"/>
                  <a:gd name="connsiteX55" fmla="*/ 667328 w 1335608"/>
                  <a:gd name="connsiteY55" fmla="*/ 2888266 h 2891121"/>
                  <a:gd name="connsiteX56" fmla="*/ 667328 w 1335608"/>
                  <a:gd name="connsiteY56" fmla="*/ 2857803 h 2891121"/>
                  <a:gd name="connsiteX57" fmla="*/ 666377 w 1335608"/>
                  <a:gd name="connsiteY57" fmla="*/ 2482729 h 2891121"/>
                  <a:gd name="connsiteX58" fmla="*/ 629250 w 1335608"/>
                  <a:gd name="connsiteY58" fmla="*/ 2445602 h 2891121"/>
                  <a:gd name="connsiteX59" fmla="*/ 243703 w 1335608"/>
                  <a:gd name="connsiteY59" fmla="*/ 2445602 h 2891121"/>
                  <a:gd name="connsiteX60" fmla="*/ 218952 w 1335608"/>
                  <a:gd name="connsiteY60" fmla="*/ 2469401 h 2891121"/>
                  <a:gd name="connsiteX61" fmla="*/ 218952 w 1335608"/>
                  <a:gd name="connsiteY61" fmla="*/ 2641707 h 2891121"/>
                  <a:gd name="connsiteX62" fmla="*/ 243703 w 1335608"/>
                  <a:gd name="connsiteY62" fmla="*/ 2666458 h 2891121"/>
                  <a:gd name="connsiteX63" fmla="*/ 416009 w 1335608"/>
                  <a:gd name="connsiteY63" fmla="*/ 2666458 h 2891121"/>
                  <a:gd name="connsiteX64" fmla="*/ 445520 w 1335608"/>
                  <a:gd name="connsiteY64" fmla="*/ 2695017 h 2891121"/>
                  <a:gd name="connsiteX65" fmla="*/ 445520 w 1335608"/>
                  <a:gd name="connsiteY65" fmla="*/ 2870178 h 2891121"/>
                  <a:gd name="connsiteX66" fmla="*/ 428385 w 1335608"/>
                  <a:gd name="connsiteY66" fmla="*/ 2891122 h 2891121"/>
                  <a:gd name="connsiteX67" fmla="*/ 5712 w 1335608"/>
                  <a:gd name="connsiteY67" fmla="*/ 2890170 h 2891121"/>
                  <a:gd name="connsiteX68" fmla="*/ 1904 w 1335608"/>
                  <a:gd name="connsiteY68" fmla="*/ 2888266 h 2891121"/>
                  <a:gd name="connsiteX69" fmla="*/ 1904 w 1335608"/>
                  <a:gd name="connsiteY69" fmla="*/ 2222841 h 2891121"/>
                  <a:gd name="connsiteX70" fmla="*/ 665425 w 1335608"/>
                  <a:gd name="connsiteY70" fmla="*/ 2222841 h 2891121"/>
                  <a:gd name="connsiteX71" fmla="*/ 665425 w 1335608"/>
                  <a:gd name="connsiteY71" fmla="*/ 2021025 h 2891121"/>
                  <a:gd name="connsiteX72" fmla="*/ 638769 w 1335608"/>
                  <a:gd name="connsiteY72" fmla="*/ 2000081 h 2891121"/>
                  <a:gd name="connsiteX73" fmla="*/ 474079 w 1335608"/>
                  <a:gd name="connsiteY73" fmla="*/ 2001033 h 2891121"/>
                  <a:gd name="connsiteX74" fmla="*/ 445520 w 1335608"/>
                  <a:gd name="connsiteY74" fmla="*/ 1972474 h 2891121"/>
                  <a:gd name="connsiteX75" fmla="*/ 446472 w 1335608"/>
                  <a:gd name="connsiteY75" fmla="*/ 1357504 h 2891121"/>
                  <a:gd name="connsiteX76" fmla="*/ 417913 w 1335608"/>
                  <a:gd name="connsiteY76" fmla="*/ 1329897 h 2891121"/>
                  <a:gd name="connsiteX77" fmla="*/ 952 w 1335608"/>
                  <a:gd name="connsiteY77" fmla="*/ 1329897 h 2891121"/>
                  <a:gd name="connsiteX78" fmla="*/ 952 w 1335608"/>
                  <a:gd name="connsiteY78" fmla="*/ 1109993 h 2891121"/>
                  <a:gd name="connsiteX79" fmla="*/ 0 w 1335608"/>
                  <a:gd name="connsiteY79" fmla="*/ 1110945 h 2891121"/>
                  <a:gd name="connsiteX80" fmla="*/ 220856 w 1335608"/>
                  <a:gd name="connsiteY80" fmla="*/ 1110945 h 2891121"/>
                  <a:gd name="connsiteX81" fmla="*/ 220856 w 1335608"/>
                  <a:gd name="connsiteY81" fmla="*/ 890089 h 2891121"/>
                  <a:gd name="connsiteX82" fmla="*/ 219904 w 1335608"/>
                  <a:gd name="connsiteY82" fmla="*/ 891041 h 2891121"/>
                  <a:gd name="connsiteX83" fmla="*/ 641625 w 1335608"/>
                  <a:gd name="connsiteY83" fmla="*/ 891992 h 2891121"/>
                  <a:gd name="connsiteX84" fmla="*/ 666377 w 1335608"/>
                  <a:gd name="connsiteY84" fmla="*/ 867241 h 2891121"/>
                  <a:gd name="connsiteX85" fmla="*/ 664473 w 1335608"/>
                  <a:gd name="connsiteY85" fmla="*/ 665424 h 2891121"/>
                  <a:gd name="connsiteX86" fmla="*/ 664473 w 1335608"/>
                  <a:gd name="connsiteY86" fmla="*/ 665424 h 2891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1335608" h="2891121">
                    <a:moveTo>
                      <a:pt x="664473" y="665424"/>
                    </a:moveTo>
                    <a:cubicBezTo>
                      <a:pt x="728254" y="665424"/>
                      <a:pt x="791084" y="665424"/>
                      <a:pt x="854866" y="665424"/>
                    </a:cubicBezTo>
                    <a:cubicBezTo>
                      <a:pt x="887233" y="665424"/>
                      <a:pt x="890089" y="661617"/>
                      <a:pt x="890089" y="629250"/>
                    </a:cubicBezTo>
                    <a:cubicBezTo>
                      <a:pt x="890089" y="501686"/>
                      <a:pt x="890089" y="374123"/>
                      <a:pt x="891040" y="246559"/>
                    </a:cubicBezTo>
                    <a:cubicBezTo>
                      <a:pt x="891040" y="225616"/>
                      <a:pt x="884377" y="218952"/>
                      <a:pt x="864386" y="218952"/>
                    </a:cubicBezTo>
                    <a:cubicBezTo>
                      <a:pt x="806316" y="219904"/>
                      <a:pt x="747294" y="218952"/>
                      <a:pt x="689224" y="219904"/>
                    </a:cubicBezTo>
                    <a:cubicBezTo>
                      <a:pt x="673040" y="219904"/>
                      <a:pt x="665425" y="215144"/>
                      <a:pt x="665425" y="197057"/>
                    </a:cubicBezTo>
                    <a:cubicBezTo>
                      <a:pt x="666377" y="132323"/>
                      <a:pt x="665425" y="67590"/>
                      <a:pt x="665425" y="0"/>
                    </a:cubicBezTo>
                    <a:cubicBezTo>
                      <a:pt x="680656" y="0"/>
                      <a:pt x="695887" y="0"/>
                      <a:pt x="712071" y="0"/>
                    </a:cubicBezTo>
                    <a:cubicBezTo>
                      <a:pt x="835827" y="0"/>
                      <a:pt x="958630" y="952"/>
                      <a:pt x="1082386" y="0"/>
                    </a:cubicBezTo>
                    <a:cubicBezTo>
                      <a:pt x="1104281" y="0"/>
                      <a:pt x="1110945" y="5712"/>
                      <a:pt x="1110945" y="27607"/>
                    </a:cubicBezTo>
                    <a:cubicBezTo>
                      <a:pt x="1109993" y="82821"/>
                      <a:pt x="1111897" y="138035"/>
                      <a:pt x="1109993" y="192297"/>
                    </a:cubicBezTo>
                    <a:cubicBezTo>
                      <a:pt x="1109993" y="213240"/>
                      <a:pt x="1117609" y="219904"/>
                      <a:pt x="1137600" y="219904"/>
                    </a:cubicBezTo>
                    <a:cubicBezTo>
                      <a:pt x="1193766" y="218952"/>
                      <a:pt x="1248980" y="220856"/>
                      <a:pt x="1305146" y="219904"/>
                    </a:cubicBezTo>
                    <a:cubicBezTo>
                      <a:pt x="1327041" y="219904"/>
                      <a:pt x="1335609" y="227520"/>
                      <a:pt x="1335609" y="250367"/>
                    </a:cubicBezTo>
                    <a:cubicBezTo>
                      <a:pt x="1334657" y="376979"/>
                      <a:pt x="1335609" y="503590"/>
                      <a:pt x="1334657" y="630202"/>
                    </a:cubicBezTo>
                    <a:cubicBezTo>
                      <a:pt x="1334657" y="660665"/>
                      <a:pt x="1331801" y="663520"/>
                      <a:pt x="1302290" y="663520"/>
                    </a:cubicBezTo>
                    <a:cubicBezTo>
                      <a:pt x="1248980" y="663520"/>
                      <a:pt x="1195670" y="664472"/>
                      <a:pt x="1142360" y="663520"/>
                    </a:cubicBezTo>
                    <a:cubicBezTo>
                      <a:pt x="1119512" y="663520"/>
                      <a:pt x="1109993" y="672088"/>
                      <a:pt x="1109993" y="695888"/>
                    </a:cubicBezTo>
                    <a:cubicBezTo>
                      <a:pt x="1110945" y="833923"/>
                      <a:pt x="1110945" y="971006"/>
                      <a:pt x="1110945" y="1109041"/>
                    </a:cubicBezTo>
                    <a:lnTo>
                      <a:pt x="1111897" y="1108089"/>
                    </a:lnTo>
                    <a:cubicBezTo>
                      <a:pt x="1039547" y="1108089"/>
                      <a:pt x="967198" y="1108089"/>
                      <a:pt x="891993" y="1108089"/>
                    </a:cubicBezTo>
                    <a:cubicBezTo>
                      <a:pt x="891993" y="1080482"/>
                      <a:pt x="891993" y="1054779"/>
                      <a:pt x="891993" y="1030027"/>
                    </a:cubicBezTo>
                    <a:cubicBezTo>
                      <a:pt x="891993" y="990045"/>
                      <a:pt x="891993" y="950062"/>
                      <a:pt x="891993" y="910080"/>
                    </a:cubicBezTo>
                    <a:cubicBezTo>
                      <a:pt x="891993" y="897704"/>
                      <a:pt x="890089" y="889137"/>
                      <a:pt x="874857" y="889137"/>
                    </a:cubicBezTo>
                    <a:cubicBezTo>
                      <a:pt x="806316" y="889137"/>
                      <a:pt x="738726" y="889137"/>
                      <a:pt x="666377" y="889137"/>
                    </a:cubicBezTo>
                    <a:cubicBezTo>
                      <a:pt x="666377" y="903416"/>
                      <a:pt x="666377" y="914840"/>
                      <a:pt x="666377" y="927215"/>
                    </a:cubicBezTo>
                    <a:cubicBezTo>
                      <a:pt x="666377" y="1053827"/>
                      <a:pt x="666377" y="1180438"/>
                      <a:pt x="665425" y="1307050"/>
                    </a:cubicBezTo>
                    <a:cubicBezTo>
                      <a:pt x="665425" y="1327041"/>
                      <a:pt x="673040" y="1330849"/>
                      <a:pt x="690176" y="1330849"/>
                    </a:cubicBezTo>
                    <a:cubicBezTo>
                      <a:pt x="755861" y="1329897"/>
                      <a:pt x="821547" y="1330849"/>
                      <a:pt x="890089" y="1330849"/>
                    </a:cubicBezTo>
                    <a:cubicBezTo>
                      <a:pt x="890089" y="1406054"/>
                      <a:pt x="890089" y="1480308"/>
                      <a:pt x="890089" y="1555513"/>
                    </a:cubicBezTo>
                    <a:cubicBezTo>
                      <a:pt x="964342" y="1555513"/>
                      <a:pt x="1036692" y="1555513"/>
                      <a:pt x="1111897" y="1555513"/>
                    </a:cubicBezTo>
                    <a:cubicBezTo>
                      <a:pt x="1111897" y="1569793"/>
                      <a:pt x="1111897" y="1583120"/>
                      <a:pt x="1111897" y="1596448"/>
                    </a:cubicBezTo>
                    <a:cubicBezTo>
                      <a:pt x="1111897" y="1722107"/>
                      <a:pt x="1111897" y="1848719"/>
                      <a:pt x="1112849" y="1974378"/>
                    </a:cubicBezTo>
                    <a:cubicBezTo>
                      <a:pt x="1112849" y="1995322"/>
                      <a:pt x="1106185" y="2001033"/>
                      <a:pt x="1086194" y="2001033"/>
                    </a:cubicBezTo>
                    <a:cubicBezTo>
                      <a:pt x="1031932" y="2000081"/>
                      <a:pt x="977669" y="2000081"/>
                      <a:pt x="923408" y="2001033"/>
                    </a:cubicBezTo>
                    <a:cubicBezTo>
                      <a:pt x="898656" y="2001985"/>
                      <a:pt x="891993" y="1992466"/>
                      <a:pt x="892945" y="1969618"/>
                    </a:cubicBezTo>
                    <a:cubicBezTo>
                      <a:pt x="893897" y="1906789"/>
                      <a:pt x="893897" y="1843007"/>
                      <a:pt x="893897" y="1778273"/>
                    </a:cubicBezTo>
                    <a:cubicBezTo>
                      <a:pt x="891993" y="1777321"/>
                      <a:pt x="888185" y="1775417"/>
                      <a:pt x="884377" y="1775417"/>
                    </a:cubicBezTo>
                    <a:cubicBezTo>
                      <a:pt x="820595" y="1775417"/>
                      <a:pt x="757765" y="1776369"/>
                      <a:pt x="693984" y="1775417"/>
                    </a:cubicBezTo>
                    <a:cubicBezTo>
                      <a:pt x="673040" y="1775417"/>
                      <a:pt x="666377" y="1782081"/>
                      <a:pt x="667328" y="1803024"/>
                    </a:cubicBezTo>
                    <a:cubicBezTo>
                      <a:pt x="668280" y="1857287"/>
                      <a:pt x="667328" y="1911548"/>
                      <a:pt x="667328" y="1965811"/>
                    </a:cubicBezTo>
                    <a:cubicBezTo>
                      <a:pt x="667328" y="1995322"/>
                      <a:pt x="672088" y="2001033"/>
                      <a:pt x="702551" y="2001033"/>
                    </a:cubicBezTo>
                    <a:cubicBezTo>
                      <a:pt x="757765" y="2001985"/>
                      <a:pt x="812979" y="2001985"/>
                      <a:pt x="867241" y="2001033"/>
                    </a:cubicBezTo>
                    <a:cubicBezTo>
                      <a:pt x="887233" y="2001033"/>
                      <a:pt x="892945" y="2007697"/>
                      <a:pt x="892945" y="2026736"/>
                    </a:cubicBezTo>
                    <a:cubicBezTo>
                      <a:pt x="891993" y="2078143"/>
                      <a:pt x="892945" y="2130501"/>
                      <a:pt x="892945" y="2181907"/>
                    </a:cubicBezTo>
                    <a:cubicBezTo>
                      <a:pt x="892945" y="2220938"/>
                      <a:pt x="892945" y="2220938"/>
                      <a:pt x="931023" y="2220938"/>
                    </a:cubicBezTo>
                    <a:cubicBezTo>
                      <a:pt x="984333" y="2220938"/>
                      <a:pt x="1037644" y="2221890"/>
                      <a:pt x="1090953" y="2220938"/>
                    </a:cubicBezTo>
                    <a:cubicBezTo>
                      <a:pt x="1107137" y="2220938"/>
                      <a:pt x="1112849" y="2225698"/>
                      <a:pt x="1112849" y="2241881"/>
                    </a:cubicBezTo>
                    <a:cubicBezTo>
                      <a:pt x="1111897" y="2300903"/>
                      <a:pt x="1112849" y="2359925"/>
                      <a:pt x="1112849" y="2419899"/>
                    </a:cubicBezTo>
                    <a:cubicBezTo>
                      <a:pt x="1112849" y="2438938"/>
                      <a:pt x="1105233" y="2446553"/>
                      <a:pt x="1086194" y="2446553"/>
                    </a:cubicBezTo>
                    <a:cubicBezTo>
                      <a:pt x="1033835" y="2445602"/>
                      <a:pt x="981477" y="2445602"/>
                      <a:pt x="928167" y="2445602"/>
                    </a:cubicBezTo>
                    <a:cubicBezTo>
                      <a:pt x="895800" y="2445602"/>
                      <a:pt x="891993" y="2450362"/>
                      <a:pt x="891993" y="2481776"/>
                    </a:cubicBezTo>
                    <a:cubicBezTo>
                      <a:pt x="891993" y="2609340"/>
                      <a:pt x="891993" y="2736903"/>
                      <a:pt x="891993" y="2864467"/>
                    </a:cubicBezTo>
                    <a:cubicBezTo>
                      <a:pt x="891993" y="2872083"/>
                      <a:pt x="891993" y="2878746"/>
                      <a:pt x="891993" y="2888266"/>
                    </a:cubicBezTo>
                    <a:cubicBezTo>
                      <a:pt x="817739" y="2888266"/>
                      <a:pt x="744438" y="2888266"/>
                      <a:pt x="667328" y="2888266"/>
                    </a:cubicBezTo>
                    <a:cubicBezTo>
                      <a:pt x="667328" y="2878746"/>
                      <a:pt x="667328" y="2868275"/>
                      <a:pt x="667328" y="2857803"/>
                    </a:cubicBezTo>
                    <a:cubicBezTo>
                      <a:pt x="667328" y="2733096"/>
                      <a:pt x="667328" y="2607436"/>
                      <a:pt x="666377" y="2482729"/>
                    </a:cubicBezTo>
                    <a:cubicBezTo>
                      <a:pt x="666377" y="2447506"/>
                      <a:pt x="664473" y="2445602"/>
                      <a:pt x="629250" y="2445602"/>
                    </a:cubicBezTo>
                    <a:cubicBezTo>
                      <a:pt x="500734" y="2445602"/>
                      <a:pt x="372219" y="2446553"/>
                      <a:pt x="243703" y="2445602"/>
                    </a:cubicBezTo>
                    <a:cubicBezTo>
                      <a:pt x="225616" y="2445602"/>
                      <a:pt x="218952" y="2450362"/>
                      <a:pt x="218952" y="2469401"/>
                    </a:cubicBezTo>
                    <a:cubicBezTo>
                      <a:pt x="219904" y="2526519"/>
                      <a:pt x="219904" y="2584589"/>
                      <a:pt x="218952" y="2641707"/>
                    </a:cubicBezTo>
                    <a:cubicBezTo>
                      <a:pt x="218952" y="2659794"/>
                      <a:pt x="224664" y="2666458"/>
                      <a:pt x="243703" y="2666458"/>
                    </a:cubicBezTo>
                    <a:cubicBezTo>
                      <a:pt x="300821" y="2665506"/>
                      <a:pt x="358891" y="2667410"/>
                      <a:pt x="416009" y="2666458"/>
                    </a:cubicBezTo>
                    <a:cubicBezTo>
                      <a:pt x="436953" y="2666458"/>
                      <a:pt x="445520" y="2672170"/>
                      <a:pt x="445520" y="2695017"/>
                    </a:cubicBezTo>
                    <a:cubicBezTo>
                      <a:pt x="444568" y="2753087"/>
                      <a:pt x="445520" y="2812109"/>
                      <a:pt x="445520" y="2870178"/>
                    </a:cubicBezTo>
                    <a:cubicBezTo>
                      <a:pt x="445520" y="2882555"/>
                      <a:pt x="444568" y="2891122"/>
                      <a:pt x="428385" y="2891122"/>
                    </a:cubicBezTo>
                    <a:cubicBezTo>
                      <a:pt x="287494" y="2890170"/>
                      <a:pt x="146603" y="2890170"/>
                      <a:pt x="5712" y="2890170"/>
                    </a:cubicBezTo>
                    <a:cubicBezTo>
                      <a:pt x="4760" y="2890170"/>
                      <a:pt x="4760" y="2889218"/>
                      <a:pt x="1904" y="2888266"/>
                    </a:cubicBezTo>
                    <a:cubicBezTo>
                      <a:pt x="1904" y="2668362"/>
                      <a:pt x="1904" y="2446553"/>
                      <a:pt x="1904" y="2222841"/>
                    </a:cubicBezTo>
                    <a:cubicBezTo>
                      <a:pt x="223712" y="2222841"/>
                      <a:pt x="444568" y="2222841"/>
                      <a:pt x="665425" y="2222841"/>
                    </a:cubicBezTo>
                    <a:cubicBezTo>
                      <a:pt x="665425" y="2154300"/>
                      <a:pt x="665425" y="2087662"/>
                      <a:pt x="665425" y="2021025"/>
                    </a:cubicBezTo>
                    <a:cubicBezTo>
                      <a:pt x="665425" y="2001985"/>
                      <a:pt x="653049" y="2000081"/>
                      <a:pt x="638769" y="2000081"/>
                    </a:cubicBezTo>
                    <a:cubicBezTo>
                      <a:pt x="583555" y="2000081"/>
                      <a:pt x="528341" y="1999129"/>
                      <a:pt x="474079" y="2001033"/>
                    </a:cubicBezTo>
                    <a:cubicBezTo>
                      <a:pt x="452184" y="2001033"/>
                      <a:pt x="445520" y="1994370"/>
                      <a:pt x="445520" y="1972474"/>
                    </a:cubicBezTo>
                    <a:cubicBezTo>
                      <a:pt x="446472" y="1767801"/>
                      <a:pt x="445520" y="1562177"/>
                      <a:pt x="446472" y="1357504"/>
                    </a:cubicBezTo>
                    <a:cubicBezTo>
                      <a:pt x="446472" y="1334657"/>
                      <a:pt x="439808" y="1329897"/>
                      <a:pt x="417913" y="1329897"/>
                    </a:cubicBezTo>
                    <a:cubicBezTo>
                      <a:pt x="280830" y="1330849"/>
                      <a:pt x="142795" y="1329897"/>
                      <a:pt x="952" y="1329897"/>
                    </a:cubicBezTo>
                    <a:cubicBezTo>
                      <a:pt x="952" y="1255644"/>
                      <a:pt x="952" y="1183294"/>
                      <a:pt x="952" y="1109993"/>
                    </a:cubicBezTo>
                    <a:lnTo>
                      <a:pt x="0" y="1110945"/>
                    </a:lnTo>
                    <a:cubicBezTo>
                      <a:pt x="73301" y="1110945"/>
                      <a:pt x="145651" y="1110945"/>
                      <a:pt x="220856" y="1110945"/>
                    </a:cubicBezTo>
                    <a:cubicBezTo>
                      <a:pt x="220856" y="1035739"/>
                      <a:pt x="220856" y="962438"/>
                      <a:pt x="220856" y="890089"/>
                    </a:cubicBezTo>
                    <a:lnTo>
                      <a:pt x="219904" y="891041"/>
                    </a:lnTo>
                    <a:cubicBezTo>
                      <a:pt x="360795" y="891041"/>
                      <a:pt x="501686" y="891041"/>
                      <a:pt x="641625" y="891992"/>
                    </a:cubicBezTo>
                    <a:cubicBezTo>
                      <a:pt x="660665" y="891992"/>
                      <a:pt x="666377" y="885329"/>
                      <a:pt x="666377" y="867241"/>
                    </a:cubicBezTo>
                    <a:cubicBezTo>
                      <a:pt x="664473" y="799652"/>
                      <a:pt x="665425" y="733014"/>
                      <a:pt x="664473" y="665424"/>
                    </a:cubicBezTo>
                    <a:cubicBezTo>
                      <a:pt x="665425" y="665424"/>
                      <a:pt x="664473" y="665424"/>
                      <a:pt x="664473" y="6654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6" name="Forme libre 115">
                <a:extLst>
                  <a:ext uri="{FF2B5EF4-FFF2-40B4-BE49-F238E27FC236}">
                    <a16:creationId xmlns:a16="http://schemas.microsoft.com/office/drawing/2014/main" id="{9D79A533-D1F6-4A8F-43FF-749E5500C176}"/>
                  </a:ext>
                </a:extLst>
              </p:cNvPr>
              <p:cNvSpPr/>
              <p:nvPr/>
            </p:nvSpPr>
            <p:spPr>
              <a:xfrm>
                <a:off x="6332843" y="2326631"/>
                <a:ext cx="1557417" cy="1557416"/>
              </a:xfrm>
              <a:custGeom>
                <a:avLst/>
                <a:gdLst>
                  <a:gd name="connsiteX0" fmla="*/ 1557417 w 1557417"/>
                  <a:gd name="connsiteY0" fmla="*/ 1557417 h 1557416"/>
                  <a:gd name="connsiteX1" fmla="*/ 0 w 1557417"/>
                  <a:gd name="connsiteY1" fmla="*/ 1557417 h 1557416"/>
                  <a:gd name="connsiteX2" fmla="*/ 0 w 1557417"/>
                  <a:gd name="connsiteY2" fmla="*/ 0 h 1557416"/>
                  <a:gd name="connsiteX3" fmla="*/ 1557417 w 1557417"/>
                  <a:gd name="connsiteY3" fmla="*/ 0 h 1557416"/>
                  <a:gd name="connsiteX4" fmla="*/ 1557417 w 1557417"/>
                  <a:gd name="connsiteY4" fmla="*/ 1557417 h 1557416"/>
                  <a:gd name="connsiteX5" fmla="*/ 1334657 w 1557417"/>
                  <a:gd name="connsiteY5" fmla="*/ 778709 h 1557416"/>
                  <a:gd name="connsiteX6" fmla="*/ 1334657 w 1557417"/>
                  <a:gd name="connsiteY6" fmla="*/ 778709 h 1557416"/>
                  <a:gd name="connsiteX7" fmla="*/ 1335609 w 1557417"/>
                  <a:gd name="connsiteY7" fmla="*/ 251319 h 1557416"/>
                  <a:gd name="connsiteX8" fmla="*/ 1309906 w 1557417"/>
                  <a:gd name="connsiteY8" fmla="*/ 223712 h 1557416"/>
                  <a:gd name="connsiteX9" fmla="*/ 252271 w 1557417"/>
                  <a:gd name="connsiteY9" fmla="*/ 223712 h 1557416"/>
                  <a:gd name="connsiteX10" fmla="*/ 223712 w 1557417"/>
                  <a:gd name="connsiteY10" fmla="*/ 252271 h 1557416"/>
                  <a:gd name="connsiteX11" fmla="*/ 224664 w 1557417"/>
                  <a:gd name="connsiteY11" fmla="*/ 1302290 h 1557416"/>
                  <a:gd name="connsiteX12" fmla="*/ 257983 w 1557417"/>
                  <a:gd name="connsiteY12" fmla="*/ 1335609 h 1557416"/>
                  <a:gd name="connsiteX13" fmla="*/ 1301338 w 1557417"/>
                  <a:gd name="connsiteY13" fmla="*/ 1335609 h 1557416"/>
                  <a:gd name="connsiteX14" fmla="*/ 1336561 w 1557417"/>
                  <a:gd name="connsiteY14" fmla="*/ 1299434 h 1557416"/>
                  <a:gd name="connsiteX15" fmla="*/ 1334657 w 1557417"/>
                  <a:gd name="connsiteY15" fmla="*/ 778709 h 1557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57417" h="1557416">
                    <a:moveTo>
                      <a:pt x="1557417" y="1557417"/>
                    </a:moveTo>
                    <a:cubicBezTo>
                      <a:pt x="1037643" y="1557417"/>
                      <a:pt x="519774" y="1557417"/>
                      <a:pt x="0" y="1557417"/>
                    </a:cubicBezTo>
                    <a:cubicBezTo>
                      <a:pt x="0" y="1037643"/>
                      <a:pt x="0" y="519774"/>
                      <a:pt x="0" y="0"/>
                    </a:cubicBezTo>
                    <a:cubicBezTo>
                      <a:pt x="519774" y="0"/>
                      <a:pt x="1037643" y="0"/>
                      <a:pt x="1557417" y="0"/>
                    </a:cubicBezTo>
                    <a:cubicBezTo>
                      <a:pt x="1557417" y="519774"/>
                      <a:pt x="1557417" y="1037643"/>
                      <a:pt x="1557417" y="1557417"/>
                    </a:cubicBezTo>
                    <a:close/>
                    <a:moveTo>
                      <a:pt x="1334657" y="778709"/>
                    </a:moveTo>
                    <a:cubicBezTo>
                      <a:pt x="1334657" y="778709"/>
                      <a:pt x="1334657" y="778709"/>
                      <a:pt x="1334657" y="778709"/>
                    </a:cubicBezTo>
                    <a:cubicBezTo>
                      <a:pt x="1334657" y="602595"/>
                      <a:pt x="1334657" y="426481"/>
                      <a:pt x="1335609" y="251319"/>
                    </a:cubicBezTo>
                    <a:cubicBezTo>
                      <a:pt x="1335609" y="231328"/>
                      <a:pt x="1331801" y="223712"/>
                      <a:pt x="1309906" y="223712"/>
                    </a:cubicBezTo>
                    <a:cubicBezTo>
                      <a:pt x="957678" y="224664"/>
                      <a:pt x="604499" y="224664"/>
                      <a:pt x="252271" y="223712"/>
                    </a:cubicBezTo>
                    <a:cubicBezTo>
                      <a:pt x="231328" y="223712"/>
                      <a:pt x="223712" y="229424"/>
                      <a:pt x="223712" y="252271"/>
                    </a:cubicBezTo>
                    <a:cubicBezTo>
                      <a:pt x="224664" y="602595"/>
                      <a:pt x="224664" y="952918"/>
                      <a:pt x="224664" y="1302290"/>
                    </a:cubicBezTo>
                    <a:cubicBezTo>
                      <a:pt x="224664" y="1334657"/>
                      <a:pt x="224664" y="1335609"/>
                      <a:pt x="257983" y="1335609"/>
                    </a:cubicBezTo>
                    <a:cubicBezTo>
                      <a:pt x="605451" y="1335609"/>
                      <a:pt x="952918" y="1335609"/>
                      <a:pt x="1301338" y="1335609"/>
                    </a:cubicBezTo>
                    <a:cubicBezTo>
                      <a:pt x="1335609" y="1335609"/>
                      <a:pt x="1336561" y="1335609"/>
                      <a:pt x="1336561" y="1299434"/>
                    </a:cubicBezTo>
                    <a:cubicBezTo>
                      <a:pt x="1334657" y="1125224"/>
                      <a:pt x="1334657" y="951966"/>
                      <a:pt x="1334657" y="7787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7" name="Forme libre 116">
                <a:extLst>
                  <a:ext uri="{FF2B5EF4-FFF2-40B4-BE49-F238E27FC236}">
                    <a16:creationId xmlns:a16="http://schemas.microsoft.com/office/drawing/2014/main" id="{E6696DF2-A9E0-9DFB-E1BA-49A2C2694348}"/>
                  </a:ext>
                </a:extLst>
              </p:cNvPr>
              <p:cNvSpPr/>
              <p:nvPr/>
            </p:nvSpPr>
            <p:spPr>
              <a:xfrm>
                <a:off x="10335862" y="2326631"/>
                <a:ext cx="1557416" cy="1557416"/>
              </a:xfrm>
              <a:custGeom>
                <a:avLst/>
                <a:gdLst>
                  <a:gd name="connsiteX0" fmla="*/ 1557417 w 1557416"/>
                  <a:gd name="connsiteY0" fmla="*/ 0 h 1557416"/>
                  <a:gd name="connsiteX1" fmla="*/ 1557417 w 1557416"/>
                  <a:gd name="connsiteY1" fmla="*/ 1557417 h 1557416"/>
                  <a:gd name="connsiteX2" fmla="*/ 0 w 1557416"/>
                  <a:gd name="connsiteY2" fmla="*/ 1557417 h 1557416"/>
                  <a:gd name="connsiteX3" fmla="*/ 0 w 1557416"/>
                  <a:gd name="connsiteY3" fmla="*/ 0 h 1557416"/>
                  <a:gd name="connsiteX4" fmla="*/ 1557417 w 1557416"/>
                  <a:gd name="connsiteY4" fmla="*/ 0 h 1557416"/>
                  <a:gd name="connsiteX5" fmla="*/ 1334657 w 1557416"/>
                  <a:gd name="connsiteY5" fmla="*/ 775853 h 1557416"/>
                  <a:gd name="connsiteX6" fmla="*/ 1334657 w 1557416"/>
                  <a:gd name="connsiteY6" fmla="*/ 775853 h 1557416"/>
                  <a:gd name="connsiteX7" fmla="*/ 1335609 w 1557416"/>
                  <a:gd name="connsiteY7" fmla="*/ 248463 h 1557416"/>
                  <a:gd name="connsiteX8" fmla="*/ 1309906 w 1557416"/>
                  <a:gd name="connsiteY8" fmla="*/ 222760 h 1557416"/>
                  <a:gd name="connsiteX9" fmla="*/ 1034788 w 1557416"/>
                  <a:gd name="connsiteY9" fmla="*/ 222760 h 1557416"/>
                  <a:gd name="connsiteX10" fmla="*/ 257031 w 1557416"/>
                  <a:gd name="connsiteY10" fmla="*/ 222760 h 1557416"/>
                  <a:gd name="connsiteX11" fmla="*/ 222760 w 1557416"/>
                  <a:gd name="connsiteY11" fmla="*/ 250367 h 1557416"/>
                  <a:gd name="connsiteX12" fmla="*/ 223712 w 1557416"/>
                  <a:gd name="connsiteY12" fmla="*/ 1300386 h 1557416"/>
                  <a:gd name="connsiteX13" fmla="*/ 257031 w 1557416"/>
                  <a:gd name="connsiteY13" fmla="*/ 1333705 h 1557416"/>
                  <a:gd name="connsiteX14" fmla="*/ 1302290 w 1557416"/>
                  <a:gd name="connsiteY14" fmla="*/ 1333705 h 1557416"/>
                  <a:gd name="connsiteX15" fmla="*/ 1335609 w 1557416"/>
                  <a:gd name="connsiteY15" fmla="*/ 1300386 h 1557416"/>
                  <a:gd name="connsiteX16" fmla="*/ 1334657 w 1557416"/>
                  <a:gd name="connsiteY16" fmla="*/ 775853 h 1557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57416" h="1557416">
                    <a:moveTo>
                      <a:pt x="1557417" y="0"/>
                    </a:moveTo>
                    <a:cubicBezTo>
                      <a:pt x="1557417" y="519774"/>
                      <a:pt x="1557417" y="1037643"/>
                      <a:pt x="1557417" y="1557417"/>
                    </a:cubicBezTo>
                    <a:cubicBezTo>
                      <a:pt x="1037643" y="1557417"/>
                      <a:pt x="519773" y="1557417"/>
                      <a:pt x="0" y="1557417"/>
                    </a:cubicBezTo>
                    <a:cubicBezTo>
                      <a:pt x="0" y="1037643"/>
                      <a:pt x="0" y="519774"/>
                      <a:pt x="0" y="0"/>
                    </a:cubicBezTo>
                    <a:cubicBezTo>
                      <a:pt x="519773" y="0"/>
                      <a:pt x="1037643" y="0"/>
                      <a:pt x="1557417" y="0"/>
                    </a:cubicBezTo>
                    <a:close/>
                    <a:moveTo>
                      <a:pt x="1334657" y="775853"/>
                    </a:moveTo>
                    <a:cubicBezTo>
                      <a:pt x="1334657" y="775853"/>
                      <a:pt x="1334657" y="775853"/>
                      <a:pt x="1334657" y="775853"/>
                    </a:cubicBezTo>
                    <a:cubicBezTo>
                      <a:pt x="1334657" y="599739"/>
                      <a:pt x="1334657" y="423625"/>
                      <a:pt x="1335609" y="248463"/>
                    </a:cubicBezTo>
                    <a:cubicBezTo>
                      <a:pt x="1335609" y="228472"/>
                      <a:pt x="1329897" y="222760"/>
                      <a:pt x="1309906" y="222760"/>
                    </a:cubicBezTo>
                    <a:cubicBezTo>
                      <a:pt x="1218517" y="223712"/>
                      <a:pt x="1126176" y="222760"/>
                      <a:pt x="1034788" y="222760"/>
                    </a:cubicBezTo>
                    <a:cubicBezTo>
                      <a:pt x="775853" y="222760"/>
                      <a:pt x="515966" y="222760"/>
                      <a:pt x="257031" y="222760"/>
                    </a:cubicBezTo>
                    <a:cubicBezTo>
                      <a:pt x="237992" y="222760"/>
                      <a:pt x="222760" y="220856"/>
                      <a:pt x="222760" y="250367"/>
                    </a:cubicBezTo>
                    <a:cubicBezTo>
                      <a:pt x="223712" y="600691"/>
                      <a:pt x="223712" y="951014"/>
                      <a:pt x="223712" y="1300386"/>
                    </a:cubicBezTo>
                    <a:cubicBezTo>
                      <a:pt x="223712" y="1333705"/>
                      <a:pt x="223712" y="1333705"/>
                      <a:pt x="257031" y="1333705"/>
                    </a:cubicBezTo>
                    <a:cubicBezTo>
                      <a:pt x="605450" y="1333705"/>
                      <a:pt x="953870" y="1333705"/>
                      <a:pt x="1302290" y="1333705"/>
                    </a:cubicBezTo>
                    <a:cubicBezTo>
                      <a:pt x="1334657" y="1333705"/>
                      <a:pt x="1335609" y="1333705"/>
                      <a:pt x="1335609" y="1300386"/>
                    </a:cubicBezTo>
                    <a:cubicBezTo>
                      <a:pt x="1334657" y="1126176"/>
                      <a:pt x="1334657" y="951014"/>
                      <a:pt x="1334657" y="77585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8" name="Forme libre 117">
                <a:extLst>
                  <a:ext uri="{FF2B5EF4-FFF2-40B4-BE49-F238E27FC236}">
                    <a16:creationId xmlns:a16="http://schemas.microsoft.com/office/drawing/2014/main" id="{5059243D-A6A3-3098-2709-0407EB5EA311}"/>
                  </a:ext>
                </a:extLst>
              </p:cNvPr>
              <p:cNvSpPr/>
              <p:nvPr/>
            </p:nvSpPr>
            <p:spPr>
              <a:xfrm>
                <a:off x="6332843" y="6330602"/>
                <a:ext cx="1557417" cy="1556465"/>
              </a:xfrm>
              <a:custGeom>
                <a:avLst/>
                <a:gdLst>
                  <a:gd name="connsiteX0" fmla="*/ 0 w 1557417"/>
                  <a:gd name="connsiteY0" fmla="*/ 1556465 h 1556465"/>
                  <a:gd name="connsiteX1" fmla="*/ 0 w 1557417"/>
                  <a:gd name="connsiteY1" fmla="*/ 0 h 1556465"/>
                  <a:gd name="connsiteX2" fmla="*/ 1557417 w 1557417"/>
                  <a:gd name="connsiteY2" fmla="*/ 0 h 1556465"/>
                  <a:gd name="connsiteX3" fmla="*/ 1557417 w 1557417"/>
                  <a:gd name="connsiteY3" fmla="*/ 1556465 h 1556465"/>
                  <a:gd name="connsiteX4" fmla="*/ 0 w 1557417"/>
                  <a:gd name="connsiteY4" fmla="*/ 1556465 h 1556465"/>
                  <a:gd name="connsiteX5" fmla="*/ 1334657 w 1557417"/>
                  <a:gd name="connsiteY5" fmla="*/ 777756 h 1556465"/>
                  <a:gd name="connsiteX6" fmla="*/ 1334657 w 1557417"/>
                  <a:gd name="connsiteY6" fmla="*/ 777756 h 1556465"/>
                  <a:gd name="connsiteX7" fmla="*/ 1335609 w 1557417"/>
                  <a:gd name="connsiteY7" fmla="*/ 247511 h 1556465"/>
                  <a:gd name="connsiteX8" fmla="*/ 1309906 w 1557417"/>
                  <a:gd name="connsiteY8" fmla="*/ 221808 h 1556465"/>
                  <a:gd name="connsiteX9" fmla="*/ 1070010 w 1557417"/>
                  <a:gd name="connsiteY9" fmla="*/ 221808 h 1556465"/>
                  <a:gd name="connsiteX10" fmla="*/ 257031 w 1557417"/>
                  <a:gd name="connsiteY10" fmla="*/ 221808 h 1556465"/>
                  <a:gd name="connsiteX11" fmla="*/ 222760 w 1557417"/>
                  <a:gd name="connsiteY11" fmla="*/ 249415 h 1556465"/>
                  <a:gd name="connsiteX12" fmla="*/ 223712 w 1557417"/>
                  <a:gd name="connsiteY12" fmla="*/ 1299434 h 1556465"/>
                  <a:gd name="connsiteX13" fmla="*/ 257031 w 1557417"/>
                  <a:gd name="connsiteY13" fmla="*/ 1332753 h 1556465"/>
                  <a:gd name="connsiteX14" fmla="*/ 1302290 w 1557417"/>
                  <a:gd name="connsiteY14" fmla="*/ 1332753 h 1556465"/>
                  <a:gd name="connsiteX15" fmla="*/ 1335609 w 1557417"/>
                  <a:gd name="connsiteY15" fmla="*/ 1299434 h 1556465"/>
                  <a:gd name="connsiteX16" fmla="*/ 1334657 w 1557417"/>
                  <a:gd name="connsiteY16" fmla="*/ 777756 h 155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57417" h="1556465">
                    <a:moveTo>
                      <a:pt x="0" y="1556465"/>
                    </a:moveTo>
                    <a:cubicBezTo>
                      <a:pt x="0" y="1036691"/>
                      <a:pt x="0" y="519773"/>
                      <a:pt x="0" y="0"/>
                    </a:cubicBezTo>
                    <a:cubicBezTo>
                      <a:pt x="518822" y="0"/>
                      <a:pt x="1037643" y="0"/>
                      <a:pt x="1557417" y="0"/>
                    </a:cubicBezTo>
                    <a:cubicBezTo>
                      <a:pt x="1557417" y="517870"/>
                      <a:pt x="1557417" y="1036691"/>
                      <a:pt x="1557417" y="1556465"/>
                    </a:cubicBezTo>
                    <a:cubicBezTo>
                      <a:pt x="1038595" y="1556465"/>
                      <a:pt x="520726" y="1556465"/>
                      <a:pt x="0" y="1556465"/>
                    </a:cubicBezTo>
                    <a:close/>
                    <a:moveTo>
                      <a:pt x="1334657" y="777756"/>
                    </a:moveTo>
                    <a:cubicBezTo>
                      <a:pt x="1334657" y="777756"/>
                      <a:pt x="1334657" y="777756"/>
                      <a:pt x="1334657" y="777756"/>
                    </a:cubicBezTo>
                    <a:cubicBezTo>
                      <a:pt x="1334657" y="600691"/>
                      <a:pt x="1334657" y="424577"/>
                      <a:pt x="1335609" y="247511"/>
                    </a:cubicBezTo>
                    <a:cubicBezTo>
                      <a:pt x="1335609" y="227520"/>
                      <a:pt x="1330849" y="220856"/>
                      <a:pt x="1309906" y="221808"/>
                    </a:cubicBezTo>
                    <a:cubicBezTo>
                      <a:pt x="1229941" y="222760"/>
                      <a:pt x="1149975" y="221808"/>
                      <a:pt x="1070010" y="221808"/>
                    </a:cubicBezTo>
                    <a:cubicBezTo>
                      <a:pt x="798700" y="221808"/>
                      <a:pt x="528341" y="221808"/>
                      <a:pt x="257031" y="221808"/>
                    </a:cubicBezTo>
                    <a:cubicBezTo>
                      <a:pt x="237992" y="221808"/>
                      <a:pt x="221808" y="219904"/>
                      <a:pt x="222760" y="249415"/>
                    </a:cubicBezTo>
                    <a:cubicBezTo>
                      <a:pt x="223712" y="599739"/>
                      <a:pt x="223712" y="950062"/>
                      <a:pt x="223712" y="1299434"/>
                    </a:cubicBezTo>
                    <a:cubicBezTo>
                      <a:pt x="223712" y="1332753"/>
                      <a:pt x="223712" y="1332753"/>
                      <a:pt x="257031" y="1332753"/>
                    </a:cubicBezTo>
                    <a:cubicBezTo>
                      <a:pt x="605451" y="1332753"/>
                      <a:pt x="953870" y="1332753"/>
                      <a:pt x="1302290" y="1332753"/>
                    </a:cubicBezTo>
                    <a:cubicBezTo>
                      <a:pt x="1334657" y="1332753"/>
                      <a:pt x="1335609" y="1332753"/>
                      <a:pt x="1335609" y="1299434"/>
                    </a:cubicBezTo>
                    <a:cubicBezTo>
                      <a:pt x="1334657" y="1126176"/>
                      <a:pt x="1334657" y="951966"/>
                      <a:pt x="1334657" y="7777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9" name="Forme libre 118">
                <a:extLst>
                  <a:ext uri="{FF2B5EF4-FFF2-40B4-BE49-F238E27FC236}">
                    <a16:creationId xmlns:a16="http://schemas.microsoft.com/office/drawing/2014/main" id="{FA6A6C30-04A9-5963-3442-FA2247219430}"/>
                  </a:ext>
                </a:extLst>
              </p:cNvPr>
              <p:cNvSpPr/>
              <p:nvPr/>
            </p:nvSpPr>
            <p:spPr>
              <a:xfrm>
                <a:off x="11223947" y="6553362"/>
                <a:ext cx="670283" cy="891992"/>
              </a:xfrm>
              <a:custGeom>
                <a:avLst/>
                <a:gdLst>
                  <a:gd name="connsiteX0" fmla="*/ 225715 w 670283"/>
                  <a:gd name="connsiteY0" fmla="*/ 0 h 891992"/>
                  <a:gd name="connsiteX1" fmla="*/ 421820 w 670283"/>
                  <a:gd name="connsiteY1" fmla="*/ 0 h 891992"/>
                  <a:gd name="connsiteX2" fmla="*/ 445619 w 670283"/>
                  <a:gd name="connsiteY2" fmla="*/ 31415 h 891992"/>
                  <a:gd name="connsiteX3" fmla="*/ 445619 w 670283"/>
                  <a:gd name="connsiteY3" fmla="*/ 471223 h 891992"/>
                  <a:gd name="connsiteX4" fmla="*/ 445619 w 670283"/>
                  <a:gd name="connsiteY4" fmla="*/ 628298 h 891992"/>
                  <a:gd name="connsiteX5" fmla="*/ 482746 w 670283"/>
                  <a:gd name="connsiteY5" fmla="*/ 664473 h 891992"/>
                  <a:gd name="connsiteX6" fmla="*/ 670283 w 670283"/>
                  <a:gd name="connsiteY6" fmla="*/ 664473 h 891992"/>
                  <a:gd name="connsiteX7" fmla="*/ 670283 w 670283"/>
                  <a:gd name="connsiteY7" fmla="*/ 708263 h 891992"/>
                  <a:gd name="connsiteX8" fmla="*/ 670283 w 670283"/>
                  <a:gd name="connsiteY8" fmla="*/ 872953 h 891992"/>
                  <a:gd name="connsiteX9" fmla="*/ 652196 w 670283"/>
                  <a:gd name="connsiteY9" fmla="*/ 891992 h 891992"/>
                  <a:gd name="connsiteX10" fmla="*/ 237139 w 670283"/>
                  <a:gd name="connsiteY10" fmla="*/ 890088 h 891992"/>
                  <a:gd name="connsiteX11" fmla="*/ 225715 w 670283"/>
                  <a:gd name="connsiteY11" fmla="*/ 889137 h 891992"/>
                  <a:gd name="connsiteX12" fmla="*/ 225715 w 670283"/>
                  <a:gd name="connsiteY12" fmla="*/ 761573 h 891992"/>
                  <a:gd name="connsiteX13" fmla="*/ 225715 w 670283"/>
                  <a:gd name="connsiteY13" fmla="*/ 698743 h 891992"/>
                  <a:gd name="connsiteX14" fmla="*/ 191444 w 670283"/>
                  <a:gd name="connsiteY14" fmla="*/ 664473 h 891992"/>
                  <a:gd name="connsiteX15" fmla="*/ 36273 w 670283"/>
                  <a:gd name="connsiteY15" fmla="*/ 664473 h 891992"/>
                  <a:gd name="connsiteX16" fmla="*/ 1050 w 670283"/>
                  <a:gd name="connsiteY16" fmla="*/ 628298 h 891992"/>
                  <a:gd name="connsiteX17" fmla="*/ 99 w 670283"/>
                  <a:gd name="connsiteY17" fmla="*/ 471223 h 891992"/>
                  <a:gd name="connsiteX18" fmla="*/ 26754 w 670283"/>
                  <a:gd name="connsiteY18" fmla="*/ 443616 h 891992"/>
                  <a:gd name="connsiteX19" fmla="*/ 225715 w 670283"/>
                  <a:gd name="connsiteY19" fmla="*/ 444568 h 891992"/>
                  <a:gd name="connsiteX20" fmla="*/ 225715 w 670283"/>
                  <a:gd name="connsiteY20" fmla="*/ 0 h 891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70283" h="891992">
                    <a:moveTo>
                      <a:pt x="225715" y="0"/>
                    </a:moveTo>
                    <a:cubicBezTo>
                      <a:pt x="293304" y="0"/>
                      <a:pt x="358038" y="0"/>
                      <a:pt x="421820" y="0"/>
                    </a:cubicBezTo>
                    <a:cubicBezTo>
                      <a:pt x="445619" y="0"/>
                      <a:pt x="445619" y="15232"/>
                      <a:pt x="445619" y="31415"/>
                    </a:cubicBezTo>
                    <a:cubicBezTo>
                      <a:pt x="445619" y="178018"/>
                      <a:pt x="445619" y="324621"/>
                      <a:pt x="445619" y="471223"/>
                    </a:cubicBezTo>
                    <a:cubicBezTo>
                      <a:pt x="445619" y="523582"/>
                      <a:pt x="445619" y="575940"/>
                      <a:pt x="445619" y="628298"/>
                    </a:cubicBezTo>
                    <a:cubicBezTo>
                      <a:pt x="445619" y="659713"/>
                      <a:pt x="450379" y="664473"/>
                      <a:pt x="482746" y="664473"/>
                    </a:cubicBezTo>
                    <a:cubicBezTo>
                      <a:pt x="544624" y="664473"/>
                      <a:pt x="605549" y="664473"/>
                      <a:pt x="670283" y="664473"/>
                    </a:cubicBezTo>
                    <a:cubicBezTo>
                      <a:pt x="670283" y="680656"/>
                      <a:pt x="670283" y="693983"/>
                      <a:pt x="670283" y="708263"/>
                    </a:cubicBezTo>
                    <a:cubicBezTo>
                      <a:pt x="670283" y="763477"/>
                      <a:pt x="670283" y="818691"/>
                      <a:pt x="670283" y="872953"/>
                    </a:cubicBezTo>
                    <a:cubicBezTo>
                      <a:pt x="670283" y="885328"/>
                      <a:pt x="668379" y="891992"/>
                      <a:pt x="652196" y="891992"/>
                    </a:cubicBezTo>
                    <a:cubicBezTo>
                      <a:pt x="514161" y="891041"/>
                      <a:pt x="375174" y="891041"/>
                      <a:pt x="237139" y="890088"/>
                    </a:cubicBezTo>
                    <a:cubicBezTo>
                      <a:pt x="234282" y="890088"/>
                      <a:pt x="230475" y="889137"/>
                      <a:pt x="225715" y="889137"/>
                    </a:cubicBezTo>
                    <a:cubicBezTo>
                      <a:pt x="225715" y="846298"/>
                      <a:pt x="225715" y="803460"/>
                      <a:pt x="225715" y="761573"/>
                    </a:cubicBezTo>
                    <a:cubicBezTo>
                      <a:pt x="225715" y="740630"/>
                      <a:pt x="225715" y="719687"/>
                      <a:pt x="225715" y="698743"/>
                    </a:cubicBezTo>
                    <a:cubicBezTo>
                      <a:pt x="225715" y="668280"/>
                      <a:pt x="222859" y="664473"/>
                      <a:pt x="191444" y="664473"/>
                    </a:cubicBezTo>
                    <a:cubicBezTo>
                      <a:pt x="140038" y="663520"/>
                      <a:pt x="87680" y="664473"/>
                      <a:pt x="36273" y="664473"/>
                    </a:cubicBezTo>
                    <a:cubicBezTo>
                      <a:pt x="1050" y="664473"/>
                      <a:pt x="1050" y="664473"/>
                      <a:pt x="1050" y="628298"/>
                    </a:cubicBezTo>
                    <a:cubicBezTo>
                      <a:pt x="1050" y="575940"/>
                      <a:pt x="1050" y="523582"/>
                      <a:pt x="99" y="471223"/>
                    </a:cubicBezTo>
                    <a:cubicBezTo>
                      <a:pt x="-853" y="451232"/>
                      <a:pt x="4859" y="443616"/>
                      <a:pt x="26754" y="443616"/>
                    </a:cubicBezTo>
                    <a:cubicBezTo>
                      <a:pt x="92440" y="444568"/>
                      <a:pt x="158125" y="444568"/>
                      <a:pt x="225715" y="444568"/>
                    </a:cubicBezTo>
                    <a:cubicBezTo>
                      <a:pt x="225715" y="297965"/>
                      <a:pt x="225715" y="150411"/>
                      <a:pt x="2257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0" name="Forme libre 119">
                <a:extLst>
                  <a:ext uri="{FF2B5EF4-FFF2-40B4-BE49-F238E27FC236}">
                    <a16:creationId xmlns:a16="http://schemas.microsoft.com/office/drawing/2014/main" id="{1FFA9BBB-F00F-2A41-FCB7-517E45C70CAE}"/>
                  </a:ext>
                </a:extLst>
              </p:cNvPr>
              <p:cNvSpPr/>
              <p:nvPr/>
            </p:nvSpPr>
            <p:spPr>
              <a:xfrm>
                <a:off x="11450220" y="4108712"/>
                <a:ext cx="444962" cy="664537"/>
              </a:xfrm>
              <a:custGeom>
                <a:avLst/>
                <a:gdLst>
                  <a:gd name="connsiteX0" fmla="*/ 1347 w 444962"/>
                  <a:gd name="connsiteY0" fmla="*/ 0 h 664537"/>
                  <a:gd name="connsiteX1" fmla="*/ 444011 w 444962"/>
                  <a:gd name="connsiteY1" fmla="*/ 0 h 664537"/>
                  <a:gd name="connsiteX2" fmla="*/ 444011 w 444962"/>
                  <a:gd name="connsiteY2" fmla="*/ 25703 h 664537"/>
                  <a:gd name="connsiteX3" fmla="*/ 444963 w 444962"/>
                  <a:gd name="connsiteY3" fmla="*/ 635914 h 664537"/>
                  <a:gd name="connsiteX4" fmla="*/ 415452 w 444962"/>
                  <a:gd name="connsiteY4" fmla="*/ 664473 h 664537"/>
                  <a:gd name="connsiteX5" fmla="*/ 247905 w 444962"/>
                  <a:gd name="connsiteY5" fmla="*/ 664473 h 664537"/>
                  <a:gd name="connsiteX6" fmla="*/ 220299 w 444962"/>
                  <a:gd name="connsiteY6" fmla="*/ 634962 h 664537"/>
                  <a:gd name="connsiteX7" fmla="*/ 221251 w 444962"/>
                  <a:gd name="connsiteY7" fmla="*/ 467415 h 664537"/>
                  <a:gd name="connsiteX8" fmla="*/ 196500 w 444962"/>
                  <a:gd name="connsiteY8" fmla="*/ 442664 h 664537"/>
                  <a:gd name="connsiteX9" fmla="*/ 24193 w 444962"/>
                  <a:gd name="connsiteY9" fmla="*/ 443616 h 664537"/>
                  <a:gd name="connsiteX10" fmla="*/ 394 w 444962"/>
                  <a:gd name="connsiteY10" fmla="*/ 420769 h 664537"/>
                  <a:gd name="connsiteX11" fmla="*/ 394 w 444962"/>
                  <a:gd name="connsiteY11" fmla="*/ 10472 h 664537"/>
                  <a:gd name="connsiteX12" fmla="*/ 1347 w 444962"/>
                  <a:gd name="connsiteY12" fmla="*/ 0 h 66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4962" h="664537">
                    <a:moveTo>
                      <a:pt x="1347" y="0"/>
                    </a:moveTo>
                    <a:cubicBezTo>
                      <a:pt x="148901" y="0"/>
                      <a:pt x="295504" y="0"/>
                      <a:pt x="444011" y="0"/>
                    </a:cubicBezTo>
                    <a:cubicBezTo>
                      <a:pt x="444011" y="9520"/>
                      <a:pt x="444011" y="17135"/>
                      <a:pt x="444011" y="25703"/>
                    </a:cubicBezTo>
                    <a:cubicBezTo>
                      <a:pt x="444011" y="229424"/>
                      <a:pt x="444011" y="432193"/>
                      <a:pt x="444963" y="635914"/>
                    </a:cubicBezTo>
                    <a:cubicBezTo>
                      <a:pt x="444963" y="660665"/>
                      <a:pt x="436395" y="664473"/>
                      <a:pt x="415452" y="664473"/>
                    </a:cubicBezTo>
                    <a:cubicBezTo>
                      <a:pt x="359286" y="663521"/>
                      <a:pt x="304072" y="662569"/>
                      <a:pt x="247905" y="664473"/>
                    </a:cubicBezTo>
                    <a:cubicBezTo>
                      <a:pt x="225059" y="665425"/>
                      <a:pt x="219346" y="655905"/>
                      <a:pt x="220299" y="634962"/>
                    </a:cubicBezTo>
                    <a:cubicBezTo>
                      <a:pt x="221251" y="578796"/>
                      <a:pt x="220299" y="523582"/>
                      <a:pt x="221251" y="467415"/>
                    </a:cubicBezTo>
                    <a:cubicBezTo>
                      <a:pt x="221251" y="448376"/>
                      <a:pt x="215539" y="442664"/>
                      <a:pt x="196500" y="442664"/>
                    </a:cubicBezTo>
                    <a:cubicBezTo>
                      <a:pt x="139382" y="443616"/>
                      <a:pt x="81311" y="442664"/>
                      <a:pt x="24193" y="443616"/>
                    </a:cubicBezTo>
                    <a:cubicBezTo>
                      <a:pt x="8010" y="443616"/>
                      <a:pt x="394" y="438856"/>
                      <a:pt x="394" y="420769"/>
                    </a:cubicBezTo>
                    <a:cubicBezTo>
                      <a:pt x="394" y="283686"/>
                      <a:pt x="394" y="147555"/>
                      <a:pt x="394" y="10472"/>
                    </a:cubicBezTo>
                    <a:cubicBezTo>
                      <a:pt x="-558" y="7616"/>
                      <a:pt x="394" y="4760"/>
                      <a:pt x="13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1" name="Forme libre 120">
                <a:extLst>
                  <a:ext uri="{FF2B5EF4-FFF2-40B4-BE49-F238E27FC236}">
                    <a16:creationId xmlns:a16="http://schemas.microsoft.com/office/drawing/2014/main" id="{2F0EC27C-941B-78F6-B50E-66E777D2F330}"/>
                  </a:ext>
                </a:extLst>
              </p:cNvPr>
              <p:cNvSpPr/>
              <p:nvPr/>
            </p:nvSpPr>
            <p:spPr>
              <a:xfrm>
                <a:off x="11449239" y="4997849"/>
                <a:ext cx="445943" cy="666475"/>
              </a:xfrm>
              <a:custGeom>
                <a:avLst/>
                <a:gdLst>
                  <a:gd name="connsiteX0" fmla="*/ 423 w 445943"/>
                  <a:gd name="connsiteY0" fmla="*/ 444568 h 666475"/>
                  <a:gd name="connsiteX1" fmla="*/ 423 w 445943"/>
                  <a:gd name="connsiteY1" fmla="*/ 220856 h 666475"/>
                  <a:gd name="connsiteX2" fmla="*/ 221280 w 445943"/>
                  <a:gd name="connsiteY2" fmla="*/ 220856 h 666475"/>
                  <a:gd name="connsiteX3" fmla="*/ 221280 w 445943"/>
                  <a:gd name="connsiteY3" fmla="*/ 0 h 666475"/>
                  <a:gd name="connsiteX4" fmla="*/ 444039 w 445943"/>
                  <a:gd name="connsiteY4" fmla="*/ 0 h 666475"/>
                  <a:gd name="connsiteX5" fmla="*/ 444992 w 445943"/>
                  <a:gd name="connsiteY5" fmla="*/ 24751 h 666475"/>
                  <a:gd name="connsiteX6" fmla="*/ 445943 w 445943"/>
                  <a:gd name="connsiteY6" fmla="*/ 639721 h 666475"/>
                  <a:gd name="connsiteX7" fmla="*/ 418336 w 445943"/>
                  <a:gd name="connsiteY7" fmla="*/ 666377 h 666475"/>
                  <a:gd name="connsiteX8" fmla="*/ 223183 w 445943"/>
                  <a:gd name="connsiteY8" fmla="*/ 665424 h 666475"/>
                  <a:gd name="connsiteX9" fmla="*/ 223183 w 445943"/>
                  <a:gd name="connsiteY9" fmla="*/ 443616 h 666475"/>
                  <a:gd name="connsiteX10" fmla="*/ 423 w 445943"/>
                  <a:gd name="connsiteY10" fmla="*/ 444568 h 666475"/>
                  <a:gd name="connsiteX11" fmla="*/ 423 w 445943"/>
                  <a:gd name="connsiteY11" fmla="*/ 444568 h 666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5943" h="666475">
                    <a:moveTo>
                      <a:pt x="423" y="444568"/>
                    </a:moveTo>
                    <a:cubicBezTo>
                      <a:pt x="423" y="370315"/>
                      <a:pt x="423" y="296061"/>
                      <a:pt x="423" y="220856"/>
                    </a:cubicBezTo>
                    <a:cubicBezTo>
                      <a:pt x="73725" y="220856"/>
                      <a:pt x="147026" y="220856"/>
                      <a:pt x="221280" y="220856"/>
                    </a:cubicBezTo>
                    <a:cubicBezTo>
                      <a:pt x="221280" y="146603"/>
                      <a:pt x="221280" y="74253"/>
                      <a:pt x="221280" y="0"/>
                    </a:cubicBezTo>
                    <a:cubicBezTo>
                      <a:pt x="295533" y="0"/>
                      <a:pt x="368834" y="0"/>
                      <a:pt x="444039" y="0"/>
                    </a:cubicBezTo>
                    <a:cubicBezTo>
                      <a:pt x="444039" y="9520"/>
                      <a:pt x="444992" y="17135"/>
                      <a:pt x="444992" y="24751"/>
                    </a:cubicBezTo>
                    <a:cubicBezTo>
                      <a:pt x="444992" y="229424"/>
                      <a:pt x="444992" y="435048"/>
                      <a:pt x="445943" y="639721"/>
                    </a:cubicBezTo>
                    <a:cubicBezTo>
                      <a:pt x="445943" y="661617"/>
                      <a:pt x="440232" y="667328"/>
                      <a:pt x="418336" y="666377"/>
                    </a:cubicBezTo>
                    <a:cubicBezTo>
                      <a:pt x="354555" y="664472"/>
                      <a:pt x="289821" y="665424"/>
                      <a:pt x="223183" y="665424"/>
                    </a:cubicBezTo>
                    <a:cubicBezTo>
                      <a:pt x="223183" y="592123"/>
                      <a:pt x="223183" y="518822"/>
                      <a:pt x="223183" y="443616"/>
                    </a:cubicBezTo>
                    <a:cubicBezTo>
                      <a:pt x="146074" y="443616"/>
                      <a:pt x="72772" y="443616"/>
                      <a:pt x="423" y="444568"/>
                    </a:cubicBezTo>
                    <a:cubicBezTo>
                      <a:pt x="-529" y="443616"/>
                      <a:pt x="423" y="444568"/>
                      <a:pt x="423" y="4445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2" name="Forme libre 121">
                <a:extLst>
                  <a:ext uri="{FF2B5EF4-FFF2-40B4-BE49-F238E27FC236}">
                    <a16:creationId xmlns:a16="http://schemas.microsoft.com/office/drawing/2014/main" id="{6BB9C644-2850-AC45-F4B9-1BB4CF17DDD1}"/>
                  </a:ext>
                </a:extLst>
              </p:cNvPr>
              <p:cNvSpPr/>
              <p:nvPr/>
            </p:nvSpPr>
            <p:spPr>
              <a:xfrm>
                <a:off x="7000171" y="5661369"/>
                <a:ext cx="666376" cy="442664"/>
              </a:xfrm>
              <a:custGeom>
                <a:avLst/>
                <a:gdLst>
                  <a:gd name="connsiteX0" fmla="*/ 1904 w 666376"/>
                  <a:gd name="connsiteY0" fmla="*/ 226568 h 442664"/>
                  <a:gd name="connsiteX1" fmla="*/ 0 w 666376"/>
                  <a:gd name="connsiteY1" fmla="*/ 24751 h 442664"/>
                  <a:gd name="connsiteX2" fmla="*/ 31415 w 666376"/>
                  <a:gd name="connsiteY2" fmla="*/ 952 h 442664"/>
                  <a:gd name="connsiteX3" fmla="*/ 431241 w 666376"/>
                  <a:gd name="connsiteY3" fmla="*/ 952 h 442664"/>
                  <a:gd name="connsiteX4" fmla="*/ 666377 w 666376"/>
                  <a:gd name="connsiteY4" fmla="*/ 952 h 442664"/>
                  <a:gd name="connsiteX5" fmla="*/ 665424 w 666376"/>
                  <a:gd name="connsiteY5" fmla="*/ 0 h 442664"/>
                  <a:gd name="connsiteX6" fmla="*/ 665424 w 666376"/>
                  <a:gd name="connsiteY6" fmla="*/ 225616 h 442664"/>
                  <a:gd name="connsiteX7" fmla="*/ 666377 w 666376"/>
                  <a:gd name="connsiteY7" fmla="*/ 224664 h 442664"/>
                  <a:gd name="connsiteX8" fmla="*/ 468367 w 666376"/>
                  <a:gd name="connsiteY8" fmla="*/ 223712 h 442664"/>
                  <a:gd name="connsiteX9" fmla="*/ 444568 w 666376"/>
                  <a:gd name="connsiteY9" fmla="*/ 248463 h 442664"/>
                  <a:gd name="connsiteX10" fmla="*/ 444568 w 666376"/>
                  <a:gd name="connsiteY10" fmla="*/ 442664 h 442664"/>
                  <a:gd name="connsiteX11" fmla="*/ 219904 w 666376"/>
                  <a:gd name="connsiteY11" fmla="*/ 442664 h 442664"/>
                  <a:gd name="connsiteX12" fmla="*/ 219904 w 666376"/>
                  <a:gd name="connsiteY12" fmla="*/ 383643 h 442664"/>
                  <a:gd name="connsiteX13" fmla="*/ 219904 w 666376"/>
                  <a:gd name="connsiteY13" fmla="*/ 248463 h 442664"/>
                  <a:gd name="connsiteX14" fmla="*/ 197057 w 666376"/>
                  <a:gd name="connsiteY14" fmla="*/ 224664 h 442664"/>
                  <a:gd name="connsiteX15" fmla="*/ 1904 w 666376"/>
                  <a:gd name="connsiteY15" fmla="*/ 226568 h 442664"/>
                  <a:gd name="connsiteX16" fmla="*/ 1904 w 666376"/>
                  <a:gd name="connsiteY16" fmla="*/ 226568 h 442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66376" h="442664">
                    <a:moveTo>
                      <a:pt x="1904" y="226568"/>
                    </a:moveTo>
                    <a:cubicBezTo>
                      <a:pt x="1904" y="158979"/>
                      <a:pt x="1904" y="91389"/>
                      <a:pt x="0" y="24751"/>
                    </a:cubicBezTo>
                    <a:cubicBezTo>
                      <a:pt x="0" y="0"/>
                      <a:pt x="15231" y="952"/>
                      <a:pt x="31415" y="952"/>
                    </a:cubicBezTo>
                    <a:cubicBezTo>
                      <a:pt x="164690" y="952"/>
                      <a:pt x="297965" y="952"/>
                      <a:pt x="431241" y="952"/>
                    </a:cubicBezTo>
                    <a:cubicBezTo>
                      <a:pt x="509302" y="952"/>
                      <a:pt x="587363" y="952"/>
                      <a:pt x="666377" y="952"/>
                    </a:cubicBezTo>
                    <a:lnTo>
                      <a:pt x="665424" y="0"/>
                    </a:lnTo>
                    <a:cubicBezTo>
                      <a:pt x="665424" y="75205"/>
                      <a:pt x="665424" y="150411"/>
                      <a:pt x="665424" y="225616"/>
                    </a:cubicBezTo>
                    <a:lnTo>
                      <a:pt x="666377" y="224664"/>
                    </a:lnTo>
                    <a:cubicBezTo>
                      <a:pt x="600691" y="224664"/>
                      <a:pt x="535005" y="224664"/>
                      <a:pt x="468367" y="223712"/>
                    </a:cubicBezTo>
                    <a:cubicBezTo>
                      <a:pt x="449328" y="223712"/>
                      <a:pt x="444568" y="230376"/>
                      <a:pt x="444568" y="248463"/>
                    </a:cubicBezTo>
                    <a:cubicBezTo>
                      <a:pt x="445520" y="312245"/>
                      <a:pt x="444568" y="376027"/>
                      <a:pt x="444568" y="442664"/>
                    </a:cubicBezTo>
                    <a:cubicBezTo>
                      <a:pt x="369363" y="442664"/>
                      <a:pt x="296062" y="442664"/>
                      <a:pt x="219904" y="442664"/>
                    </a:cubicBezTo>
                    <a:cubicBezTo>
                      <a:pt x="219904" y="422673"/>
                      <a:pt x="219904" y="402682"/>
                      <a:pt x="219904" y="383643"/>
                    </a:cubicBezTo>
                    <a:cubicBezTo>
                      <a:pt x="219904" y="338900"/>
                      <a:pt x="218952" y="293206"/>
                      <a:pt x="219904" y="248463"/>
                    </a:cubicBezTo>
                    <a:cubicBezTo>
                      <a:pt x="219904" y="231328"/>
                      <a:pt x="215144" y="224664"/>
                      <a:pt x="197057" y="224664"/>
                    </a:cubicBezTo>
                    <a:cubicBezTo>
                      <a:pt x="133275" y="226568"/>
                      <a:pt x="67590" y="226568"/>
                      <a:pt x="1904" y="226568"/>
                    </a:cubicBezTo>
                    <a:cubicBezTo>
                      <a:pt x="1904" y="226568"/>
                      <a:pt x="1904" y="226568"/>
                      <a:pt x="1904" y="2265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3" name="Forme libre 122">
                <a:extLst>
                  <a:ext uri="{FF2B5EF4-FFF2-40B4-BE49-F238E27FC236}">
                    <a16:creationId xmlns:a16="http://schemas.microsoft.com/office/drawing/2014/main" id="{A1067529-F0B8-0BE9-5C27-8B9749269448}"/>
                  </a:ext>
                </a:extLst>
              </p:cNvPr>
              <p:cNvSpPr/>
              <p:nvPr/>
            </p:nvSpPr>
            <p:spPr>
              <a:xfrm>
                <a:off x="11004142" y="4326289"/>
                <a:ext cx="444568" cy="670696"/>
              </a:xfrm>
              <a:custGeom>
                <a:avLst/>
                <a:gdLst>
                  <a:gd name="connsiteX0" fmla="*/ 0 w 444568"/>
                  <a:gd name="connsiteY0" fmla="*/ 423 h 670696"/>
                  <a:gd name="connsiteX1" fmla="*/ 218953 w 444568"/>
                  <a:gd name="connsiteY1" fmla="*/ 423 h 670696"/>
                  <a:gd name="connsiteX2" fmla="*/ 218953 w 444568"/>
                  <a:gd name="connsiteY2" fmla="*/ 226039 h 670696"/>
                  <a:gd name="connsiteX3" fmla="*/ 408394 w 444568"/>
                  <a:gd name="connsiteY3" fmla="*/ 226039 h 670696"/>
                  <a:gd name="connsiteX4" fmla="*/ 444568 w 444568"/>
                  <a:gd name="connsiteY4" fmla="*/ 262214 h 670696"/>
                  <a:gd name="connsiteX5" fmla="*/ 444568 w 444568"/>
                  <a:gd name="connsiteY5" fmla="*/ 425000 h 670696"/>
                  <a:gd name="connsiteX6" fmla="*/ 422673 w 444568"/>
                  <a:gd name="connsiteY6" fmla="*/ 445943 h 670696"/>
                  <a:gd name="connsiteX7" fmla="*/ 257983 w 444568"/>
                  <a:gd name="connsiteY7" fmla="*/ 444991 h 670696"/>
                  <a:gd name="connsiteX8" fmla="*/ 218953 w 444568"/>
                  <a:gd name="connsiteY8" fmla="*/ 484974 h 670696"/>
                  <a:gd name="connsiteX9" fmla="*/ 219904 w 444568"/>
                  <a:gd name="connsiteY9" fmla="*/ 647760 h 670696"/>
                  <a:gd name="connsiteX10" fmla="*/ 197057 w 444568"/>
                  <a:gd name="connsiteY10" fmla="*/ 670608 h 670696"/>
                  <a:gd name="connsiteX11" fmla="*/ 24751 w 444568"/>
                  <a:gd name="connsiteY11" fmla="*/ 670608 h 670696"/>
                  <a:gd name="connsiteX12" fmla="*/ 0 w 444568"/>
                  <a:gd name="connsiteY12" fmla="*/ 643952 h 670696"/>
                  <a:gd name="connsiteX13" fmla="*/ 0 w 444568"/>
                  <a:gd name="connsiteY13" fmla="*/ 173681 h 670696"/>
                  <a:gd name="connsiteX14" fmla="*/ 0 w 444568"/>
                  <a:gd name="connsiteY14" fmla="*/ 423 h 670696"/>
                  <a:gd name="connsiteX15" fmla="*/ 0 w 444568"/>
                  <a:gd name="connsiteY15" fmla="*/ 423 h 67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44568" h="670696">
                    <a:moveTo>
                      <a:pt x="0" y="423"/>
                    </a:moveTo>
                    <a:cubicBezTo>
                      <a:pt x="72350" y="423"/>
                      <a:pt x="144699" y="423"/>
                      <a:pt x="218953" y="423"/>
                    </a:cubicBezTo>
                    <a:cubicBezTo>
                      <a:pt x="218953" y="77532"/>
                      <a:pt x="218953" y="150834"/>
                      <a:pt x="218953" y="226039"/>
                    </a:cubicBezTo>
                    <a:cubicBezTo>
                      <a:pt x="283686" y="226039"/>
                      <a:pt x="345564" y="226039"/>
                      <a:pt x="408394" y="226039"/>
                    </a:cubicBezTo>
                    <a:cubicBezTo>
                      <a:pt x="444568" y="226039"/>
                      <a:pt x="444568" y="226991"/>
                      <a:pt x="444568" y="262214"/>
                    </a:cubicBezTo>
                    <a:cubicBezTo>
                      <a:pt x="444568" y="316476"/>
                      <a:pt x="443616" y="370738"/>
                      <a:pt x="444568" y="425000"/>
                    </a:cubicBezTo>
                    <a:cubicBezTo>
                      <a:pt x="444568" y="442136"/>
                      <a:pt x="439808" y="445943"/>
                      <a:pt x="422673" y="445943"/>
                    </a:cubicBezTo>
                    <a:cubicBezTo>
                      <a:pt x="367459" y="444991"/>
                      <a:pt x="312245" y="444991"/>
                      <a:pt x="257983" y="444991"/>
                    </a:cubicBezTo>
                    <a:cubicBezTo>
                      <a:pt x="219904" y="444991"/>
                      <a:pt x="218953" y="445943"/>
                      <a:pt x="218953" y="484974"/>
                    </a:cubicBezTo>
                    <a:cubicBezTo>
                      <a:pt x="218953" y="539236"/>
                      <a:pt x="218953" y="593498"/>
                      <a:pt x="219904" y="647760"/>
                    </a:cubicBezTo>
                    <a:cubicBezTo>
                      <a:pt x="219904" y="664896"/>
                      <a:pt x="215144" y="671560"/>
                      <a:pt x="197057" y="670608"/>
                    </a:cubicBezTo>
                    <a:cubicBezTo>
                      <a:pt x="139939" y="669655"/>
                      <a:pt x="81869" y="669655"/>
                      <a:pt x="24751" y="670608"/>
                    </a:cubicBezTo>
                    <a:cubicBezTo>
                      <a:pt x="3808" y="671560"/>
                      <a:pt x="0" y="662040"/>
                      <a:pt x="0" y="643952"/>
                    </a:cubicBezTo>
                    <a:cubicBezTo>
                      <a:pt x="952" y="486878"/>
                      <a:pt x="0" y="330755"/>
                      <a:pt x="0" y="173681"/>
                    </a:cubicBezTo>
                    <a:cubicBezTo>
                      <a:pt x="952" y="115611"/>
                      <a:pt x="952" y="57541"/>
                      <a:pt x="0" y="423"/>
                    </a:cubicBezTo>
                    <a:cubicBezTo>
                      <a:pt x="952" y="-529"/>
                      <a:pt x="0" y="423"/>
                      <a:pt x="0" y="4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4" name="Forme libre 123">
                <a:extLst>
                  <a:ext uri="{FF2B5EF4-FFF2-40B4-BE49-F238E27FC236}">
                    <a16:creationId xmlns:a16="http://schemas.microsoft.com/office/drawing/2014/main" id="{912C7090-BA8C-9663-E78E-971DB85CB35E}"/>
                  </a:ext>
                </a:extLst>
              </p:cNvPr>
              <p:cNvSpPr/>
              <p:nvPr/>
            </p:nvSpPr>
            <p:spPr>
              <a:xfrm>
                <a:off x="6333795" y="5887937"/>
                <a:ext cx="668280" cy="217048"/>
              </a:xfrm>
              <a:custGeom>
                <a:avLst/>
                <a:gdLst>
                  <a:gd name="connsiteX0" fmla="*/ 668280 w 668280"/>
                  <a:gd name="connsiteY0" fmla="*/ 0 h 217048"/>
                  <a:gd name="connsiteX1" fmla="*/ 668280 w 668280"/>
                  <a:gd name="connsiteY1" fmla="*/ 217048 h 217048"/>
                  <a:gd name="connsiteX2" fmla="*/ 0 w 668280"/>
                  <a:gd name="connsiteY2" fmla="*/ 217048 h 217048"/>
                  <a:gd name="connsiteX3" fmla="*/ 0 w 668280"/>
                  <a:gd name="connsiteY3" fmla="*/ 952 h 217048"/>
                  <a:gd name="connsiteX4" fmla="*/ 668280 w 668280"/>
                  <a:gd name="connsiteY4" fmla="*/ 0 h 217048"/>
                  <a:gd name="connsiteX5" fmla="*/ 668280 w 668280"/>
                  <a:gd name="connsiteY5" fmla="*/ 0 h 217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8280" h="217048">
                    <a:moveTo>
                      <a:pt x="668280" y="0"/>
                    </a:moveTo>
                    <a:cubicBezTo>
                      <a:pt x="668280" y="71397"/>
                      <a:pt x="668280" y="142795"/>
                      <a:pt x="668280" y="217048"/>
                    </a:cubicBezTo>
                    <a:cubicBezTo>
                      <a:pt x="444568" y="217048"/>
                      <a:pt x="222760" y="217048"/>
                      <a:pt x="0" y="217048"/>
                    </a:cubicBezTo>
                    <a:cubicBezTo>
                      <a:pt x="0" y="146603"/>
                      <a:pt x="0" y="75205"/>
                      <a:pt x="0" y="952"/>
                    </a:cubicBezTo>
                    <a:cubicBezTo>
                      <a:pt x="222760" y="0"/>
                      <a:pt x="445520" y="0"/>
                      <a:pt x="668280" y="0"/>
                    </a:cubicBezTo>
                    <a:cubicBezTo>
                      <a:pt x="668280" y="0"/>
                      <a:pt x="668280" y="0"/>
                      <a:pt x="6682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5" name="Forme libre 124">
                <a:extLst>
                  <a:ext uri="{FF2B5EF4-FFF2-40B4-BE49-F238E27FC236}">
                    <a16:creationId xmlns:a16="http://schemas.microsoft.com/office/drawing/2014/main" id="{61AFC72D-D7D2-D034-6730-5820D2DF31FF}"/>
                  </a:ext>
                </a:extLst>
              </p:cNvPr>
              <p:cNvSpPr/>
              <p:nvPr/>
            </p:nvSpPr>
            <p:spPr>
              <a:xfrm>
                <a:off x="6332843" y="5446225"/>
                <a:ext cx="668280" cy="218952"/>
              </a:xfrm>
              <a:custGeom>
                <a:avLst/>
                <a:gdLst>
                  <a:gd name="connsiteX0" fmla="*/ 0 w 668280"/>
                  <a:gd name="connsiteY0" fmla="*/ 218952 h 218952"/>
                  <a:gd name="connsiteX1" fmla="*/ 0 w 668280"/>
                  <a:gd name="connsiteY1" fmla="*/ 0 h 218952"/>
                  <a:gd name="connsiteX2" fmla="*/ 668280 w 668280"/>
                  <a:gd name="connsiteY2" fmla="*/ 0 h 218952"/>
                  <a:gd name="connsiteX3" fmla="*/ 668280 w 668280"/>
                  <a:gd name="connsiteY3" fmla="*/ 44743 h 218952"/>
                  <a:gd name="connsiteX4" fmla="*/ 668280 w 668280"/>
                  <a:gd name="connsiteY4" fmla="*/ 184682 h 218952"/>
                  <a:gd name="connsiteX5" fmla="*/ 634010 w 668280"/>
                  <a:gd name="connsiteY5" fmla="*/ 217049 h 218952"/>
                  <a:gd name="connsiteX6" fmla="*/ 33319 w 668280"/>
                  <a:gd name="connsiteY6" fmla="*/ 217049 h 218952"/>
                  <a:gd name="connsiteX7" fmla="*/ 0 w 668280"/>
                  <a:gd name="connsiteY7" fmla="*/ 218952 h 218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8280" h="218952">
                    <a:moveTo>
                      <a:pt x="0" y="218952"/>
                    </a:moveTo>
                    <a:cubicBezTo>
                      <a:pt x="0" y="146603"/>
                      <a:pt x="0" y="75206"/>
                      <a:pt x="0" y="0"/>
                    </a:cubicBezTo>
                    <a:cubicBezTo>
                      <a:pt x="221808" y="0"/>
                      <a:pt x="442664" y="0"/>
                      <a:pt x="668280" y="0"/>
                    </a:cubicBezTo>
                    <a:cubicBezTo>
                      <a:pt x="668280" y="13328"/>
                      <a:pt x="668280" y="28559"/>
                      <a:pt x="668280" y="44743"/>
                    </a:cubicBezTo>
                    <a:cubicBezTo>
                      <a:pt x="668280" y="91389"/>
                      <a:pt x="668280" y="138035"/>
                      <a:pt x="668280" y="184682"/>
                    </a:cubicBezTo>
                    <a:cubicBezTo>
                      <a:pt x="668280" y="211337"/>
                      <a:pt x="660665" y="217049"/>
                      <a:pt x="634010" y="217049"/>
                    </a:cubicBezTo>
                    <a:cubicBezTo>
                      <a:pt x="434097" y="217049"/>
                      <a:pt x="234184" y="217049"/>
                      <a:pt x="33319" y="217049"/>
                    </a:cubicBezTo>
                    <a:cubicBezTo>
                      <a:pt x="22847" y="217049"/>
                      <a:pt x="11424" y="218001"/>
                      <a:pt x="0" y="2189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6" name="Forme libre 125">
                <a:extLst>
                  <a:ext uri="{FF2B5EF4-FFF2-40B4-BE49-F238E27FC236}">
                    <a16:creationId xmlns:a16="http://schemas.microsoft.com/office/drawing/2014/main" id="{B9D147E7-EA8A-E588-1860-256DF2C2DE60}"/>
                  </a:ext>
                </a:extLst>
              </p:cNvPr>
              <p:cNvSpPr/>
              <p:nvPr/>
            </p:nvSpPr>
            <p:spPr>
              <a:xfrm>
                <a:off x="11669566" y="6108793"/>
                <a:ext cx="225616" cy="445599"/>
              </a:xfrm>
              <a:custGeom>
                <a:avLst/>
                <a:gdLst>
                  <a:gd name="connsiteX0" fmla="*/ 0 w 225616"/>
                  <a:gd name="connsiteY0" fmla="*/ 0 h 445599"/>
                  <a:gd name="connsiteX1" fmla="*/ 223712 w 225616"/>
                  <a:gd name="connsiteY1" fmla="*/ 0 h 445599"/>
                  <a:gd name="connsiteX2" fmla="*/ 224664 w 225616"/>
                  <a:gd name="connsiteY2" fmla="*/ 23799 h 445599"/>
                  <a:gd name="connsiteX3" fmla="*/ 225616 w 225616"/>
                  <a:gd name="connsiteY3" fmla="*/ 418865 h 445599"/>
                  <a:gd name="connsiteX4" fmla="*/ 198961 w 225616"/>
                  <a:gd name="connsiteY4" fmla="*/ 445520 h 445599"/>
                  <a:gd name="connsiteX5" fmla="*/ 31415 w 225616"/>
                  <a:gd name="connsiteY5" fmla="*/ 444568 h 445599"/>
                  <a:gd name="connsiteX6" fmla="*/ 0 w 225616"/>
                  <a:gd name="connsiteY6" fmla="*/ 414105 h 445599"/>
                  <a:gd name="connsiteX7" fmla="*/ 0 w 225616"/>
                  <a:gd name="connsiteY7" fmla="*/ 0 h 445599"/>
                  <a:gd name="connsiteX8" fmla="*/ 0 w 225616"/>
                  <a:gd name="connsiteY8" fmla="*/ 0 h 445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5616" h="445599">
                    <a:moveTo>
                      <a:pt x="0" y="0"/>
                    </a:moveTo>
                    <a:cubicBezTo>
                      <a:pt x="74253" y="0"/>
                      <a:pt x="147555" y="0"/>
                      <a:pt x="223712" y="0"/>
                    </a:cubicBezTo>
                    <a:cubicBezTo>
                      <a:pt x="224664" y="9520"/>
                      <a:pt x="224664" y="16184"/>
                      <a:pt x="224664" y="23799"/>
                    </a:cubicBezTo>
                    <a:cubicBezTo>
                      <a:pt x="224664" y="155171"/>
                      <a:pt x="224664" y="286542"/>
                      <a:pt x="225616" y="418865"/>
                    </a:cubicBezTo>
                    <a:cubicBezTo>
                      <a:pt x="225616" y="438857"/>
                      <a:pt x="220856" y="446472"/>
                      <a:pt x="198961" y="445520"/>
                    </a:cubicBezTo>
                    <a:cubicBezTo>
                      <a:pt x="142795" y="443616"/>
                      <a:pt x="87581" y="443616"/>
                      <a:pt x="31415" y="444568"/>
                    </a:cubicBezTo>
                    <a:cubicBezTo>
                      <a:pt x="7616" y="445520"/>
                      <a:pt x="0" y="437905"/>
                      <a:pt x="0" y="414105"/>
                    </a:cubicBezTo>
                    <a:cubicBezTo>
                      <a:pt x="952" y="275118"/>
                      <a:pt x="952" y="137083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7" name="Forme libre 126">
                <a:extLst>
                  <a:ext uri="{FF2B5EF4-FFF2-40B4-BE49-F238E27FC236}">
                    <a16:creationId xmlns:a16="http://schemas.microsoft.com/office/drawing/2014/main" id="{12671E35-4CFC-4173-81DA-D0490923149C}"/>
                  </a:ext>
                </a:extLst>
              </p:cNvPr>
              <p:cNvSpPr/>
              <p:nvPr/>
            </p:nvSpPr>
            <p:spPr>
              <a:xfrm>
                <a:off x="9449581" y="3661048"/>
                <a:ext cx="218952" cy="445231"/>
              </a:xfrm>
              <a:custGeom>
                <a:avLst/>
                <a:gdLst>
                  <a:gd name="connsiteX0" fmla="*/ 218952 w 218952"/>
                  <a:gd name="connsiteY0" fmla="*/ 444808 h 445231"/>
                  <a:gd name="connsiteX1" fmla="*/ 0 w 218952"/>
                  <a:gd name="connsiteY1" fmla="*/ 444808 h 445231"/>
                  <a:gd name="connsiteX2" fmla="*/ 0 w 218952"/>
                  <a:gd name="connsiteY2" fmla="*/ 240 h 445231"/>
                  <a:gd name="connsiteX3" fmla="*/ 116140 w 218952"/>
                  <a:gd name="connsiteY3" fmla="*/ 240 h 445231"/>
                  <a:gd name="connsiteX4" fmla="*/ 193249 w 218952"/>
                  <a:gd name="connsiteY4" fmla="*/ 240 h 445231"/>
                  <a:gd name="connsiteX5" fmla="*/ 218000 w 218952"/>
                  <a:gd name="connsiteY5" fmla="*/ 25943 h 445231"/>
                  <a:gd name="connsiteX6" fmla="*/ 218952 w 218952"/>
                  <a:gd name="connsiteY6" fmla="*/ 444808 h 445231"/>
                  <a:gd name="connsiteX7" fmla="*/ 218952 w 218952"/>
                  <a:gd name="connsiteY7" fmla="*/ 444808 h 445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952" h="445231">
                    <a:moveTo>
                      <a:pt x="218952" y="444808"/>
                    </a:moveTo>
                    <a:cubicBezTo>
                      <a:pt x="146603" y="444808"/>
                      <a:pt x="74253" y="444808"/>
                      <a:pt x="0" y="444808"/>
                    </a:cubicBezTo>
                    <a:cubicBezTo>
                      <a:pt x="0" y="295349"/>
                      <a:pt x="0" y="149698"/>
                      <a:pt x="0" y="240"/>
                    </a:cubicBezTo>
                    <a:cubicBezTo>
                      <a:pt x="39982" y="240"/>
                      <a:pt x="78061" y="240"/>
                      <a:pt x="116140" y="240"/>
                    </a:cubicBezTo>
                    <a:cubicBezTo>
                      <a:pt x="141843" y="240"/>
                      <a:pt x="167546" y="2144"/>
                      <a:pt x="193249" y="240"/>
                    </a:cubicBezTo>
                    <a:cubicBezTo>
                      <a:pt x="214192" y="-1664"/>
                      <a:pt x="218000" y="7855"/>
                      <a:pt x="218000" y="25943"/>
                    </a:cubicBezTo>
                    <a:cubicBezTo>
                      <a:pt x="218000" y="165882"/>
                      <a:pt x="218000" y="305821"/>
                      <a:pt x="218952" y="444808"/>
                    </a:cubicBezTo>
                    <a:cubicBezTo>
                      <a:pt x="218000" y="445760"/>
                      <a:pt x="218952" y="444808"/>
                      <a:pt x="218952" y="4448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8" name="Forme libre 127">
                <a:extLst>
                  <a:ext uri="{FF2B5EF4-FFF2-40B4-BE49-F238E27FC236}">
                    <a16:creationId xmlns:a16="http://schemas.microsoft.com/office/drawing/2014/main" id="{A6724AA7-988B-20EA-75E3-AF49437DF6B2}"/>
                  </a:ext>
                </a:extLst>
              </p:cNvPr>
              <p:cNvSpPr/>
              <p:nvPr/>
            </p:nvSpPr>
            <p:spPr>
              <a:xfrm>
                <a:off x="9448206" y="5661369"/>
                <a:ext cx="220327" cy="446472"/>
              </a:xfrm>
              <a:custGeom>
                <a:avLst/>
                <a:gdLst>
                  <a:gd name="connsiteX0" fmla="*/ 423 w 220327"/>
                  <a:gd name="connsiteY0" fmla="*/ 446472 h 446472"/>
                  <a:gd name="connsiteX1" fmla="*/ 423 w 220327"/>
                  <a:gd name="connsiteY1" fmla="*/ 952 h 446472"/>
                  <a:gd name="connsiteX2" fmla="*/ 220327 w 220327"/>
                  <a:gd name="connsiteY2" fmla="*/ 952 h 446472"/>
                  <a:gd name="connsiteX3" fmla="*/ 219375 w 220327"/>
                  <a:gd name="connsiteY3" fmla="*/ 0 h 446472"/>
                  <a:gd name="connsiteX4" fmla="*/ 219375 w 220327"/>
                  <a:gd name="connsiteY4" fmla="*/ 445520 h 446472"/>
                  <a:gd name="connsiteX5" fmla="*/ 423 w 220327"/>
                  <a:gd name="connsiteY5" fmla="*/ 446472 h 446472"/>
                  <a:gd name="connsiteX6" fmla="*/ 423 w 220327"/>
                  <a:gd name="connsiteY6" fmla="*/ 446472 h 44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0327" h="446472">
                    <a:moveTo>
                      <a:pt x="423" y="446472"/>
                    </a:moveTo>
                    <a:cubicBezTo>
                      <a:pt x="423" y="298917"/>
                      <a:pt x="423" y="152315"/>
                      <a:pt x="423" y="952"/>
                    </a:cubicBezTo>
                    <a:cubicBezTo>
                      <a:pt x="76580" y="952"/>
                      <a:pt x="148930" y="952"/>
                      <a:pt x="220327" y="952"/>
                    </a:cubicBezTo>
                    <a:cubicBezTo>
                      <a:pt x="220327" y="952"/>
                      <a:pt x="219375" y="0"/>
                      <a:pt x="219375" y="0"/>
                    </a:cubicBezTo>
                    <a:cubicBezTo>
                      <a:pt x="219375" y="146603"/>
                      <a:pt x="219375" y="294158"/>
                      <a:pt x="219375" y="445520"/>
                    </a:cubicBezTo>
                    <a:cubicBezTo>
                      <a:pt x="145122" y="445520"/>
                      <a:pt x="71821" y="445520"/>
                      <a:pt x="423" y="446472"/>
                    </a:cubicBezTo>
                    <a:cubicBezTo>
                      <a:pt x="-529" y="445520"/>
                      <a:pt x="423" y="446472"/>
                      <a:pt x="423" y="4464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9" name="Forme libre 128">
                <a:extLst>
                  <a:ext uri="{FF2B5EF4-FFF2-40B4-BE49-F238E27FC236}">
                    <a16:creationId xmlns:a16="http://schemas.microsoft.com/office/drawing/2014/main" id="{6BD3B1F1-77EB-4989-18D9-BCF17065C041}"/>
                  </a:ext>
                </a:extLst>
              </p:cNvPr>
              <p:cNvSpPr/>
              <p:nvPr/>
            </p:nvSpPr>
            <p:spPr>
              <a:xfrm>
                <a:off x="7666548" y="5887937"/>
                <a:ext cx="446472" cy="220856"/>
              </a:xfrm>
              <a:custGeom>
                <a:avLst/>
                <a:gdLst>
                  <a:gd name="connsiteX0" fmla="*/ 446472 w 446472"/>
                  <a:gd name="connsiteY0" fmla="*/ 219904 h 220856"/>
                  <a:gd name="connsiteX1" fmla="*/ 952 w 446472"/>
                  <a:gd name="connsiteY1" fmla="*/ 219904 h 220856"/>
                  <a:gd name="connsiteX2" fmla="*/ 952 w 446472"/>
                  <a:gd name="connsiteY2" fmla="*/ 0 h 220856"/>
                  <a:gd name="connsiteX3" fmla="*/ 0 w 446472"/>
                  <a:gd name="connsiteY3" fmla="*/ 952 h 220856"/>
                  <a:gd name="connsiteX4" fmla="*/ 446472 w 446472"/>
                  <a:gd name="connsiteY4" fmla="*/ 952 h 220856"/>
                  <a:gd name="connsiteX5" fmla="*/ 445520 w 446472"/>
                  <a:gd name="connsiteY5" fmla="*/ 0 h 220856"/>
                  <a:gd name="connsiteX6" fmla="*/ 445520 w 446472"/>
                  <a:gd name="connsiteY6" fmla="*/ 220856 h 220856"/>
                  <a:gd name="connsiteX7" fmla="*/ 446472 w 446472"/>
                  <a:gd name="connsiteY7" fmla="*/ 219904 h 220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6472" h="220856">
                    <a:moveTo>
                      <a:pt x="446472" y="219904"/>
                    </a:moveTo>
                    <a:cubicBezTo>
                      <a:pt x="298917" y="219904"/>
                      <a:pt x="152315" y="219904"/>
                      <a:pt x="952" y="219904"/>
                    </a:cubicBezTo>
                    <a:cubicBezTo>
                      <a:pt x="952" y="145651"/>
                      <a:pt x="952" y="72349"/>
                      <a:pt x="952" y="0"/>
                    </a:cubicBezTo>
                    <a:cubicBezTo>
                      <a:pt x="952" y="0"/>
                      <a:pt x="0" y="952"/>
                      <a:pt x="0" y="952"/>
                    </a:cubicBezTo>
                    <a:cubicBezTo>
                      <a:pt x="148507" y="952"/>
                      <a:pt x="297013" y="952"/>
                      <a:pt x="446472" y="952"/>
                    </a:cubicBezTo>
                    <a:lnTo>
                      <a:pt x="445520" y="0"/>
                    </a:lnTo>
                    <a:cubicBezTo>
                      <a:pt x="445520" y="73301"/>
                      <a:pt x="445520" y="147555"/>
                      <a:pt x="445520" y="220856"/>
                    </a:cubicBezTo>
                    <a:lnTo>
                      <a:pt x="446472" y="219904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0" name="Forme libre 129">
                <a:extLst>
                  <a:ext uri="{FF2B5EF4-FFF2-40B4-BE49-F238E27FC236}">
                    <a16:creationId xmlns:a16="http://schemas.microsoft.com/office/drawing/2014/main" id="{42BC40F3-06E4-9047-C2B4-C9DDEE3DB547}"/>
                  </a:ext>
                </a:extLst>
              </p:cNvPr>
              <p:cNvSpPr/>
              <p:nvPr/>
            </p:nvSpPr>
            <p:spPr>
              <a:xfrm>
                <a:off x="9223013" y="4328616"/>
                <a:ext cx="224664" cy="223712"/>
              </a:xfrm>
              <a:custGeom>
                <a:avLst/>
                <a:gdLst>
                  <a:gd name="connsiteX0" fmla="*/ 952 w 224664"/>
                  <a:gd name="connsiteY0" fmla="*/ 0 h 223712"/>
                  <a:gd name="connsiteX1" fmla="*/ 224664 w 224664"/>
                  <a:gd name="connsiteY1" fmla="*/ 0 h 223712"/>
                  <a:gd name="connsiteX2" fmla="*/ 224664 w 224664"/>
                  <a:gd name="connsiteY2" fmla="*/ 55214 h 223712"/>
                  <a:gd name="connsiteX3" fmla="*/ 224664 w 224664"/>
                  <a:gd name="connsiteY3" fmla="*/ 202769 h 223712"/>
                  <a:gd name="connsiteX4" fmla="*/ 207529 w 224664"/>
                  <a:gd name="connsiteY4" fmla="*/ 223712 h 223712"/>
                  <a:gd name="connsiteX5" fmla="*/ 0 w 224664"/>
                  <a:gd name="connsiteY5" fmla="*/ 223712 h 223712"/>
                  <a:gd name="connsiteX6" fmla="*/ 952 w 224664"/>
                  <a:gd name="connsiteY6" fmla="*/ 0 h 223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4664" h="223712">
                    <a:moveTo>
                      <a:pt x="952" y="0"/>
                    </a:moveTo>
                    <a:cubicBezTo>
                      <a:pt x="74254" y="0"/>
                      <a:pt x="147555" y="0"/>
                      <a:pt x="224664" y="0"/>
                    </a:cubicBezTo>
                    <a:cubicBezTo>
                      <a:pt x="224664" y="19039"/>
                      <a:pt x="224664" y="37127"/>
                      <a:pt x="224664" y="55214"/>
                    </a:cubicBezTo>
                    <a:cubicBezTo>
                      <a:pt x="224664" y="104716"/>
                      <a:pt x="224664" y="153267"/>
                      <a:pt x="224664" y="202769"/>
                    </a:cubicBezTo>
                    <a:cubicBezTo>
                      <a:pt x="224664" y="215144"/>
                      <a:pt x="224664" y="223712"/>
                      <a:pt x="207529" y="223712"/>
                    </a:cubicBezTo>
                    <a:cubicBezTo>
                      <a:pt x="138987" y="222760"/>
                      <a:pt x="71397" y="223712"/>
                      <a:pt x="0" y="223712"/>
                    </a:cubicBezTo>
                    <a:cubicBezTo>
                      <a:pt x="952" y="148507"/>
                      <a:pt x="952" y="75205"/>
                      <a:pt x="9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1" name="Forme libre 130">
                <a:extLst>
                  <a:ext uri="{FF2B5EF4-FFF2-40B4-BE49-F238E27FC236}">
                    <a16:creationId xmlns:a16="http://schemas.microsoft.com/office/drawing/2014/main" id="{02E57B6B-3BBE-663E-18D9-15AF63A6E596}"/>
                  </a:ext>
                </a:extLst>
              </p:cNvPr>
              <p:cNvSpPr/>
              <p:nvPr/>
            </p:nvSpPr>
            <p:spPr>
              <a:xfrm>
                <a:off x="11669566" y="7664306"/>
                <a:ext cx="222760" cy="222760"/>
              </a:xfrm>
              <a:custGeom>
                <a:avLst/>
                <a:gdLst>
                  <a:gd name="connsiteX0" fmla="*/ 222760 w 222760"/>
                  <a:gd name="connsiteY0" fmla="*/ 222760 h 222760"/>
                  <a:gd name="connsiteX1" fmla="*/ 0 w 222760"/>
                  <a:gd name="connsiteY1" fmla="*/ 222760 h 222760"/>
                  <a:gd name="connsiteX2" fmla="*/ 0 w 222760"/>
                  <a:gd name="connsiteY2" fmla="*/ 185633 h 222760"/>
                  <a:gd name="connsiteX3" fmla="*/ 0 w 222760"/>
                  <a:gd name="connsiteY3" fmla="*/ 25703 h 222760"/>
                  <a:gd name="connsiteX4" fmla="*/ 19039 w 222760"/>
                  <a:gd name="connsiteY4" fmla="*/ 0 h 222760"/>
                  <a:gd name="connsiteX5" fmla="*/ 216096 w 222760"/>
                  <a:gd name="connsiteY5" fmla="*/ 1904 h 222760"/>
                  <a:gd name="connsiteX6" fmla="*/ 221808 w 222760"/>
                  <a:gd name="connsiteY6" fmla="*/ 4760 h 222760"/>
                  <a:gd name="connsiteX7" fmla="*/ 222760 w 222760"/>
                  <a:gd name="connsiteY7" fmla="*/ 222760 h 22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2760" h="222760">
                    <a:moveTo>
                      <a:pt x="222760" y="222760"/>
                    </a:moveTo>
                    <a:cubicBezTo>
                      <a:pt x="149459" y="222760"/>
                      <a:pt x="77110" y="222760"/>
                      <a:pt x="0" y="222760"/>
                    </a:cubicBezTo>
                    <a:cubicBezTo>
                      <a:pt x="0" y="210385"/>
                      <a:pt x="0" y="198009"/>
                      <a:pt x="0" y="185633"/>
                    </a:cubicBezTo>
                    <a:cubicBezTo>
                      <a:pt x="0" y="132324"/>
                      <a:pt x="0" y="79013"/>
                      <a:pt x="0" y="25703"/>
                    </a:cubicBezTo>
                    <a:cubicBezTo>
                      <a:pt x="0" y="12375"/>
                      <a:pt x="952" y="0"/>
                      <a:pt x="19039" y="0"/>
                    </a:cubicBezTo>
                    <a:cubicBezTo>
                      <a:pt x="84725" y="0"/>
                      <a:pt x="150411" y="952"/>
                      <a:pt x="216096" y="1904"/>
                    </a:cubicBezTo>
                    <a:cubicBezTo>
                      <a:pt x="218001" y="1904"/>
                      <a:pt x="218952" y="2856"/>
                      <a:pt x="221808" y="4760"/>
                    </a:cubicBezTo>
                    <a:cubicBezTo>
                      <a:pt x="222760" y="76157"/>
                      <a:pt x="222760" y="148507"/>
                      <a:pt x="222760" y="2227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2" name="Forme libre 131">
                <a:extLst>
                  <a:ext uri="{FF2B5EF4-FFF2-40B4-BE49-F238E27FC236}">
                    <a16:creationId xmlns:a16="http://schemas.microsoft.com/office/drawing/2014/main" id="{40C2B0C9-8701-C33A-4E65-838C142A1379}"/>
                  </a:ext>
                </a:extLst>
              </p:cNvPr>
              <p:cNvSpPr/>
              <p:nvPr/>
            </p:nvSpPr>
            <p:spPr>
              <a:xfrm>
                <a:off x="7667500" y="5442338"/>
                <a:ext cx="225616" cy="222894"/>
              </a:xfrm>
              <a:custGeom>
                <a:avLst/>
                <a:gdLst>
                  <a:gd name="connsiteX0" fmla="*/ 0 w 225616"/>
                  <a:gd name="connsiteY0" fmla="*/ 219983 h 222894"/>
                  <a:gd name="connsiteX1" fmla="*/ 0 w 225616"/>
                  <a:gd name="connsiteY1" fmla="*/ 25782 h 222894"/>
                  <a:gd name="connsiteX2" fmla="*/ 24751 w 225616"/>
                  <a:gd name="connsiteY2" fmla="*/ 79 h 222894"/>
                  <a:gd name="connsiteX3" fmla="*/ 197057 w 225616"/>
                  <a:gd name="connsiteY3" fmla="*/ 1031 h 222894"/>
                  <a:gd name="connsiteX4" fmla="*/ 225616 w 225616"/>
                  <a:gd name="connsiteY4" fmla="*/ 5791 h 222894"/>
                  <a:gd name="connsiteX5" fmla="*/ 224664 w 225616"/>
                  <a:gd name="connsiteY5" fmla="*/ 4839 h 222894"/>
                  <a:gd name="connsiteX6" fmla="*/ 223712 w 225616"/>
                  <a:gd name="connsiteY6" fmla="*/ 201896 h 222894"/>
                  <a:gd name="connsiteX7" fmla="*/ 208481 w 225616"/>
                  <a:gd name="connsiteY7" fmla="*/ 222839 h 222894"/>
                  <a:gd name="connsiteX8" fmla="*/ 0 w 225616"/>
                  <a:gd name="connsiteY8" fmla="*/ 219983 h 222894"/>
                  <a:gd name="connsiteX9" fmla="*/ 0 w 225616"/>
                  <a:gd name="connsiteY9" fmla="*/ 219983 h 222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5616" h="222894">
                    <a:moveTo>
                      <a:pt x="0" y="219983"/>
                    </a:moveTo>
                    <a:cubicBezTo>
                      <a:pt x="0" y="155250"/>
                      <a:pt x="952" y="90516"/>
                      <a:pt x="0" y="25782"/>
                    </a:cubicBezTo>
                    <a:cubicBezTo>
                      <a:pt x="0" y="6743"/>
                      <a:pt x="3808" y="-873"/>
                      <a:pt x="24751" y="79"/>
                    </a:cubicBezTo>
                    <a:cubicBezTo>
                      <a:pt x="81869" y="1983"/>
                      <a:pt x="138987" y="79"/>
                      <a:pt x="197057" y="1031"/>
                    </a:cubicBezTo>
                    <a:cubicBezTo>
                      <a:pt x="206577" y="1031"/>
                      <a:pt x="216096" y="4839"/>
                      <a:pt x="225616" y="5791"/>
                    </a:cubicBezTo>
                    <a:cubicBezTo>
                      <a:pt x="225616" y="5791"/>
                      <a:pt x="224664" y="4839"/>
                      <a:pt x="224664" y="4839"/>
                    </a:cubicBezTo>
                    <a:cubicBezTo>
                      <a:pt x="224664" y="70524"/>
                      <a:pt x="224664" y="136210"/>
                      <a:pt x="223712" y="201896"/>
                    </a:cubicBezTo>
                    <a:cubicBezTo>
                      <a:pt x="223712" y="212368"/>
                      <a:pt x="225616" y="223791"/>
                      <a:pt x="208481" y="222839"/>
                    </a:cubicBezTo>
                    <a:cubicBezTo>
                      <a:pt x="138035" y="220935"/>
                      <a:pt x="68542" y="220935"/>
                      <a:pt x="0" y="219983"/>
                    </a:cubicBezTo>
                    <a:lnTo>
                      <a:pt x="0" y="219983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3" name="Forme libre 132">
                <a:extLst>
                  <a:ext uri="{FF2B5EF4-FFF2-40B4-BE49-F238E27FC236}">
                    <a16:creationId xmlns:a16="http://schemas.microsoft.com/office/drawing/2014/main" id="{3DD2E420-6C95-1741-2988-E4227FDE5EAE}"/>
                  </a:ext>
                </a:extLst>
              </p:cNvPr>
              <p:cNvSpPr/>
              <p:nvPr/>
            </p:nvSpPr>
            <p:spPr>
              <a:xfrm>
                <a:off x="9223013" y="6106890"/>
                <a:ext cx="225616" cy="218000"/>
              </a:xfrm>
              <a:custGeom>
                <a:avLst/>
                <a:gdLst>
                  <a:gd name="connsiteX0" fmla="*/ 0 w 225616"/>
                  <a:gd name="connsiteY0" fmla="*/ 952 h 218000"/>
                  <a:gd name="connsiteX1" fmla="*/ 225616 w 225616"/>
                  <a:gd name="connsiteY1" fmla="*/ 952 h 218000"/>
                  <a:gd name="connsiteX2" fmla="*/ 224664 w 225616"/>
                  <a:gd name="connsiteY2" fmla="*/ 0 h 218000"/>
                  <a:gd name="connsiteX3" fmla="*/ 224664 w 225616"/>
                  <a:gd name="connsiteY3" fmla="*/ 218000 h 218000"/>
                  <a:gd name="connsiteX4" fmla="*/ 952 w 225616"/>
                  <a:gd name="connsiteY4" fmla="*/ 218000 h 218000"/>
                  <a:gd name="connsiteX5" fmla="*/ 0 w 225616"/>
                  <a:gd name="connsiteY5" fmla="*/ 952 h 218000"/>
                  <a:gd name="connsiteX6" fmla="*/ 0 w 225616"/>
                  <a:gd name="connsiteY6" fmla="*/ 952 h 21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616" h="218000">
                    <a:moveTo>
                      <a:pt x="0" y="952"/>
                    </a:moveTo>
                    <a:cubicBezTo>
                      <a:pt x="75206" y="952"/>
                      <a:pt x="150411" y="952"/>
                      <a:pt x="225616" y="952"/>
                    </a:cubicBezTo>
                    <a:cubicBezTo>
                      <a:pt x="225616" y="952"/>
                      <a:pt x="224664" y="0"/>
                      <a:pt x="224664" y="0"/>
                    </a:cubicBezTo>
                    <a:cubicBezTo>
                      <a:pt x="224664" y="72349"/>
                      <a:pt x="224664" y="144699"/>
                      <a:pt x="224664" y="218000"/>
                    </a:cubicBezTo>
                    <a:cubicBezTo>
                      <a:pt x="149459" y="218000"/>
                      <a:pt x="77109" y="218000"/>
                      <a:pt x="952" y="218000"/>
                    </a:cubicBezTo>
                    <a:cubicBezTo>
                      <a:pt x="952" y="145651"/>
                      <a:pt x="952" y="72349"/>
                      <a:pt x="0" y="952"/>
                    </a:cubicBezTo>
                    <a:cubicBezTo>
                      <a:pt x="952" y="0"/>
                      <a:pt x="0" y="952"/>
                      <a:pt x="0" y="9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4" name="Forme libre 133">
                <a:extLst>
                  <a:ext uri="{FF2B5EF4-FFF2-40B4-BE49-F238E27FC236}">
                    <a16:creationId xmlns:a16="http://schemas.microsoft.com/office/drawing/2014/main" id="{7EC167E4-32D4-C1FC-510B-F69798F911FE}"/>
                  </a:ext>
                </a:extLst>
              </p:cNvPr>
              <p:cNvSpPr/>
              <p:nvPr/>
            </p:nvSpPr>
            <p:spPr>
              <a:xfrm>
                <a:off x="9896053" y="2326631"/>
                <a:ext cx="217048" cy="222760"/>
              </a:xfrm>
              <a:custGeom>
                <a:avLst/>
                <a:gdLst>
                  <a:gd name="connsiteX0" fmla="*/ 0 w 217048"/>
                  <a:gd name="connsiteY0" fmla="*/ 0 h 222760"/>
                  <a:gd name="connsiteX1" fmla="*/ 217048 w 217048"/>
                  <a:gd name="connsiteY1" fmla="*/ 0 h 222760"/>
                  <a:gd name="connsiteX2" fmla="*/ 217048 w 217048"/>
                  <a:gd name="connsiteY2" fmla="*/ 161834 h 222760"/>
                  <a:gd name="connsiteX3" fmla="*/ 156122 w 217048"/>
                  <a:gd name="connsiteY3" fmla="*/ 222760 h 222760"/>
                  <a:gd name="connsiteX4" fmla="*/ 0 w 217048"/>
                  <a:gd name="connsiteY4" fmla="*/ 222760 h 222760"/>
                  <a:gd name="connsiteX5" fmla="*/ 0 w 217048"/>
                  <a:gd name="connsiteY5" fmla="*/ 0 h 22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7048" h="222760">
                    <a:moveTo>
                      <a:pt x="0" y="0"/>
                    </a:moveTo>
                    <a:cubicBezTo>
                      <a:pt x="72350" y="0"/>
                      <a:pt x="142795" y="0"/>
                      <a:pt x="217048" y="0"/>
                    </a:cubicBezTo>
                    <a:cubicBezTo>
                      <a:pt x="217048" y="55214"/>
                      <a:pt x="217048" y="108524"/>
                      <a:pt x="217048" y="161834"/>
                    </a:cubicBezTo>
                    <a:cubicBezTo>
                      <a:pt x="217048" y="223712"/>
                      <a:pt x="217048" y="222760"/>
                      <a:pt x="156122" y="222760"/>
                    </a:cubicBezTo>
                    <a:cubicBezTo>
                      <a:pt x="104716" y="222760"/>
                      <a:pt x="53310" y="222760"/>
                      <a:pt x="0" y="222760"/>
                    </a:cubicBezTo>
                    <a:cubicBezTo>
                      <a:pt x="0" y="148507"/>
                      <a:pt x="0" y="7520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5" name="Forme libre 134">
                <a:extLst>
                  <a:ext uri="{FF2B5EF4-FFF2-40B4-BE49-F238E27FC236}">
                    <a16:creationId xmlns:a16="http://schemas.microsoft.com/office/drawing/2014/main" id="{F0C57B3F-DD2A-9A37-2EBF-117FB76412F6}"/>
                  </a:ext>
                </a:extLst>
              </p:cNvPr>
              <p:cNvSpPr/>
              <p:nvPr/>
            </p:nvSpPr>
            <p:spPr>
              <a:xfrm>
                <a:off x="6333795" y="4996817"/>
                <a:ext cx="221808" cy="220935"/>
              </a:xfrm>
              <a:custGeom>
                <a:avLst/>
                <a:gdLst>
                  <a:gd name="connsiteX0" fmla="*/ 221808 w 221808"/>
                  <a:gd name="connsiteY0" fmla="*/ 220935 h 220935"/>
                  <a:gd name="connsiteX1" fmla="*/ 0 w 221808"/>
                  <a:gd name="connsiteY1" fmla="*/ 220935 h 220935"/>
                  <a:gd name="connsiteX2" fmla="*/ 0 w 221808"/>
                  <a:gd name="connsiteY2" fmla="*/ 1031 h 220935"/>
                  <a:gd name="connsiteX3" fmla="*/ 94245 w 221808"/>
                  <a:gd name="connsiteY3" fmla="*/ 1031 h 220935"/>
                  <a:gd name="connsiteX4" fmla="*/ 197057 w 221808"/>
                  <a:gd name="connsiteY4" fmla="*/ 79 h 220935"/>
                  <a:gd name="connsiteX5" fmla="*/ 221808 w 221808"/>
                  <a:gd name="connsiteY5" fmla="*/ 22926 h 220935"/>
                  <a:gd name="connsiteX6" fmla="*/ 221808 w 221808"/>
                  <a:gd name="connsiteY6" fmla="*/ 220935 h 22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1808" h="220935">
                    <a:moveTo>
                      <a:pt x="221808" y="220935"/>
                    </a:moveTo>
                    <a:cubicBezTo>
                      <a:pt x="146603" y="220935"/>
                      <a:pt x="74253" y="220935"/>
                      <a:pt x="0" y="220935"/>
                    </a:cubicBezTo>
                    <a:cubicBezTo>
                      <a:pt x="0" y="148586"/>
                      <a:pt x="0" y="76237"/>
                      <a:pt x="0" y="1031"/>
                    </a:cubicBezTo>
                    <a:cubicBezTo>
                      <a:pt x="32367" y="1031"/>
                      <a:pt x="62830" y="1031"/>
                      <a:pt x="94245" y="1031"/>
                    </a:cubicBezTo>
                    <a:cubicBezTo>
                      <a:pt x="128515" y="1031"/>
                      <a:pt x="162786" y="1031"/>
                      <a:pt x="197057" y="79"/>
                    </a:cubicBezTo>
                    <a:cubicBezTo>
                      <a:pt x="214192" y="-873"/>
                      <a:pt x="221808" y="6743"/>
                      <a:pt x="221808" y="22926"/>
                    </a:cubicBezTo>
                    <a:cubicBezTo>
                      <a:pt x="221808" y="88612"/>
                      <a:pt x="221808" y="154298"/>
                      <a:pt x="221808" y="2209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6" name="Forme libre 135">
                <a:extLst>
                  <a:ext uri="{FF2B5EF4-FFF2-40B4-BE49-F238E27FC236}">
                    <a16:creationId xmlns:a16="http://schemas.microsoft.com/office/drawing/2014/main" id="{EBAB6666-5163-B3CE-0C78-B446BD7C26A1}"/>
                  </a:ext>
                </a:extLst>
              </p:cNvPr>
              <p:cNvSpPr/>
              <p:nvPr/>
            </p:nvSpPr>
            <p:spPr>
              <a:xfrm>
                <a:off x="11003125" y="7664306"/>
                <a:ext cx="219017" cy="222760"/>
              </a:xfrm>
              <a:custGeom>
                <a:avLst/>
                <a:gdLst>
                  <a:gd name="connsiteX0" fmla="*/ 219017 w 219017"/>
                  <a:gd name="connsiteY0" fmla="*/ 222760 h 222760"/>
                  <a:gd name="connsiteX1" fmla="*/ 1017 w 219017"/>
                  <a:gd name="connsiteY1" fmla="*/ 222760 h 222760"/>
                  <a:gd name="connsiteX2" fmla="*/ 1017 w 219017"/>
                  <a:gd name="connsiteY2" fmla="*/ 196105 h 222760"/>
                  <a:gd name="connsiteX3" fmla="*/ 65 w 219017"/>
                  <a:gd name="connsiteY3" fmla="*/ 28559 h 222760"/>
                  <a:gd name="connsiteX4" fmla="*/ 29576 w 219017"/>
                  <a:gd name="connsiteY4" fmla="*/ 0 h 222760"/>
                  <a:gd name="connsiteX5" fmla="*/ 219017 w 219017"/>
                  <a:gd name="connsiteY5" fmla="*/ 0 h 222760"/>
                  <a:gd name="connsiteX6" fmla="*/ 219017 w 219017"/>
                  <a:gd name="connsiteY6" fmla="*/ 222760 h 22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9017" h="222760">
                    <a:moveTo>
                      <a:pt x="219017" y="222760"/>
                    </a:moveTo>
                    <a:cubicBezTo>
                      <a:pt x="147620" y="222760"/>
                      <a:pt x="76222" y="222760"/>
                      <a:pt x="1017" y="222760"/>
                    </a:cubicBezTo>
                    <a:cubicBezTo>
                      <a:pt x="1017" y="213241"/>
                      <a:pt x="1017" y="204673"/>
                      <a:pt x="1017" y="196105"/>
                    </a:cubicBezTo>
                    <a:cubicBezTo>
                      <a:pt x="1017" y="139939"/>
                      <a:pt x="1969" y="84725"/>
                      <a:pt x="65" y="28559"/>
                    </a:cubicBezTo>
                    <a:cubicBezTo>
                      <a:pt x="-887" y="5712"/>
                      <a:pt x="8633" y="0"/>
                      <a:pt x="29576" y="0"/>
                    </a:cubicBezTo>
                    <a:cubicBezTo>
                      <a:pt x="91454" y="952"/>
                      <a:pt x="154283" y="0"/>
                      <a:pt x="219017" y="0"/>
                    </a:cubicBezTo>
                    <a:cubicBezTo>
                      <a:pt x="219017" y="74253"/>
                      <a:pt x="219017" y="147555"/>
                      <a:pt x="219017" y="2227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7" name="Forme libre 136">
                <a:extLst>
                  <a:ext uri="{FF2B5EF4-FFF2-40B4-BE49-F238E27FC236}">
                    <a16:creationId xmlns:a16="http://schemas.microsoft.com/office/drawing/2014/main" id="{97FB6C58-EE95-5EA2-9B2A-E277F2A07334}"/>
                  </a:ext>
                </a:extLst>
              </p:cNvPr>
              <p:cNvSpPr/>
              <p:nvPr/>
            </p:nvSpPr>
            <p:spPr>
              <a:xfrm>
                <a:off x="8777069" y="4549473"/>
                <a:ext cx="226039" cy="221808"/>
              </a:xfrm>
              <a:custGeom>
                <a:avLst/>
                <a:gdLst>
                  <a:gd name="connsiteX0" fmla="*/ 226039 w 226039"/>
                  <a:gd name="connsiteY0" fmla="*/ 1904 h 221808"/>
                  <a:gd name="connsiteX1" fmla="*/ 226039 w 226039"/>
                  <a:gd name="connsiteY1" fmla="*/ 199913 h 221808"/>
                  <a:gd name="connsiteX2" fmla="*/ 205096 w 226039"/>
                  <a:gd name="connsiteY2" fmla="*/ 221808 h 221808"/>
                  <a:gd name="connsiteX3" fmla="*/ 12799 w 226039"/>
                  <a:gd name="connsiteY3" fmla="*/ 220856 h 221808"/>
                  <a:gd name="connsiteX4" fmla="*/ 423 w 226039"/>
                  <a:gd name="connsiteY4" fmla="*/ 204673 h 221808"/>
                  <a:gd name="connsiteX5" fmla="*/ 423 w 226039"/>
                  <a:gd name="connsiteY5" fmla="*/ 29511 h 221808"/>
                  <a:gd name="connsiteX6" fmla="*/ 30886 w 226039"/>
                  <a:gd name="connsiteY6" fmla="*/ 0 h 221808"/>
                  <a:gd name="connsiteX7" fmla="*/ 226039 w 226039"/>
                  <a:gd name="connsiteY7" fmla="*/ 1904 h 221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6039" h="221808">
                    <a:moveTo>
                      <a:pt x="226039" y="1904"/>
                    </a:moveTo>
                    <a:cubicBezTo>
                      <a:pt x="226039" y="70445"/>
                      <a:pt x="226039" y="135179"/>
                      <a:pt x="226039" y="199913"/>
                    </a:cubicBezTo>
                    <a:cubicBezTo>
                      <a:pt x="226039" y="215144"/>
                      <a:pt x="219375" y="221808"/>
                      <a:pt x="205096" y="221808"/>
                    </a:cubicBezTo>
                    <a:cubicBezTo>
                      <a:pt x="141314" y="221808"/>
                      <a:pt x="76580" y="221808"/>
                      <a:pt x="12799" y="220856"/>
                    </a:cubicBezTo>
                    <a:cubicBezTo>
                      <a:pt x="8039" y="220856"/>
                      <a:pt x="423" y="210385"/>
                      <a:pt x="423" y="204673"/>
                    </a:cubicBezTo>
                    <a:cubicBezTo>
                      <a:pt x="-529" y="146603"/>
                      <a:pt x="423" y="88533"/>
                      <a:pt x="423" y="29511"/>
                    </a:cubicBezTo>
                    <a:cubicBezTo>
                      <a:pt x="423" y="8568"/>
                      <a:pt x="8991" y="0"/>
                      <a:pt x="30886" y="0"/>
                    </a:cubicBezTo>
                    <a:cubicBezTo>
                      <a:pt x="94668" y="2856"/>
                      <a:pt x="158450" y="1904"/>
                      <a:pt x="226039" y="19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8" name="Forme libre 137">
                <a:extLst>
                  <a:ext uri="{FF2B5EF4-FFF2-40B4-BE49-F238E27FC236}">
                    <a16:creationId xmlns:a16="http://schemas.microsoft.com/office/drawing/2014/main" id="{BA610689-DEE3-C023-9E67-AE85EA288AEE}"/>
                  </a:ext>
                </a:extLst>
              </p:cNvPr>
              <p:cNvSpPr/>
              <p:nvPr/>
            </p:nvSpPr>
            <p:spPr>
              <a:xfrm>
                <a:off x="11451566" y="5889841"/>
                <a:ext cx="218952" cy="218423"/>
              </a:xfrm>
              <a:custGeom>
                <a:avLst/>
                <a:gdLst>
                  <a:gd name="connsiteX0" fmla="*/ 218952 w 218952"/>
                  <a:gd name="connsiteY0" fmla="*/ 218000 h 218423"/>
                  <a:gd name="connsiteX1" fmla="*/ 0 w 218952"/>
                  <a:gd name="connsiteY1" fmla="*/ 218000 h 218423"/>
                  <a:gd name="connsiteX2" fmla="*/ 0 w 218952"/>
                  <a:gd name="connsiteY2" fmla="*/ 0 h 218423"/>
                  <a:gd name="connsiteX3" fmla="*/ 218000 w 218952"/>
                  <a:gd name="connsiteY3" fmla="*/ 0 h 218423"/>
                  <a:gd name="connsiteX4" fmla="*/ 218952 w 218952"/>
                  <a:gd name="connsiteY4" fmla="*/ 218000 h 218423"/>
                  <a:gd name="connsiteX5" fmla="*/ 218952 w 218952"/>
                  <a:gd name="connsiteY5" fmla="*/ 218000 h 218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952" h="218423">
                    <a:moveTo>
                      <a:pt x="218952" y="218000"/>
                    </a:moveTo>
                    <a:cubicBezTo>
                      <a:pt x="146602" y="218000"/>
                      <a:pt x="74253" y="218000"/>
                      <a:pt x="0" y="218000"/>
                    </a:cubicBezTo>
                    <a:cubicBezTo>
                      <a:pt x="0" y="143747"/>
                      <a:pt x="0" y="73302"/>
                      <a:pt x="0" y="0"/>
                    </a:cubicBezTo>
                    <a:cubicBezTo>
                      <a:pt x="71397" y="0"/>
                      <a:pt x="142795" y="0"/>
                      <a:pt x="218000" y="0"/>
                    </a:cubicBezTo>
                    <a:cubicBezTo>
                      <a:pt x="218000" y="73302"/>
                      <a:pt x="218000" y="145651"/>
                      <a:pt x="218952" y="218000"/>
                    </a:cubicBezTo>
                    <a:cubicBezTo>
                      <a:pt x="218000" y="218952"/>
                      <a:pt x="218952" y="218000"/>
                      <a:pt x="218952" y="218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9" name="Forme libre 138">
                <a:extLst>
                  <a:ext uri="{FF2B5EF4-FFF2-40B4-BE49-F238E27FC236}">
                    <a16:creationId xmlns:a16="http://schemas.microsoft.com/office/drawing/2014/main" id="{73EAA922-46FE-9B62-6AF1-E13A696A9899}"/>
                  </a:ext>
                </a:extLst>
              </p:cNvPr>
              <p:cNvSpPr/>
              <p:nvPr/>
            </p:nvSpPr>
            <p:spPr>
              <a:xfrm>
                <a:off x="8114924" y="6554314"/>
                <a:ext cx="217286" cy="218952"/>
              </a:xfrm>
              <a:custGeom>
                <a:avLst/>
                <a:gdLst>
                  <a:gd name="connsiteX0" fmla="*/ 0 w 217286"/>
                  <a:gd name="connsiteY0" fmla="*/ 0 h 218952"/>
                  <a:gd name="connsiteX1" fmla="*/ 217048 w 217286"/>
                  <a:gd name="connsiteY1" fmla="*/ 0 h 218952"/>
                  <a:gd name="connsiteX2" fmla="*/ 217048 w 217286"/>
                  <a:gd name="connsiteY2" fmla="*/ 50454 h 218952"/>
                  <a:gd name="connsiteX3" fmla="*/ 216096 w 217286"/>
                  <a:gd name="connsiteY3" fmla="*/ 198009 h 218952"/>
                  <a:gd name="connsiteX4" fmla="*/ 203721 w 217286"/>
                  <a:gd name="connsiteY4" fmla="*/ 218000 h 218952"/>
                  <a:gd name="connsiteX5" fmla="*/ 0 w 217286"/>
                  <a:gd name="connsiteY5" fmla="*/ 218952 h 218952"/>
                  <a:gd name="connsiteX6" fmla="*/ 0 w 217286"/>
                  <a:gd name="connsiteY6" fmla="*/ 0 h 218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7286" h="218952">
                    <a:moveTo>
                      <a:pt x="0" y="0"/>
                    </a:moveTo>
                    <a:cubicBezTo>
                      <a:pt x="72350" y="0"/>
                      <a:pt x="142795" y="0"/>
                      <a:pt x="217048" y="0"/>
                    </a:cubicBezTo>
                    <a:cubicBezTo>
                      <a:pt x="217048" y="16183"/>
                      <a:pt x="217048" y="33319"/>
                      <a:pt x="217048" y="50454"/>
                    </a:cubicBezTo>
                    <a:cubicBezTo>
                      <a:pt x="217048" y="99956"/>
                      <a:pt x="218000" y="148507"/>
                      <a:pt x="216096" y="198009"/>
                    </a:cubicBezTo>
                    <a:cubicBezTo>
                      <a:pt x="216096" y="205625"/>
                      <a:pt x="207529" y="218000"/>
                      <a:pt x="203721" y="218000"/>
                    </a:cubicBezTo>
                    <a:cubicBezTo>
                      <a:pt x="136131" y="218952"/>
                      <a:pt x="69494" y="218952"/>
                      <a:pt x="0" y="218952"/>
                    </a:cubicBezTo>
                    <a:cubicBezTo>
                      <a:pt x="0" y="146603"/>
                      <a:pt x="0" y="7520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40" name="Forme libre 139">
                <a:extLst>
                  <a:ext uri="{FF2B5EF4-FFF2-40B4-BE49-F238E27FC236}">
                    <a16:creationId xmlns:a16="http://schemas.microsoft.com/office/drawing/2014/main" id="{360D9E7E-347A-8C92-85BF-F9137BC9D019}"/>
                  </a:ext>
                </a:extLst>
              </p:cNvPr>
              <p:cNvSpPr/>
              <p:nvPr/>
            </p:nvSpPr>
            <p:spPr>
              <a:xfrm>
                <a:off x="10336813" y="6330602"/>
                <a:ext cx="221808" cy="223712"/>
              </a:xfrm>
              <a:custGeom>
                <a:avLst/>
                <a:gdLst>
                  <a:gd name="connsiteX0" fmla="*/ 0 w 221808"/>
                  <a:gd name="connsiteY0" fmla="*/ 0 h 223712"/>
                  <a:gd name="connsiteX1" fmla="*/ 221808 w 221808"/>
                  <a:gd name="connsiteY1" fmla="*/ 0 h 223712"/>
                  <a:gd name="connsiteX2" fmla="*/ 221808 w 221808"/>
                  <a:gd name="connsiteY2" fmla="*/ 80917 h 223712"/>
                  <a:gd name="connsiteX3" fmla="*/ 221808 w 221808"/>
                  <a:gd name="connsiteY3" fmla="*/ 200865 h 223712"/>
                  <a:gd name="connsiteX4" fmla="*/ 205625 w 221808"/>
                  <a:gd name="connsiteY4" fmla="*/ 223712 h 223712"/>
                  <a:gd name="connsiteX5" fmla="*/ 0 w 221808"/>
                  <a:gd name="connsiteY5" fmla="*/ 223712 h 223712"/>
                  <a:gd name="connsiteX6" fmla="*/ 0 w 221808"/>
                  <a:gd name="connsiteY6" fmla="*/ 0 h 223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1808" h="223712">
                    <a:moveTo>
                      <a:pt x="0" y="0"/>
                    </a:moveTo>
                    <a:cubicBezTo>
                      <a:pt x="74254" y="0"/>
                      <a:pt x="146603" y="0"/>
                      <a:pt x="221808" y="0"/>
                    </a:cubicBezTo>
                    <a:cubicBezTo>
                      <a:pt x="221808" y="27607"/>
                      <a:pt x="221808" y="54262"/>
                      <a:pt x="221808" y="80917"/>
                    </a:cubicBezTo>
                    <a:cubicBezTo>
                      <a:pt x="221808" y="120900"/>
                      <a:pt x="221808" y="160882"/>
                      <a:pt x="221808" y="200865"/>
                    </a:cubicBezTo>
                    <a:cubicBezTo>
                      <a:pt x="221808" y="212288"/>
                      <a:pt x="221808" y="223712"/>
                      <a:pt x="205625" y="223712"/>
                    </a:cubicBezTo>
                    <a:cubicBezTo>
                      <a:pt x="137083" y="223712"/>
                      <a:pt x="69494" y="223712"/>
                      <a:pt x="0" y="223712"/>
                    </a:cubicBezTo>
                    <a:cubicBezTo>
                      <a:pt x="0" y="147555"/>
                      <a:pt x="0" y="7330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41" name="Forme libre 140">
                <a:extLst>
                  <a:ext uri="{FF2B5EF4-FFF2-40B4-BE49-F238E27FC236}">
                    <a16:creationId xmlns:a16="http://schemas.microsoft.com/office/drawing/2014/main" id="{F66C2097-EA0F-C5DE-D37C-49E5C67D6710}"/>
                  </a:ext>
                </a:extLst>
              </p:cNvPr>
              <p:cNvSpPr/>
              <p:nvPr/>
            </p:nvSpPr>
            <p:spPr>
              <a:xfrm>
                <a:off x="6776459" y="2770776"/>
                <a:ext cx="670262" cy="670607"/>
              </a:xfrm>
              <a:custGeom>
                <a:avLst/>
                <a:gdLst>
                  <a:gd name="connsiteX0" fmla="*/ 337948 w 670262"/>
                  <a:gd name="connsiteY0" fmla="*/ 423 h 670607"/>
                  <a:gd name="connsiteX1" fmla="*/ 640673 w 670262"/>
                  <a:gd name="connsiteY1" fmla="*/ 423 h 670607"/>
                  <a:gd name="connsiteX2" fmla="*/ 670184 w 670262"/>
                  <a:gd name="connsiteY2" fmla="*/ 29934 h 670607"/>
                  <a:gd name="connsiteX3" fmla="*/ 669232 w 670262"/>
                  <a:gd name="connsiteY3" fmla="*/ 643000 h 670607"/>
                  <a:gd name="connsiteX4" fmla="*/ 639721 w 670262"/>
                  <a:gd name="connsiteY4" fmla="*/ 669655 h 670607"/>
                  <a:gd name="connsiteX5" fmla="*/ 344612 w 670262"/>
                  <a:gd name="connsiteY5" fmla="*/ 670607 h 670607"/>
                  <a:gd name="connsiteX6" fmla="*/ 24751 w 670262"/>
                  <a:gd name="connsiteY6" fmla="*/ 670607 h 670607"/>
                  <a:gd name="connsiteX7" fmla="*/ 0 w 670262"/>
                  <a:gd name="connsiteY7" fmla="*/ 646808 h 670607"/>
                  <a:gd name="connsiteX8" fmla="*/ 952 w 670262"/>
                  <a:gd name="connsiteY8" fmla="*/ 33742 h 670607"/>
                  <a:gd name="connsiteX9" fmla="*/ 36175 w 670262"/>
                  <a:gd name="connsiteY9" fmla="*/ 423 h 670607"/>
                  <a:gd name="connsiteX10" fmla="*/ 337948 w 670262"/>
                  <a:gd name="connsiteY10" fmla="*/ 423 h 670607"/>
                  <a:gd name="connsiteX11" fmla="*/ 337948 w 670262"/>
                  <a:gd name="connsiteY11" fmla="*/ 423 h 670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70262" h="670607">
                    <a:moveTo>
                      <a:pt x="337948" y="423"/>
                    </a:moveTo>
                    <a:cubicBezTo>
                      <a:pt x="438857" y="423"/>
                      <a:pt x="539765" y="1375"/>
                      <a:pt x="640673" y="423"/>
                    </a:cubicBezTo>
                    <a:cubicBezTo>
                      <a:pt x="663521" y="423"/>
                      <a:pt x="671136" y="7087"/>
                      <a:pt x="670184" y="29934"/>
                    </a:cubicBezTo>
                    <a:cubicBezTo>
                      <a:pt x="669232" y="234607"/>
                      <a:pt x="669232" y="438328"/>
                      <a:pt x="669232" y="643000"/>
                    </a:cubicBezTo>
                    <a:cubicBezTo>
                      <a:pt x="669232" y="665848"/>
                      <a:pt x="657809" y="669655"/>
                      <a:pt x="639721" y="669655"/>
                    </a:cubicBezTo>
                    <a:cubicBezTo>
                      <a:pt x="541669" y="669655"/>
                      <a:pt x="442664" y="669655"/>
                      <a:pt x="344612" y="670607"/>
                    </a:cubicBezTo>
                    <a:cubicBezTo>
                      <a:pt x="237992" y="670607"/>
                      <a:pt x="131371" y="670607"/>
                      <a:pt x="24751" y="670607"/>
                    </a:cubicBezTo>
                    <a:cubicBezTo>
                      <a:pt x="7616" y="670607"/>
                      <a:pt x="0" y="666800"/>
                      <a:pt x="0" y="646808"/>
                    </a:cubicBezTo>
                    <a:cubicBezTo>
                      <a:pt x="952" y="442135"/>
                      <a:pt x="0" y="238415"/>
                      <a:pt x="952" y="33742"/>
                    </a:cubicBezTo>
                    <a:cubicBezTo>
                      <a:pt x="952" y="-529"/>
                      <a:pt x="952" y="423"/>
                      <a:pt x="36175" y="423"/>
                    </a:cubicBezTo>
                    <a:cubicBezTo>
                      <a:pt x="136131" y="423"/>
                      <a:pt x="237040" y="-529"/>
                      <a:pt x="337948" y="423"/>
                    </a:cubicBezTo>
                    <a:cubicBezTo>
                      <a:pt x="337948" y="423"/>
                      <a:pt x="337948" y="423"/>
                      <a:pt x="337948" y="4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42" name="Forme libre 141">
                <a:extLst>
                  <a:ext uri="{FF2B5EF4-FFF2-40B4-BE49-F238E27FC236}">
                    <a16:creationId xmlns:a16="http://schemas.microsoft.com/office/drawing/2014/main" id="{9F1469B4-155A-A35E-5EDB-60CEA8F8DECA}"/>
                  </a:ext>
                </a:extLst>
              </p:cNvPr>
              <p:cNvSpPr/>
              <p:nvPr/>
            </p:nvSpPr>
            <p:spPr>
              <a:xfrm>
                <a:off x="10779478" y="2770247"/>
                <a:ext cx="669626" cy="670184"/>
              </a:xfrm>
              <a:custGeom>
                <a:avLst/>
                <a:gdLst>
                  <a:gd name="connsiteX0" fmla="*/ 668281 w 669626"/>
                  <a:gd name="connsiteY0" fmla="*/ 333188 h 670184"/>
                  <a:gd name="connsiteX1" fmla="*/ 669232 w 669626"/>
                  <a:gd name="connsiteY1" fmla="*/ 638769 h 670184"/>
                  <a:gd name="connsiteX2" fmla="*/ 637818 w 669626"/>
                  <a:gd name="connsiteY2" fmla="*/ 670184 h 670184"/>
                  <a:gd name="connsiteX3" fmla="*/ 132324 w 669626"/>
                  <a:gd name="connsiteY3" fmla="*/ 670184 h 670184"/>
                  <a:gd name="connsiteX4" fmla="*/ 19991 w 669626"/>
                  <a:gd name="connsiteY4" fmla="*/ 670184 h 670184"/>
                  <a:gd name="connsiteX5" fmla="*/ 0 w 669626"/>
                  <a:gd name="connsiteY5" fmla="*/ 649241 h 670184"/>
                  <a:gd name="connsiteX6" fmla="*/ 0 w 669626"/>
                  <a:gd name="connsiteY6" fmla="*/ 26655 h 670184"/>
                  <a:gd name="connsiteX7" fmla="*/ 24751 w 669626"/>
                  <a:gd name="connsiteY7" fmla="*/ 0 h 670184"/>
                  <a:gd name="connsiteX8" fmla="*/ 634962 w 669626"/>
                  <a:gd name="connsiteY8" fmla="*/ 952 h 670184"/>
                  <a:gd name="connsiteX9" fmla="*/ 669232 w 669626"/>
                  <a:gd name="connsiteY9" fmla="*/ 35223 h 670184"/>
                  <a:gd name="connsiteX10" fmla="*/ 668281 w 669626"/>
                  <a:gd name="connsiteY10" fmla="*/ 333188 h 670184"/>
                  <a:gd name="connsiteX11" fmla="*/ 668281 w 669626"/>
                  <a:gd name="connsiteY11" fmla="*/ 333188 h 67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9626" h="670184">
                    <a:moveTo>
                      <a:pt x="668281" y="333188"/>
                    </a:moveTo>
                    <a:cubicBezTo>
                      <a:pt x="668281" y="435049"/>
                      <a:pt x="667329" y="536909"/>
                      <a:pt x="669232" y="638769"/>
                    </a:cubicBezTo>
                    <a:cubicBezTo>
                      <a:pt x="669232" y="664473"/>
                      <a:pt x="660665" y="670184"/>
                      <a:pt x="637818" y="670184"/>
                    </a:cubicBezTo>
                    <a:cubicBezTo>
                      <a:pt x="469319" y="670184"/>
                      <a:pt x="300821" y="670184"/>
                      <a:pt x="132324" y="670184"/>
                    </a:cubicBezTo>
                    <a:cubicBezTo>
                      <a:pt x="95197" y="670184"/>
                      <a:pt x="57118" y="670184"/>
                      <a:pt x="19991" y="670184"/>
                    </a:cubicBezTo>
                    <a:cubicBezTo>
                      <a:pt x="4760" y="670184"/>
                      <a:pt x="0" y="664473"/>
                      <a:pt x="0" y="649241"/>
                    </a:cubicBezTo>
                    <a:cubicBezTo>
                      <a:pt x="0" y="441712"/>
                      <a:pt x="952" y="234184"/>
                      <a:pt x="0" y="26655"/>
                    </a:cubicBezTo>
                    <a:cubicBezTo>
                      <a:pt x="0" y="8568"/>
                      <a:pt x="3808" y="0"/>
                      <a:pt x="24751" y="0"/>
                    </a:cubicBezTo>
                    <a:cubicBezTo>
                      <a:pt x="228472" y="952"/>
                      <a:pt x="431241" y="952"/>
                      <a:pt x="634962" y="952"/>
                    </a:cubicBezTo>
                    <a:cubicBezTo>
                      <a:pt x="669232" y="952"/>
                      <a:pt x="669232" y="952"/>
                      <a:pt x="669232" y="35223"/>
                    </a:cubicBezTo>
                    <a:cubicBezTo>
                      <a:pt x="670185" y="134227"/>
                      <a:pt x="669232" y="233232"/>
                      <a:pt x="668281" y="333188"/>
                    </a:cubicBezTo>
                    <a:cubicBezTo>
                      <a:pt x="669232" y="333188"/>
                      <a:pt x="669232" y="333188"/>
                      <a:pt x="668281" y="3331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43" name="Forme libre 142">
                <a:extLst>
                  <a:ext uri="{FF2B5EF4-FFF2-40B4-BE49-F238E27FC236}">
                    <a16:creationId xmlns:a16="http://schemas.microsoft.com/office/drawing/2014/main" id="{A0EF76B3-AE7B-83CA-A9EC-1D6C40C169AB}"/>
                  </a:ext>
                </a:extLst>
              </p:cNvPr>
              <p:cNvSpPr/>
              <p:nvPr/>
            </p:nvSpPr>
            <p:spPr>
              <a:xfrm>
                <a:off x="6776459" y="6773266"/>
                <a:ext cx="670184" cy="671136"/>
              </a:xfrm>
              <a:custGeom>
                <a:avLst/>
                <a:gdLst>
                  <a:gd name="connsiteX0" fmla="*/ 0 w 670184"/>
                  <a:gd name="connsiteY0" fmla="*/ 336996 h 671136"/>
                  <a:gd name="connsiteX1" fmla="*/ 0 w 670184"/>
                  <a:gd name="connsiteY1" fmla="*/ 29511 h 671136"/>
                  <a:gd name="connsiteX2" fmla="*/ 30463 w 670184"/>
                  <a:gd name="connsiteY2" fmla="*/ 0 h 671136"/>
                  <a:gd name="connsiteX3" fmla="*/ 635914 w 670184"/>
                  <a:gd name="connsiteY3" fmla="*/ 952 h 671136"/>
                  <a:gd name="connsiteX4" fmla="*/ 670184 w 670184"/>
                  <a:gd name="connsiteY4" fmla="*/ 35223 h 671136"/>
                  <a:gd name="connsiteX5" fmla="*/ 670184 w 670184"/>
                  <a:gd name="connsiteY5" fmla="*/ 640673 h 671136"/>
                  <a:gd name="connsiteX6" fmla="*/ 640673 w 670184"/>
                  <a:gd name="connsiteY6" fmla="*/ 670184 h 671136"/>
                  <a:gd name="connsiteX7" fmla="*/ 368411 w 670184"/>
                  <a:gd name="connsiteY7" fmla="*/ 670184 h 671136"/>
                  <a:gd name="connsiteX8" fmla="*/ 25703 w 670184"/>
                  <a:gd name="connsiteY8" fmla="*/ 671136 h 671136"/>
                  <a:gd name="connsiteX9" fmla="*/ 952 w 670184"/>
                  <a:gd name="connsiteY9" fmla="*/ 645433 h 671136"/>
                  <a:gd name="connsiteX10" fmla="*/ 0 w 670184"/>
                  <a:gd name="connsiteY10" fmla="*/ 336996 h 671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70184" h="671136">
                    <a:moveTo>
                      <a:pt x="0" y="336996"/>
                    </a:moveTo>
                    <a:cubicBezTo>
                      <a:pt x="0" y="234184"/>
                      <a:pt x="952" y="132323"/>
                      <a:pt x="0" y="29511"/>
                    </a:cubicBezTo>
                    <a:cubicBezTo>
                      <a:pt x="0" y="6664"/>
                      <a:pt x="6664" y="0"/>
                      <a:pt x="30463" y="0"/>
                    </a:cubicBezTo>
                    <a:cubicBezTo>
                      <a:pt x="232280" y="952"/>
                      <a:pt x="434097" y="952"/>
                      <a:pt x="635914" y="952"/>
                    </a:cubicBezTo>
                    <a:cubicBezTo>
                      <a:pt x="670184" y="952"/>
                      <a:pt x="670184" y="952"/>
                      <a:pt x="670184" y="35223"/>
                    </a:cubicBezTo>
                    <a:cubicBezTo>
                      <a:pt x="670184" y="237040"/>
                      <a:pt x="669232" y="438856"/>
                      <a:pt x="670184" y="640673"/>
                    </a:cubicBezTo>
                    <a:cubicBezTo>
                      <a:pt x="670184" y="663521"/>
                      <a:pt x="661617" y="670184"/>
                      <a:pt x="640673" y="670184"/>
                    </a:cubicBezTo>
                    <a:cubicBezTo>
                      <a:pt x="550237" y="670184"/>
                      <a:pt x="458848" y="670184"/>
                      <a:pt x="368411" y="670184"/>
                    </a:cubicBezTo>
                    <a:cubicBezTo>
                      <a:pt x="254175" y="670184"/>
                      <a:pt x="139939" y="670184"/>
                      <a:pt x="25703" y="671136"/>
                    </a:cubicBezTo>
                    <a:cubicBezTo>
                      <a:pt x="5712" y="671136"/>
                      <a:pt x="0" y="665424"/>
                      <a:pt x="952" y="645433"/>
                    </a:cubicBezTo>
                    <a:cubicBezTo>
                      <a:pt x="952" y="541669"/>
                      <a:pt x="0" y="439809"/>
                      <a:pt x="0" y="3369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</p:grpSp>
        <p:sp>
          <p:nvSpPr>
            <p:cNvPr id="2" name="TextBox 7">
              <a:extLst>
                <a:ext uri="{FF2B5EF4-FFF2-40B4-BE49-F238E27FC236}">
                  <a16:creationId xmlns:a16="http://schemas.microsoft.com/office/drawing/2014/main" id="{06A6252D-FEDD-009A-69FE-1E64596A9CB6}"/>
                </a:ext>
              </a:extLst>
            </p:cNvPr>
            <p:cNvSpPr txBox="1"/>
            <p:nvPr/>
          </p:nvSpPr>
          <p:spPr>
            <a:xfrm>
              <a:off x="6505856" y="8241380"/>
              <a:ext cx="2985247" cy="70985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/>
              <a:r>
                <a:rPr lang="en-US" sz="2400" spc="150" noProof="0" dirty="0">
                  <a:solidFill>
                    <a:srgbClr val="FFFFFF"/>
                  </a:solidFill>
                  <a:latin typeface="Calibri" panose="020F0502020204030204" pitchFamily="34" charset="0"/>
                </a:rPr>
                <a:t>alten.com</a:t>
              </a:r>
              <a:endParaRPr lang="en-US" sz="2400" b="1" spc="150" noProof="0" dirty="0">
                <a:solidFill>
                  <a:srgbClr val="FBEE35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39597627-B137-E200-6578-6896144D4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59643" y="9057802"/>
              <a:ext cx="2817921" cy="441485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DE94E2D-DC67-9818-223D-2DF457DB654E}"/>
              </a:ext>
            </a:extLst>
          </p:cNvPr>
          <p:cNvSpPr/>
          <p:nvPr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pic>
        <p:nvPicPr>
          <p:cNvPr id="7" name="Image 6" descr="Une image contenant texte, Graphique, graphisme, affiche&#10;&#10;Le contenu généré par l’IA peut être incorrect.">
            <a:extLst>
              <a:ext uri="{FF2B5EF4-FFF2-40B4-BE49-F238E27FC236}">
                <a16:creationId xmlns:a16="http://schemas.microsoft.com/office/drawing/2014/main" id="{A90F1F55-511B-5FCC-D9FE-54209CEDE03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0127" y="825754"/>
            <a:ext cx="944503" cy="133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849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-ALTEN-2025">
  <a:themeElements>
    <a:clrScheme name="ALTEN Group">
      <a:dk1>
        <a:srgbClr val="063C67"/>
      </a:dk1>
      <a:lt1>
        <a:srgbClr val="FFFFFF"/>
      </a:lt1>
      <a:dk2>
        <a:srgbClr val="858591"/>
      </a:dk2>
      <a:lt2>
        <a:srgbClr val="FFFFFF"/>
      </a:lt2>
      <a:accent1>
        <a:srgbClr val="FFDA65"/>
      </a:accent1>
      <a:accent2>
        <a:srgbClr val="C0C0C8"/>
      </a:accent2>
      <a:accent3>
        <a:srgbClr val="063C67"/>
      </a:accent3>
      <a:accent4>
        <a:srgbClr val="1D93C9"/>
      </a:accent4>
      <a:accent5>
        <a:srgbClr val="7ECBEE"/>
      </a:accent5>
      <a:accent6>
        <a:srgbClr val="176F98"/>
      </a:accent6>
      <a:hlink>
        <a:srgbClr val="2980B6"/>
      </a:hlink>
      <a:folHlink>
        <a:srgbClr val="2980B6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ésentation5" id="{3A80E093-18A0-3E4E-945C-7289697E24CF}" vid="{D270363E-1668-9148-A964-96ED012742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uleurs Lincoln">
    <a:dk1>
      <a:sysClr val="windowText" lastClr="000000"/>
    </a:dk1>
    <a:lt1>
      <a:sysClr val="window" lastClr="FFFFFF"/>
    </a:lt1>
    <a:dk2>
      <a:srgbClr val="000000"/>
    </a:dk2>
    <a:lt2>
      <a:srgbClr val="44546A"/>
    </a:lt2>
    <a:accent1>
      <a:srgbClr val="44546A"/>
    </a:accent1>
    <a:accent2>
      <a:srgbClr val="EE9220"/>
    </a:accent2>
    <a:accent3>
      <a:srgbClr val="8CB7FC"/>
    </a:accent3>
    <a:accent4>
      <a:srgbClr val="C0C0C8"/>
    </a:accent4>
    <a:accent5>
      <a:srgbClr val="1A2B3B"/>
    </a:accent5>
    <a:accent6>
      <a:srgbClr val="EE9220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063BA3C2604944B5E8912AC0ADC7BC" ma:contentTypeVersion="22" ma:contentTypeDescription="Crée un document." ma:contentTypeScope="" ma:versionID="b9c2d83bfcb90f0a51f59f2f78a8d2fe">
  <xsd:schema xmlns:xsd="http://www.w3.org/2001/XMLSchema" xmlns:xs="http://www.w3.org/2001/XMLSchema" xmlns:p="http://schemas.microsoft.com/office/2006/metadata/properties" xmlns:ns2="84f86851-9b97-434e-ba48-f349ea2c51a7" xmlns:ns3="9a16cde6-8788-44be-9919-f39432e71d93" targetNamespace="http://schemas.microsoft.com/office/2006/metadata/properties" ma:root="true" ma:fieldsID="c1342d4fd5289f378c4c1055597589fb" ns2:_="" ns3:_="">
    <xsd:import namespace="84f86851-9b97-434e-ba48-f349ea2c51a7"/>
    <xsd:import namespace="9a16cde6-8788-44be-9919-f39432e71d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Pays" minOccurs="0"/>
                <xsd:element ref="ns2:MediaLengthInSeconds" minOccurs="0"/>
                <xsd:element ref="ns2:MediaServiceDateTaken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86851-9b97-434e-ba48-f349ea2c51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38717ee0-2267-4aad-bdb1-d697e710bb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Pays" ma:index="17" nillable="true" ma:displayName="Pays" ma:format="Dropdown" ma:internalName="Pays">
      <xsd:simpleType>
        <xsd:restriction base="dms:Choice">
          <xsd:enumeration value="World"/>
          <xsd:enumeration value="France"/>
          <xsd:enumeration value="Mexico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16cde6-8788-44be-9919-f39432e71d9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53ce5e6-812b-4603-87c1-52c5388d9f58}" ma:internalName="TaxCatchAll" ma:showField="CatchAllData" ma:web="9a16cde6-8788-44be-9919-f39432e71d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a16cde6-8788-44be-9919-f39432e71d93" xsi:nil="true"/>
    <lcf76f155ced4ddcb4097134ff3c332f xmlns="84f86851-9b97-434e-ba48-f349ea2c51a7">
      <Terms xmlns="http://schemas.microsoft.com/office/infopath/2007/PartnerControls"/>
    </lcf76f155ced4ddcb4097134ff3c332f>
    <Pays xmlns="84f86851-9b97-434e-ba48-f349ea2c51a7" xsi:nil="true"/>
  </documentManagement>
</p:properties>
</file>

<file path=customXml/itemProps1.xml><?xml version="1.0" encoding="utf-8"?>
<ds:datastoreItem xmlns:ds="http://schemas.openxmlformats.org/officeDocument/2006/customXml" ds:itemID="{D29A2162-6C17-4659-999E-AA06E007BD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A3AC3A-C79A-4648-9CA9-98C0B1BD0065}"/>
</file>

<file path=customXml/itemProps3.xml><?xml version="1.0" encoding="utf-8"?>
<ds:datastoreItem xmlns:ds="http://schemas.openxmlformats.org/officeDocument/2006/customXml" ds:itemID="{FAD23B24-DECD-49D1-8988-676965A825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f4725b04-a012-4117-8301-041470c72051"/>
    <ds:schemaRef ds:uri="http://purl.org/dc/terms/"/>
    <ds:schemaRef ds:uri="http://purl.org/dc/dcmitype/"/>
    <ds:schemaRef ds:uri="http://schemas.microsoft.com/office/infopath/2007/PartnerControls"/>
    <ds:schemaRef ds:uri="7e0ff1d0-191c-4af5-a689-dfc1942f2562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5b0e46e-af26-40f8-bc06-c0e471e18c78}" enabled="1" method="Privileged" siteId="{9bc3d1cd-55ca-4e13-b5a2-a9e9deaeba3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Theme-ALTEN-2025</Template>
  <TotalTime>4</TotalTime>
  <Words>4615</Words>
  <Application>Microsoft Macintosh PowerPoint</Application>
  <PresentationFormat>Affichage à l'écran (16:9)</PresentationFormat>
  <Paragraphs>714</Paragraphs>
  <Slides>47</Slides>
  <Notes>23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47</vt:i4>
      </vt:variant>
    </vt:vector>
  </HeadingPairs>
  <TitlesOfParts>
    <vt:vector size="56" baseType="lpstr">
      <vt:lpstr>ＭＳ Ｐゴシック</vt:lpstr>
      <vt:lpstr>Arial</vt:lpstr>
      <vt:lpstr>Arial Black</vt:lpstr>
      <vt:lpstr>Calibri</vt:lpstr>
      <vt:lpstr>Open Sans bold</vt:lpstr>
      <vt:lpstr>Wingdings</vt:lpstr>
      <vt:lpstr>Theme-ALTEN-2025</vt:lpstr>
      <vt:lpstr>Diapositive think-cell</vt:lpstr>
      <vt:lpstr>think-cell Slide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Annabelle STRAFORINI</dc:creator>
  <cp:lastModifiedBy>Annabelle STRAFORINI</cp:lastModifiedBy>
  <cp:revision>5</cp:revision>
  <cp:lastPrinted>2022-01-12T08:06:34Z</cp:lastPrinted>
  <dcterms:created xsi:type="dcterms:W3CDTF">2025-09-29T09:42:25Z</dcterms:created>
  <dcterms:modified xsi:type="dcterms:W3CDTF">2026-04-13T15:49:34Z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0x010100D0063BA3C2604944B5E8912AC0ADC7BC</vt:lpwstr>
  </property>
  <property fmtid="{D5CDD505-2E9C-101B-9397-08002B2CF9AE}" pid="3" name="MediaServiceImageTags">
    <vt:lpwstr/>
  </property>
</Properties>
</file>