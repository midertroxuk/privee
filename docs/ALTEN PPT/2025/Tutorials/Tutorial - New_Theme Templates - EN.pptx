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817" r:id="rId4"/>
    <p:sldMasterId id="2147484870" r:id="rId5"/>
  </p:sldMasterIdLst>
  <p:notesMasterIdLst>
    <p:notesMasterId r:id="rId15"/>
  </p:notesMasterIdLst>
  <p:handoutMasterIdLst>
    <p:handoutMasterId r:id="rId16"/>
  </p:handoutMasterIdLst>
  <p:sldIdLst>
    <p:sldId id="2147377438" r:id="rId6"/>
    <p:sldId id="2147377533" r:id="rId7"/>
    <p:sldId id="2147377538" r:id="rId8"/>
    <p:sldId id="2147377526" r:id="rId9"/>
    <p:sldId id="2147377522" r:id="rId10"/>
    <p:sldId id="1188" r:id="rId11"/>
    <p:sldId id="2147377537" r:id="rId12"/>
    <p:sldId id="2147377528" r:id="rId13"/>
    <p:sldId id="2147377529" r:id="rId14"/>
  </p:sldIdLst>
  <p:sldSz cx="9144000" cy="5143500" type="screen16x9"/>
  <p:notesSz cx="6805613" cy="9944100"/>
  <p:defaultTextStyle>
    <a:defPPr>
      <a:defRPr lang="uk-UA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utorial" id="{51A561FB-B89C-534F-80CA-D47BC2C1A1C4}">
          <p14:sldIdLst>
            <p14:sldId id="2147377438"/>
            <p14:sldId id="2147377533"/>
            <p14:sldId id="2147377538"/>
            <p14:sldId id="2147377526"/>
          </p14:sldIdLst>
        </p14:section>
        <p14:section name="Examples" id="{CF6CDC13-5FD1-1346-8918-7763E69F6F7C}">
          <p14:sldIdLst>
            <p14:sldId id="2147377522"/>
            <p14:sldId id="1188"/>
            <p14:sldId id="2147377537"/>
            <p14:sldId id="2147377528"/>
            <p14:sldId id="21473775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47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59" userDrawn="1">
          <p15:clr>
            <a:srgbClr val="A4A3A4"/>
          </p15:clr>
        </p15:guide>
        <p15:guide id="4" pos="56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phane OUGIER" initials="SO" lastIdx="1" clrIdx="0">
    <p:extLst>
      <p:ext uri="{19B8F6BF-5375-455C-9EA6-DF929625EA0E}">
        <p15:presenceInfo xmlns:p15="http://schemas.microsoft.com/office/powerpoint/2012/main" userId="S::stephane.ougier@alten.com::c98dead0-182a-4e71-9de5-290183facd9e" providerId="AD"/>
      </p:ext>
    </p:extLst>
  </p:cmAuthor>
  <p:cmAuthor id="2" name="Annabelle STRAFORINI" initials="AS" lastIdx="1" clrIdx="1">
    <p:extLst>
      <p:ext uri="{19B8F6BF-5375-455C-9EA6-DF929625EA0E}">
        <p15:presenceInfo xmlns:p15="http://schemas.microsoft.com/office/powerpoint/2012/main" userId="S::annabelle.straforini@alten.com::2bbe7eae-7886-4563-b413-dd641a0ffba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FF2"/>
    <a:srgbClr val="10618F"/>
    <a:srgbClr val="0F5D8D"/>
    <a:srgbClr val="1575A1"/>
    <a:srgbClr val="24E7AB"/>
    <a:srgbClr val="00B6AB"/>
    <a:srgbClr val="00C8AB"/>
    <a:srgbClr val="00E0AB"/>
    <a:srgbClr val="B0F078"/>
    <a:srgbClr val="89E8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97"/>
    <p:restoredTop sz="95753"/>
  </p:normalViewPr>
  <p:slideViewPr>
    <p:cSldViewPr snapToGrid="0">
      <p:cViewPr varScale="1">
        <p:scale>
          <a:sx n="171" d="100"/>
          <a:sy n="171" d="100"/>
        </p:scale>
        <p:origin x="1016" y="168"/>
      </p:cViewPr>
      <p:guideLst>
        <p:guide orient="horz" pos="1847"/>
        <p:guide pos="2880"/>
        <p:guide pos="159"/>
        <p:guide pos="560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564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belle STRAFORINI" userId="2bbe7eae-7886-4563-b413-dd641a0ffba3" providerId="ADAL" clId="{57256136-27D6-2245-BD05-439BC6F19FFD}"/>
    <pc:docChg chg="custSel modSld modMainMaster">
      <pc:chgData name="Annabelle STRAFORINI" userId="2bbe7eae-7886-4563-b413-dd641a0ffba3" providerId="ADAL" clId="{57256136-27D6-2245-BD05-439BC6F19FFD}" dt="2025-04-23T08:35:08.268" v="12" actId="700"/>
      <pc:docMkLst>
        <pc:docMk/>
      </pc:docMkLst>
      <pc:sldChg chg="addSp delSp modSp mod modClrScheme chgLayout">
        <pc:chgData name="Annabelle STRAFORINI" userId="2bbe7eae-7886-4563-b413-dd641a0ffba3" providerId="ADAL" clId="{57256136-27D6-2245-BD05-439BC6F19FFD}" dt="2025-04-23T08:34:53.860" v="11" actId="700"/>
        <pc:sldMkLst>
          <pc:docMk/>
          <pc:sldMk cId="2942834870" sldId="2147377529"/>
        </pc:sldMkLst>
        <pc:spChg chg="add mod ord">
          <ac:chgData name="Annabelle STRAFORINI" userId="2bbe7eae-7886-4563-b413-dd641a0ffba3" providerId="ADAL" clId="{57256136-27D6-2245-BD05-439BC6F19FFD}" dt="2025-04-23T08:34:53.860" v="11" actId="700"/>
          <ac:spMkLst>
            <pc:docMk/>
            <pc:sldMk cId="2942834870" sldId="2147377529"/>
            <ac:spMk id="2" creationId="{A7863708-BFD9-6BDD-29F7-1A6226C944D4}"/>
          </ac:spMkLst>
        </pc:spChg>
        <pc:spChg chg="add mod ord">
          <ac:chgData name="Annabelle STRAFORINI" userId="2bbe7eae-7886-4563-b413-dd641a0ffba3" providerId="ADAL" clId="{57256136-27D6-2245-BD05-439BC6F19FFD}" dt="2025-04-23T08:34:53.860" v="11" actId="700"/>
          <ac:spMkLst>
            <pc:docMk/>
            <pc:sldMk cId="2942834870" sldId="2147377529"/>
            <ac:spMk id="4" creationId="{BB100EE3-A59B-A7BF-026D-D80BE4C9DD79}"/>
          </ac:spMkLst>
        </pc:spChg>
        <pc:spChg chg="del mod ord">
          <ac:chgData name="Annabelle STRAFORINI" userId="2bbe7eae-7886-4563-b413-dd641a0ffba3" providerId="ADAL" clId="{57256136-27D6-2245-BD05-439BC6F19FFD}" dt="2025-04-23T08:34:53.860" v="11" actId="700"/>
          <ac:spMkLst>
            <pc:docMk/>
            <pc:sldMk cId="2942834870" sldId="2147377529"/>
            <ac:spMk id="5" creationId="{F82B3C6C-3D1C-B539-39E5-9D09CD099F44}"/>
          </ac:spMkLst>
        </pc:spChg>
        <pc:spChg chg="del mod ord">
          <ac:chgData name="Annabelle STRAFORINI" userId="2bbe7eae-7886-4563-b413-dd641a0ffba3" providerId="ADAL" clId="{57256136-27D6-2245-BD05-439BC6F19FFD}" dt="2025-04-23T08:34:53.860" v="11" actId="700"/>
          <ac:spMkLst>
            <pc:docMk/>
            <pc:sldMk cId="2942834870" sldId="2147377529"/>
            <ac:spMk id="6" creationId="{A23B4110-F361-B011-5394-37F4D679945E}"/>
          </ac:spMkLst>
        </pc:spChg>
      </pc:sldChg>
      <pc:sldChg chg="modSp mod modClrScheme chgLayout">
        <pc:chgData name="Annabelle STRAFORINI" userId="2bbe7eae-7886-4563-b413-dd641a0ffba3" providerId="ADAL" clId="{57256136-27D6-2245-BD05-439BC6F19FFD}" dt="2025-04-23T08:35:08.268" v="12" actId="700"/>
        <pc:sldMkLst>
          <pc:docMk/>
          <pc:sldMk cId="660945059" sldId="2147377537"/>
        </pc:sldMkLst>
        <pc:spChg chg="mod ord">
          <ac:chgData name="Annabelle STRAFORINI" userId="2bbe7eae-7886-4563-b413-dd641a0ffba3" providerId="ADAL" clId="{57256136-27D6-2245-BD05-439BC6F19FFD}" dt="2025-04-23T08:35:08.268" v="12" actId="700"/>
          <ac:spMkLst>
            <pc:docMk/>
            <pc:sldMk cId="660945059" sldId="2147377537"/>
            <ac:spMk id="2" creationId="{15DD8F76-D1F8-F345-86DA-21A3356BD3E5}"/>
          </ac:spMkLst>
        </pc:spChg>
        <pc:spChg chg="mod ord">
          <ac:chgData name="Annabelle STRAFORINI" userId="2bbe7eae-7886-4563-b413-dd641a0ffba3" providerId="ADAL" clId="{57256136-27D6-2245-BD05-439BC6F19FFD}" dt="2025-04-23T08:35:08.268" v="12" actId="700"/>
          <ac:spMkLst>
            <pc:docMk/>
            <pc:sldMk cId="660945059" sldId="2147377537"/>
            <ac:spMk id="3" creationId="{048949B8-10D3-5088-25F4-3CDC90C8974D}"/>
          </ac:spMkLst>
        </pc:spChg>
      </pc:sldChg>
      <pc:sldMasterChg chg="modSldLayout">
        <pc:chgData name="Annabelle STRAFORINI" userId="2bbe7eae-7886-4563-b413-dd641a0ffba3" providerId="ADAL" clId="{57256136-27D6-2245-BD05-439BC6F19FFD}" dt="2025-04-23T08:34:28.856" v="10" actId="20577"/>
        <pc:sldMasterMkLst>
          <pc:docMk/>
          <pc:sldMasterMk cId="2118218503" sldId="2147484817"/>
        </pc:sldMasterMkLst>
        <pc:sldLayoutChg chg="modSp mod">
          <pc:chgData name="Annabelle STRAFORINI" userId="2bbe7eae-7886-4563-b413-dd641a0ffba3" providerId="ADAL" clId="{57256136-27D6-2245-BD05-439BC6F19FFD}" dt="2025-04-23T08:34:10.314" v="2" actId="20577"/>
          <pc:sldLayoutMkLst>
            <pc:docMk/>
            <pc:sldMasterMk cId="2118218503" sldId="2147484817"/>
            <pc:sldLayoutMk cId="839694586" sldId="2147484829"/>
          </pc:sldLayoutMkLst>
          <pc:spChg chg="mod">
            <ac:chgData name="Annabelle STRAFORINI" userId="2bbe7eae-7886-4563-b413-dd641a0ffba3" providerId="ADAL" clId="{57256136-27D6-2245-BD05-439BC6F19FFD}" dt="2025-04-23T08:34:10.314" v="2" actId="20577"/>
            <ac:spMkLst>
              <pc:docMk/>
              <pc:sldMasterMk cId="2118218503" sldId="2147484817"/>
              <pc:sldLayoutMk cId="839694586" sldId="2147484829"/>
              <ac:spMk id="3" creationId="{CECF1818-FB2D-D8DF-4BB8-8D671B1F2374}"/>
            </ac:spMkLst>
          </pc:spChg>
        </pc:sldLayoutChg>
        <pc:sldLayoutChg chg="modSp mod">
          <pc:chgData name="Annabelle STRAFORINI" userId="2bbe7eae-7886-4563-b413-dd641a0ffba3" providerId="ADAL" clId="{57256136-27D6-2245-BD05-439BC6F19FFD}" dt="2025-04-23T08:34:12.323" v="3" actId="20577"/>
          <pc:sldLayoutMkLst>
            <pc:docMk/>
            <pc:sldMasterMk cId="2118218503" sldId="2147484817"/>
            <pc:sldLayoutMk cId="3910440492" sldId="2147484830"/>
          </pc:sldLayoutMkLst>
          <pc:spChg chg="mod">
            <ac:chgData name="Annabelle STRAFORINI" userId="2bbe7eae-7886-4563-b413-dd641a0ffba3" providerId="ADAL" clId="{57256136-27D6-2245-BD05-439BC6F19FFD}" dt="2025-04-23T08:34:12.323" v="3" actId="20577"/>
            <ac:spMkLst>
              <pc:docMk/>
              <pc:sldMasterMk cId="2118218503" sldId="2147484817"/>
              <pc:sldLayoutMk cId="3910440492" sldId="2147484830"/>
              <ac:spMk id="3" creationId="{BA4A26D9-FCB7-E0F1-80B6-4E0042DF6119}"/>
            </ac:spMkLst>
          </pc:spChg>
        </pc:sldLayoutChg>
        <pc:sldLayoutChg chg="modSp mod">
          <pc:chgData name="Annabelle STRAFORINI" userId="2bbe7eae-7886-4563-b413-dd641a0ffba3" providerId="ADAL" clId="{57256136-27D6-2245-BD05-439BC6F19FFD}" dt="2025-04-23T08:34:08.267" v="1" actId="20577"/>
          <pc:sldLayoutMkLst>
            <pc:docMk/>
            <pc:sldMasterMk cId="2118218503" sldId="2147484817"/>
            <pc:sldLayoutMk cId="1611895088" sldId="2147484836"/>
          </pc:sldLayoutMkLst>
          <pc:spChg chg="mod">
            <ac:chgData name="Annabelle STRAFORINI" userId="2bbe7eae-7886-4563-b413-dd641a0ffba3" providerId="ADAL" clId="{57256136-27D6-2245-BD05-439BC6F19FFD}" dt="2025-04-23T08:34:08.267" v="1" actId="20577"/>
            <ac:spMkLst>
              <pc:docMk/>
              <pc:sldMasterMk cId="2118218503" sldId="2147484817"/>
              <pc:sldLayoutMk cId="1611895088" sldId="2147484836"/>
              <ac:spMk id="3" creationId="{CECF1818-FB2D-D8DF-4BB8-8D671B1F2374}"/>
            </ac:spMkLst>
          </pc:spChg>
        </pc:sldLayoutChg>
        <pc:sldLayoutChg chg="modSp mod">
          <pc:chgData name="Annabelle STRAFORINI" userId="2bbe7eae-7886-4563-b413-dd641a0ffba3" providerId="ADAL" clId="{57256136-27D6-2245-BD05-439BC6F19FFD}" dt="2025-04-23T08:34:05.001" v="0" actId="20577"/>
          <pc:sldLayoutMkLst>
            <pc:docMk/>
            <pc:sldMasterMk cId="2118218503" sldId="2147484817"/>
            <pc:sldLayoutMk cId="2897486269" sldId="2147484840"/>
          </pc:sldLayoutMkLst>
          <pc:spChg chg="mod">
            <ac:chgData name="Annabelle STRAFORINI" userId="2bbe7eae-7886-4563-b413-dd641a0ffba3" providerId="ADAL" clId="{57256136-27D6-2245-BD05-439BC6F19FFD}" dt="2025-04-23T08:34:05.001" v="0" actId="20577"/>
            <ac:spMkLst>
              <pc:docMk/>
              <pc:sldMasterMk cId="2118218503" sldId="2147484817"/>
              <pc:sldLayoutMk cId="2897486269" sldId="2147484840"/>
              <ac:spMk id="3" creationId="{CECF1818-FB2D-D8DF-4BB8-8D671B1F2374}"/>
            </ac:spMkLst>
          </pc:spChg>
        </pc:sldLayoutChg>
        <pc:sldLayoutChg chg="modSp mod">
          <pc:chgData name="Annabelle STRAFORINI" userId="2bbe7eae-7886-4563-b413-dd641a0ffba3" providerId="ADAL" clId="{57256136-27D6-2245-BD05-439BC6F19FFD}" dt="2025-04-23T08:34:28.856" v="10" actId="20577"/>
          <pc:sldLayoutMkLst>
            <pc:docMk/>
            <pc:sldMasterMk cId="2118218503" sldId="2147484817"/>
            <pc:sldLayoutMk cId="2317448182" sldId="2147484841"/>
          </pc:sldLayoutMkLst>
          <pc:spChg chg="mod">
            <ac:chgData name="Annabelle STRAFORINI" userId="2bbe7eae-7886-4563-b413-dd641a0ffba3" providerId="ADAL" clId="{57256136-27D6-2245-BD05-439BC6F19FFD}" dt="2025-04-23T08:34:28.856" v="10" actId="20577"/>
            <ac:spMkLst>
              <pc:docMk/>
              <pc:sldMasterMk cId="2118218503" sldId="2147484817"/>
              <pc:sldLayoutMk cId="2317448182" sldId="2147484841"/>
              <ac:spMk id="14" creationId="{4B9FA953-4600-2D1E-E98C-0845AE54B93B}"/>
            </ac:spMkLst>
          </pc:spChg>
        </pc:sldLayoutChg>
        <pc:sldLayoutChg chg="modSp mod">
          <pc:chgData name="Annabelle STRAFORINI" userId="2bbe7eae-7886-4563-b413-dd641a0ffba3" providerId="ADAL" clId="{57256136-27D6-2245-BD05-439BC6F19FFD}" dt="2025-04-23T08:34:16.862" v="5" actId="20577"/>
          <pc:sldLayoutMkLst>
            <pc:docMk/>
            <pc:sldMasterMk cId="2118218503" sldId="2147484817"/>
            <pc:sldLayoutMk cId="1326375724" sldId="2147484855"/>
          </pc:sldLayoutMkLst>
          <pc:spChg chg="mod">
            <ac:chgData name="Annabelle STRAFORINI" userId="2bbe7eae-7886-4563-b413-dd641a0ffba3" providerId="ADAL" clId="{57256136-27D6-2245-BD05-439BC6F19FFD}" dt="2025-04-23T08:34:16.862" v="5" actId="20577"/>
            <ac:spMkLst>
              <pc:docMk/>
              <pc:sldMasterMk cId="2118218503" sldId="2147484817"/>
              <pc:sldLayoutMk cId="1326375724" sldId="2147484855"/>
              <ac:spMk id="3" creationId="{CECF1818-FB2D-D8DF-4BB8-8D671B1F2374}"/>
            </ac:spMkLst>
          </pc:spChg>
        </pc:sldLayoutChg>
        <pc:sldLayoutChg chg="modSp mod">
          <pc:chgData name="Annabelle STRAFORINI" userId="2bbe7eae-7886-4563-b413-dd641a0ffba3" providerId="ADAL" clId="{57256136-27D6-2245-BD05-439BC6F19FFD}" dt="2025-04-23T08:34:25.527" v="9" actId="20577"/>
          <pc:sldLayoutMkLst>
            <pc:docMk/>
            <pc:sldMasterMk cId="2118218503" sldId="2147484817"/>
            <pc:sldLayoutMk cId="158933275" sldId="2147484856"/>
          </pc:sldLayoutMkLst>
          <pc:spChg chg="mod">
            <ac:chgData name="Annabelle STRAFORINI" userId="2bbe7eae-7886-4563-b413-dd641a0ffba3" providerId="ADAL" clId="{57256136-27D6-2245-BD05-439BC6F19FFD}" dt="2025-04-23T08:34:25.527" v="9" actId="20577"/>
            <ac:spMkLst>
              <pc:docMk/>
              <pc:sldMasterMk cId="2118218503" sldId="2147484817"/>
              <pc:sldLayoutMk cId="158933275" sldId="2147484856"/>
              <ac:spMk id="3" creationId="{CECF1818-FB2D-D8DF-4BB8-8D671B1F2374}"/>
            </ac:spMkLst>
          </pc:spChg>
        </pc:sldLayoutChg>
        <pc:sldLayoutChg chg="modSp mod">
          <pc:chgData name="Annabelle STRAFORINI" userId="2bbe7eae-7886-4563-b413-dd641a0ffba3" providerId="ADAL" clId="{57256136-27D6-2245-BD05-439BC6F19FFD}" dt="2025-04-23T08:34:18.821" v="6" actId="20577"/>
          <pc:sldLayoutMkLst>
            <pc:docMk/>
            <pc:sldMasterMk cId="2118218503" sldId="2147484817"/>
            <pc:sldLayoutMk cId="2220677306" sldId="2147484857"/>
          </pc:sldLayoutMkLst>
          <pc:spChg chg="mod">
            <ac:chgData name="Annabelle STRAFORINI" userId="2bbe7eae-7886-4563-b413-dd641a0ffba3" providerId="ADAL" clId="{57256136-27D6-2245-BD05-439BC6F19FFD}" dt="2025-04-23T08:34:18.821" v="6" actId="20577"/>
            <ac:spMkLst>
              <pc:docMk/>
              <pc:sldMasterMk cId="2118218503" sldId="2147484817"/>
              <pc:sldLayoutMk cId="2220677306" sldId="2147484857"/>
              <ac:spMk id="3" creationId="{CECF1818-FB2D-D8DF-4BB8-8D671B1F2374}"/>
            </ac:spMkLst>
          </pc:spChg>
        </pc:sldLayoutChg>
        <pc:sldLayoutChg chg="modSp mod">
          <pc:chgData name="Annabelle STRAFORINI" userId="2bbe7eae-7886-4563-b413-dd641a0ffba3" providerId="ADAL" clId="{57256136-27D6-2245-BD05-439BC6F19FFD}" dt="2025-04-23T08:34:14.879" v="4" actId="20577"/>
          <pc:sldLayoutMkLst>
            <pc:docMk/>
            <pc:sldMasterMk cId="2118218503" sldId="2147484817"/>
            <pc:sldLayoutMk cId="3074940609" sldId="2147484858"/>
          </pc:sldLayoutMkLst>
          <pc:spChg chg="mod">
            <ac:chgData name="Annabelle STRAFORINI" userId="2bbe7eae-7886-4563-b413-dd641a0ffba3" providerId="ADAL" clId="{57256136-27D6-2245-BD05-439BC6F19FFD}" dt="2025-04-23T08:34:14.879" v="4" actId="20577"/>
            <ac:spMkLst>
              <pc:docMk/>
              <pc:sldMasterMk cId="2118218503" sldId="2147484817"/>
              <pc:sldLayoutMk cId="3074940609" sldId="2147484858"/>
              <ac:spMk id="3" creationId="{BA4A26D9-FCB7-E0F1-80B6-4E0042DF6119}"/>
            </ac:spMkLst>
          </pc:spChg>
        </pc:sldLayoutChg>
        <pc:sldLayoutChg chg="modSp mod">
          <pc:chgData name="Annabelle STRAFORINI" userId="2bbe7eae-7886-4563-b413-dd641a0ffba3" providerId="ADAL" clId="{57256136-27D6-2245-BD05-439BC6F19FFD}" dt="2025-04-23T08:34:20.792" v="7" actId="20577"/>
          <pc:sldLayoutMkLst>
            <pc:docMk/>
            <pc:sldMasterMk cId="2118218503" sldId="2147484817"/>
            <pc:sldLayoutMk cId="3081156735" sldId="2147484859"/>
          </pc:sldLayoutMkLst>
          <pc:spChg chg="mod">
            <ac:chgData name="Annabelle STRAFORINI" userId="2bbe7eae-7886-4563-b413-dd641a0ffba3" providerId="ADAL" clId="{57256136-27D6-2245-BD05-439BC6F19FFD}" dt="2025-04-23T08:34:20.792" v="7" actId="20577"/>
            <ac:spMkLst>
              <pc:docMk/>
              <pc:sldMasterMk cId="2118218503" sldId="2147484817"/>
              <pc:sldLayoutMk cId="3081156735" sldId="2147484859"/>
              <ac:spMk id="3" creationId="{CECF1818-FB2D-D8DF-4BB8-8D671B1F2374}"/>
            </ac:spMkLst>
          </pc:spChg>
        </pc:sldLayoutChg>
        <pc:sldLayoutChg chg="modSp mod">
          <pc:chgData name="Annabelle STRAFORINI" userId="2bbe7eae-7886-4563-b413-dd641a0ffba3" providerId="ADAL" clId="{57256136-27D6-2245-BD05-439BC6F19FFD}" dt="2025-04-23T08:34:22.736" v="8" actId="20577"/>
          <pc:sldLayoutMkLst>
            <pc:docMk/>
            <pc:sldMasterMk cId="2118218503" sldId="2147484817"/>
            <pc:sldLayoutMk cId="567992999" sldId="2147484860"/>
          </pc:sldLayoutMkLst>
          <pc:spChg chg="mod">
            <ac:chgData name="Annabelle STRAFORINI" userId="2bbe7eae-7886-4563-b413-dd641a0ffba3" providerId="ADAL" clId="{57256136-27D6-2245-BD05-439BC6F19FFD}" dt="2025-04-23T08:34:22.736" v="8" actId="20577"/>
            <ac:spMkLst>
              <pc:docMk/>
              <pc:sldMasterMk cId="2118218503" sldId="2147484817"/>
              <pc:sldLayoutMk cId="567992999" sldId="2147484860"/>
              <ac:spMk id="3" creationId="{CECF1818-FB2D-D8DF-4BB8-8D671B1F2374}"/>
            </ac:spMkLst>
          </pc:spChg>
        </pc:sldLayoutChg>
      </pc:sldMasterChg>
    </pc:docChg>
  </pc:docChgLst>
  <pc:docChgLst>
    <pc:chgData name="Annabelle STRAFORINI" userId="2bbe7eae-7886-4563-b413-dd641a0ffba3" providerId="ADAL" clId="{4C8285EB-F43E-2E42-8BA0-0F2FEB2D1325}"/>
    <pc:docChg chg="undo custSel modSld">
      <pc:chgData name="Annabelle STRAFORINI" userId="2bbe7eae-7886-4563-b413-dd641a0ffba3" providerId="ADAL" clId="{4C8285EB-F43E-2E42-8BA0-0F2FEB2D1325}" dt="2025-03-25T12:34:34.794" v="94" actId="20577"/>
      <pc:docMkLst>
        <pc:docMk/>
      </pc:docMkLst>
      <pc:sldChg chg="modSp mod">
        <pc:chgData name="Annabelle STRAFORINI" userId="2bbe7eae-7886-4563-b413-dd641a0ffba3" providerId="ADAL" clId="{4C8285EB-F43E-2E42-8BA0-0F2FEB2D1325}" dt="2025-03-25T11:44:50.562" v="13" actId="20577"/>
        <pc:sldMkLst>
          <pc:docMk/>
          <pc:sldMk cId="3001255608" sldId="2147377438"/>
        </pc:sldMkLst>
        <pc:spChg chg="mod">
          <ac:chgData name="Annabelle STRAFORINI" userId="2bbe7eae-7886-4563-b413-dd641a0ffba3" providerId="ADAL" clId="{4C8285EB-F43E-2E42-8BA0-0F2FEB2D1325}" dt="2025-03-25T11:44:50.562" v="13" actId="20577"/>
          <ac:spMkLst>
            <pc:docMk/>
            <pc:sldMk cId="3001255608" sldId="2147377438"/>
            <ac:spMk id="5" creationId="{D6CE6967-3B55-ECEE-42A2-8316DE6B786E}"/>
          </ac:spMkLst>
        </pc:spChg>
      </pc:sldChg>
      <pc:sldChg chg="modSp mod">
        <pc:chgData name="Annabelle STRAFORINI" userId="2bbe7eae-7886-4563-b413-dd641a0ffba3" providerId="ADAL" clId="{4C8285EB-F43E-2E42-8BA0-0F2FEB2D1325}" dt="2025-03-25T12:34:34.794" v="94" actId="20577"/>
        <pc:sldMkLst>
          <pc:docMk/>
          <pc:sldMk cId="2670704331" sldId="2147377526"/>
        </pc:sldMkLst>
        <pc:spChg chg="mod">
          <ac:chgData name="Annabelle STRAFORINI" userId="2bbe7eae-7886-4563-b413-dd641a0ffba3" providerId="ADAL" clId="{4C8285EB-F43E-2E42-8BA0-0F2FEB2D1325}" dt="2025-03-25T12:34:22.839" v="89" actId="1076"/>
          <ac:spMkLst>
            <pc:docMk/>
            <pc:sldMk cId="2670704331" sldId="2147377526"/>
            <ac:spMk id="24" creationId="{2B558680-50A6-B942-6AA4-A6163B2CB94C}"/>
          </ac:spMkLst>
        </pc:spChg>
        <pc:spChg chg="mod">
          <ac:chgData name="Annabelle STRAFORINI" userId="2bbe7eae-7886-4563-b413-dd641a0ffba3" providerId="ADAL" clId="{4C8285EB-F43E-2E42-8BA0-0F2FEB2D1325}" dt="2025-03-25T12:34:27.995" v="90" actId="1076"/>
          <ac:spMkLst>
            <pc:docMk/>
            <pc:sldMk cId="2670704331" sldId="2147377526"/>
            <ac:spMk id="42" creationId="{2BEACDED-CFFE-9F0D-CEA1-24B8F3C5EF46}"/>
          </ac:spMkLst>
        </pc:spChg>
      </pc:sldChg>
      <pc:sldChg chg="addSp delSp modSp mod">
        <pc:chgData name="Annabelle STRAFORINI" userId="2bbe7eae-7886-4563-b413-dd641a0ffba3" providerId="ADAL" clId="{4C8285EB-F43E-2E42-8BA0-0F2FEB2D1325}" dt="2025-03-25T12:32:07.582" v="71" actId="20577"/>
        <pc:sldMkLst>
          <pc:docMk/>
          <pc:sldMk cId="3884722177" sldId="2147377533"/>
        </pc:sldMkLst>
        <pc:spChg chg="mod">
          <ac:chgData name="Annabelle STRAFORINI" userId="2bbe7eae-7886-4563-b413-dd641a0ffba3" providerId="ADAL" clId="{4C8285EB-F43E-2E42-8BA0-0F2FEB2D1325}" dt="2025-03-25T12:31:51.932" v="67" actId="1076"/>
          <ac:spMkLst>
            <pc:docMk/>
            <pc:sldMk cId="3884722177" sldId="2147377533"/>
            <ac:spMk id="3" creationId="{5BA67B6D-EDA8-4BE2-72A9-EE2073F95BC3}"/>
          </ac:spMkLst>
        </pc:spChg>
        <pc:spChg chg="mod">
          <ac:chgData name="Annabelle STRAFORINI" userId="2bbe7eae-7886-4563-b413-dd641a0ffba3" providerId="ADAL" clId="{4C8285EB-F43E-2E42-8BA0-0F2FEB2D1325}" dt="2025-03-25T12:31:19.150" v="60" actId="14100"/>
          <ac:spMkLst>
            <pc:docMk/>
            <pc:sldMk cId="3884722177" sldId="2147377533"/>
            <ac:spMk id="6" creationId="{05EE176E-2894-1305-4018-90C48C69BA82}"/>
          </ac:spMkLst>
        </pc:spChg>
        <pc:spChg chg="mod">
          <ac:chgData name="Annabelle STRAFORINI" userId="2bbe7eae-7886-4563-b413-dd641a0ffba3" providerId="ADAL" clId="{4C8285EB-F43E-2E42-8BA0-0F2FEB2D1325}" dt="2025-03-25T12:31:26.486" v="61" actId="1076"/>
          <ac:spMkLst>
            <pc:docMk/>
            <pc:sldMk cId="3884722177" sldId="2147377533"/>
            <ac:spMk id="7" creationId="{8FD29A5D-1991-1634-50BD-F9E7DE03CC04}"/>
          </ac:spMkLst>
        </pc:spChg>
        <pc:spChg chg="mod">
          <ac:chgData name="Annabelle STRAFORINI" userId="2bbe7eae-7886-4563-b413-dd641a0ffba3" providerId="ADAL" clId="{4C8285EB-F43E-2E42-8BA0-0F2FEB2D1325}" dt="2025-03-25T12:32:07.582" v="71" actId="20577"/>
          <ac:spMkLst>
            <pc:docMk/>
            <pc:sldMk cId="3884722177" sldId="2147377533"/>
            <ac:spMk id="8" creationId="{57CB21EE-12EF-D613-BB9C-7D9D36379519}"/>
          </ac:spMkLst>
        </pc:spChg>
        <pc:cxnChg chg="add mod">
          <ac:chgData name="Annabelle STRAFORINI" userId="2bbe7eae-7886-4563-b413-dd641a0ffba3" providerId="ADAL" clId="{4C8285EB-F43E-2E42-8BA0-0F2FEB2D1325}" dt="2025-03-25T12:31:38.836" v="63" actId="14100"/>
          <ac:cxnSpMkLst>
            <pc:docMk/>
            <pc:sldMk cId="3884722177" sldId="2147377533"/>
            <ac:cxnSpMk id="10" creationId="{C522FCA8-8F93-9593-FD81-2577F907A18B}"/>
          </ac:cxnSpMkLst>
        </pc:cxnChg>
      </pc:sldChg>
      <pc:sldChg chg="modSp mod">
        <pc:chgData name="Annabelle STRAFORINI" userId="2bbe7eae-7886-4563-b413-dd641a0ffba3" providerId="ADAL" clId="{4C8285EB-F43E-2E42-8BA0-0F2FEB2D1325}" dt="2025-03-25T12:33:46.427" v="84" actId="20577"/>
        <pc:sldMkLst>
          <pc:docMk/>
          <pc:sldMk cId="2862616372" sldId="2147377534"/>
        </pc:sldMkLst>
      </pc:sldChg>
    </pc:docChg>
  </pc:docChgLst>
  <pc:docChgLst>
    <pc:chgData name="Annabelle STRAFORINI" userId="2bbe7eae-7886-4563-b413-dd641a0ffba3" providerId="ADAL" clId="{96661B03-A6B6-4E47-9847-28052D7BCA04}"/>
    <pc:docChg chg="undo redo custSel addSld delSld modSld modMainMaster modSection">
      <pc:chgData name="Annabelle STRAFORINI" userId="2bbe7eae-7886-4563-b413-dd641a0ffba3" providerId="ADAL" clId="{96661B03-A6B6-4E47-9847-28052D7BCA04}" dt="2025-03-24T10:03:12.564" v="171" actId="20577"/>
      <pc:docMkLst>
        <pc:docMk/>
      </pc:docMkLst>
      <pc:sldChg chg="modSp mod">
        <pc:chgData name="Annabelle STRAFORINI" userId="2bbe7eae-7886-4563-b413-dd641a0ffba3" providerId="ADAL" clId="{96661B03-A6B6-4E47-9847-28052D7BCA04}" dt="2025-03-24T10:03:03.299" v="168" actId="20577"/>
        <pc:sldMkLst>
          <pc:docMk/>
          <pc:sldMk cId="368332522" sldId="1763"/>
        </pc:sldMkLst>
      </pc:sldChg>
      <pc:sldChg chg="addSp delSp modSp mod">
        <pc:chgData name="Annabelle STRAFORINI" userId="2bbe7eae-7886-4563-b413-dd641a0ffba3" providerId="ADAL" clId="{96661B03-A6B6-4E47-9847-28052D7BCA04}" dt="2025-03-24T10:03:09.655" v="170" actId="20577"/>
        <pc:sldMkLst>
          <pc:docMk/>
          <pc:sldMk cId="483958195" sldId="2145707689"/>
        </pc:sldMkLst>
      </pc:sldChg>
      <pc:sldChg chg="modSp mod">
        <pc:chgData name="Annabelle STRAFORINI" userId="2bbe7eae-7886-4563-b413-dd641a0ffba3" providerId="ADAL" clId="{96661B03-A6B6-4E47-9847-28052D7BCA04}" dt="2025-03-24T10:03:12.564" v="171" actId="20577"/>
        <pc:sldMkLst>
          <pc:docMk/>
          <pc:sldMk cId="3487292201" sldId="2145707690"/>
        </pc:sldMkLst>
      </pc:sldChg>
      <pc:sldChg chg="addSp delSp modSp mod">
        <pc:chgData name="Annabelle STRAFORINI" userId="2bbe7eae-7886-4563-b413-dd641a0ffba3" providerId="ADAL" clId="{96661B03-A6B6-4E47-9847-28052D7BCA04}" dt="2025-03-24T10:02:56.678" v="167"/>
        <pc:sldMkLst>
          <pc:docMk/>
          <pc:sldMk cId="3426092001" sldId="2145707691"/>
        </pc:sldMkLst>
      </pc:sldChg>
      <pc:sldChg chg="addSp delSp modSp mod chgLayout">
        <pc:chgData name="Annabelle STRAFORINI" userId="2bbe7eae-7886-4563-b413-dd641a0ffba3" providerId="ADAL" clId="{96661B03-A6B6-4E47-9847-28052D7BCA04}" dt="2025-03-24T10:02:49.544" v="163"/>
        <pc:sldMkLst>
          <pc:docMk/>
          <pc:sldMk cId="3234607487" sldId="2145707693"/>
        </pc:sldMkLst>
      </pc:sldChg>
      <pc:sldChg chg="addSp delSp modSp mod">
        <pc:chgData name="Annabelle STRAFORINI" userId="2bbe7eae-7886-4563-b413-dd641a0ffba3" providerId="ADAL" clId="{96661B03-A6B6-4E47-9847-28052D7BCA04}" dt="2025-03-24T10:03:06.494" v="169" actId="20577"/>
        <pc:sldMkLst>
          <pc:docMk/>
          <pc:sldMk cId="947846613" sldId="2147377437"/>
        </pc:sldMkLst>
      </pc:sldChg>
      <pc:sldChg chg="del">
        <pc:chgData name="Annabelle STRAFORINI" userId="2bbe7eae-7886-4563-b413-dd641a0ffba3" providerId="ADAL" clId="{96661B03-A6B6-4E47-9847-28052D7BCA04}" dt="2025-03-21T16:36:34.074" v="56" actId="2696"/>
        <pc:sldMkLst>
          <pc:docMk/>
          <pc:sldMk cId="3001255608" sldId="2147377438"/>
        </pc:sldMkLst>
      </pc:sldChg>
      <pc:sldChg chg="addSp delSp modSp mod">
        <pc:chgData name="Annabelle STRAFORINI" userId="2bbe7eae-7886-4563-b413-dd641a0ffba3" providerId="ADAL" clId="{96661B03-A6B6-4E47-9847-28052D7BCA04}" dt="2025-03-24T10:02:15.672" v="152" actId="113"/>
        <pc:sldMkLst>
          <pc:docMk/>
          <pc:sldMk cId="3502980474" sldId="2147471749"/>
        </pc:sldMkLst>
      </pc:sldChg>
      <pc:sldChg chg="addSp delSp modSp mod">
        <pc:chgData name="Annabelle STRAFORINI" userId="2bbe7eae-7886-4563-b413-dd641a0ffba3" providerId="ADAL" clId="{96661B03-A6B6-4E47-9847-28052D7BCA04}" dt="2025-03-24T10:02:22.258" v="154" actId="20577"/>
        <pc:sldMkLst>
          <pc:docMk/>
          <pc:sldMk cId="3634506576" sldId="2147483639"/>
        </pc:sldMkLst>
      </pc:sldChg>
      <pc:sldChg chg="modSp mod">
        <pc:chgData name="Annabelle STRAFORINI" userId="2bbe7eae-7886-4563-b413-dd641a0ffba3" providerId="ADAL" clId="{96661B03-A6B6-4E47-9847-28052D7BCA04}" dt="2025-03-24T10:02:36.709" v="161" actId="113"/>
        <pc:sldMkLst>
          <pc:docMk/>
          <pc:sldMk cId="1740549998" sldId="2147483641"/>
        </pc:sldMkLst>
      </pc:sldChg>
      <pc:sldChg chg="addSp delSp modSp mod">
        <pc:chgData name="Annabelle STRAFORINI" userId="2bbe7eae-7886-4563-b413-dd641a0ffba3" providerId="ADAL" clId="{96661B03-A6B6-4E47-9847-28052D7BCA04}" dt="2025-03-24T10:02:54.429" v="165"/>
        <pc:sldMkLst>
          <pc:docMk/>
          <pc:sldMk cId="2232479659" sldId="2147483643"/>
        </pc:sldMkLst>
      </pc:sldChg>
      <pc:sldChg chg="addSp delSp modSp add del mod">
        <pc:chgData name="Annabelle STRAFORINI" userId="2bbe7eae-7886-4563-b413-dd641a0ffba3" providerId="ADAL" clId="{96661B03-A6B6-4E47-9847-28052D7BCA04}" dt="2025-03-21T16:24:28.734" v="51" actId="2696"/>
        <pc:sldMkLst>
          <pc:docMk/>
          <pc:sldMk cId="93400489" sldId="2147483644"/>
        </pc:sldMkLst>
      </pc:sldChg>
      <pc:sldMasterChg chg="modSldLayout">
        <pc:chgData name="Annabelle STRAFORINI" userId="2bbe7eae-7886-4563-b413-dd641a0ffba3" providerId="ADAL" clId="{96661B03-A6B6-4E47-9847-28052D7BCA04}" dt="2025-03-21T12:42:59.358" v="26" actId="948"/>
        <pc:sldMasterMkLst>
          <pc:docMk/>
          <pc:sldMasterMk cId="2118218503" sldId="2147484817"/>
        </pc:sldMasterMkLst>
        <pc:sldLayoutChg chg="modSp">
          <pc:chgData name="Annabelle STRAFORINI" userId="2bbe7eae-7886-4563-b413-dd641a0ffba3" providerId="ADAL" clId="{96661B03-A6B6-4E47-9847-28052D7BCA04}" dt="2025-03-21T12:42:32.494" v="18" actId="948"/>
          <pc:sldLayoutMkLst>
            <pc:docMk/>
            <pc:sldMasterMk cId="2118218503" sldId="2147484817"/>
            <pc:sldLayoutMk cId="839694586" sldId="2147484829"/>
          </pc:sldLayoutMkLst>
          <pc:spChg chg="mod">
            <ac:chgData name="Annabelle STRAFORINI" userId="2bbe7eae-7886-4563-b413-dd641a0ffba3" providerId="ADAL" clId="{96661B03-A6B6-4E47-9847-28052D7BCA04}" dt="2025-03-21T12:42:32.494" v="18" actId="948"/>
            <ac:spMkLst>
              <pc:docMk/>
              <pc:sldMasterMk cId="2118218503" sldId="2147484817"/>
              <pc:sldLayoutMk cId="839694586" sldId="2147484829"/>
              <ac:spMk id="2" creationId="{E50D7ACB-1C73-7195-F86A-3451958105DF}"/>
            </ac:spMkLst>
          </pc:spChg>
          <pc:spChg chg="mod">
            <ac:chgData name="Annabelle STRAFORINI" userId="2bbe7eae-7886-4563-b413-dd641a0ffba3" providerId="ADAL" clId="{96661B03-A6B6-4E47-9847-28052D7BCA04}" dt="2025-03-21T12:42:32.494" v="18" actId="948"/>
            <ac:spMkLst>
              <pc:docMk/>
              <pc:sldMasterMk cId="2118218503" sldId="2147484817"/>
              <pc:sldLayoutMk cId="839694586" sldId="2147484829"/>
              <ac:spMk id="3" creationId="{CECF1818-FB2D-D8DF-4BB8-8D671B1F2374}"/>
            </ac:spMkLst>
          </pc:spChg>
        </pc:sldLayoutChg>
        <pc:sldLayoutChg chg="modSp mod">
          <pc:chgData name="Annabelle STRAFORINI" userId="2bbe7eae-7886-4563-b413-dd641a0ffba3" providerId="ADAL" clId="{96661B03-A6B6-4E47-9847-28052D7BCA04}" dt="2025-03-21T12:42:36.686" v="19" actId="948"/>
          <pc:sldLayoutMkLst>
            <pc:docMk/>
            <pc:sldMasterMk cId="2118218503" sldId="2147484817"/>
            <pc:sldLayoutMk cId="3910440492" sldId="2147484830"/>
          </pc:sldLayoutMkLst>
          <pc:spChg chg="mod">
            <ac:chgData name="Annabelle STRAFORINI" userId="2bbe7eae-7886-4563-b413-dd641a0ffba3" providerId="ADAL" clId="{96661B03-A6B6-4E47-9847-28052D7BCA04}" dt="2025-03-21T12:42:36.686" v="19" actId="948"/>
            <ac:spMkLst>
              <pc:docMk/>
              <pc:sldMasterMk cId="2118218503" sldId="2147484817"/>
              <pc:sldLayoutMk cId="3910440492" sldId="2147484830"/>
              <ac:spMk id="2" creationId="{36005BB1-2A18-1412-B3E2-4711E6EEAB3B}"/>
            </ac:spMkLst>
          </pc:spChg>
          <pc:spChg chg="mod">
            <ac:chgData name="Annabelle STRAFORINI" userId="2bbe7eae-7886-4563-b413-dd641a0ffba3" providerId="ADAL" clId="{96661B03-A6B6-4E47-9847-28052D7BCA04}" dt="2025-03-21T12:42:36.686" v="19" actId="948"/>
            <ac:spMkLst>
              <pc:docMk/>
              <pc:sldMasterMk cId="2118218503" sldId="2147484817"/>
              <pc:sldLayoutMk cId="3910440492" sldId="2147484830"/>
              <ac:spMk id="3" creationId="{BA4A26D9-FCB7-E0F1-80B6-4E0042DF6119}"/>
            </ac:spMkLst>
          </pc:spChg>
          <pc:spChg chg="mod">
            <ac:chgData name="Annabelle STRAFORINI" userId="2bbe7eae-7886-4563-b413-dd641a0ffba3" providerId="ADAL" clId="{96661B03-A6B6-4E47-9847-28052D7BCA04}" dt="2025-03-21T12:38:29.835" v="6" actId="1076"/>
            <ac:spMkLst>
              <pc:docMk/>
              <pc:sldMasterMk cId="2118218503" sldId="2147484817"/>
              <pc:sldLayoutMk cId="3910440492" sldId="2147484830"/>
              <ac:spMk id="17" creationId="{3A5FE561-8091-F74E-9DA6-6FDE0799E017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29.550" v="17" actId="948"/>
          <pc:sldLayoutMkLst>
            <pc:docMk/>
            <pc:sldMasterMk cId="2118218503" sldId="2147484817"/>
            <pc:sldLayoutMk cId="1611895088" sldId="2147484836"/>
          </pc:sldLayoutMkLst>
          <pc:spChg chg="mod">
            <ac:chgData name="Annabelle STRAFORINI" userId="2bbe7eae-7886-4563-b413-dd641a0ffba3" providerId="ADAL" clId="{96661B03-A6B6-4E47-9847-28052D7BCA04}" dt="2025-03-21T12:38:21.301" v="2" actId="948"/>
            <ac:spMkLst>
              <pc:docMk/>
              <pc:sldMasterMk cId="2118218503" sldId="2147484817"/>
              <pc:sldLayoutMk cId="1611895088" sldId="2147484836"/>
              <ac:spMk id="2" creationId="{E50D7ACB-1C73-7195-F86A-3451958105DF}"/>
            </ac:spMkLst>
          </pc:spChg>
          <pc:spChg chg="mod">
            <ac:chgData name="Annabelle STRAFORINI" userId="2bbe7eae-7886-4563-b413-dd641a0ffba3" providerId="ADAL" clId="{96661B03-A6B6-4E47-9847-28052D7BCA04}" dt="2025-03-21T12:42:29.550" v="17" actId="948"/>
            <ac:spMkLst>
              <pc:docMk/>
              <pc:sldMasterMk cId="2118218503" sldId="2147484817"/>
              <pc:sldLayoutMk cId="1611895088" sldId="2147484836"/>
              <ac:spMk id="3" creationId="{CECF1818-FB2D-D8DF-4BB8-8D671B1F2374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23.777" v="16" actId="948"/>
          <pc:sldLayoutMkLst>
            <pc:docMk/>
            <pc:sldMasterMk cId="2118218503" sldId="2147484817"/>
            <pc:sldLayoutMk cId="2897486269" sldId="2147484840"/>
          </pc:sldLayoutMkLst>
          <pc:spChg chg="mod">
            <ac:chgData name="Annabelle STRAFORINI" userId="2bbe7eae-7886-4563-b413-dd641a0ffba3" providerId="ADAL" clId="{96661B03-A6B6-4E47-9847-28052D7BCA04}" dt="2025-03-21T12:42:23.777" v="16" actId="948"/>
            <ac:spMkLst>
              <pc:docMk/>
              <pc:sldMasterMk cId="2118218503" sldId="2147484817"/>
              <pc:sldLayoutMk cId="2897486269" sldId="2147484840"/>
              <ac:spMk id="2" creationId="{E50D7ACB-1C73-7195-F86A-3451958105DF}"/>
            </ac:spMkLst>
          </pc:spChg>
          <pc:spChg chg="mod">
            <ac:chgData name="Annabelle STRAFORINI" userId="2bbe7eae-7886-4563-b413-dd641a0ffba3" providerId="ADAL" clId="{96661B03-A6B6-4E47-9847-28052D7BCA04}" dt="2025-03-21T12:42:23.777" v="16" actId="948"/>
            <ac:spMkLst>
              <pc:docMk/>
              <pc:sldMasterMk cId="2118218503" sldId="2147484817"/>
              <pc:sldLayoutMk cId="2897486269" sldId="2147484840"/>
              <ac:spMk id="3" creationId="{CECF1818-FB2D-D8DF-4BB8-8D671B1F2374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59.358" v="26" actId="948"/>
          <pc:sldLayoutMkLst>
            <pc:docMk/>
            <pc:sldMasterMk cId="2118218503" sldId="2147484817"/>
            <pc:sldLayoutMk cId="2317448182" sldId="2147484841"/>
          </pc:sldLayoutMkLst>
          <pc:spChg chg="mod">
            <ac:chgData name="Annabelle STRAFORINI" userId="2bbe7eae-7886-4563-b413-dd641a0ffba3" providerId="ADAL" clId="{96661B03-A6B6-4E47-9847-28052D7BCA04}" dt="2025-03-21T12:42:59.358" v="26" actId="948"/>
            <ac:spMkLst>
              <pc:docMk/>
              <pc:sldMasterMk cId="2118218503" sldId="2147484817"/>
              <pc:sldLayoutMk cId="2317448182" sldId="2147484841"/>
              <ac:spMk id="13" creationId="{F5C7F75A-00BF-D41C-ACD9-00B400614CDD}"/>
            </ac:spMkLst>
          </pc:spChg>
          <pc:spChg chg="mod">
            <ac:chgData name="Annabelle STRAFORINI" userId="2bbe7eae-7886-4563-b413-dd641a0ffba3" providerId="ADAL" clId="{96661B03-A6B6-4E47-9847-28052D7BCA04}" dt="2025-03-21T12:42:59.358" v="26" actId="948"/>
            <ac:spMkLst>
              <pc:docMk/>
              <pc:sldMasterMk cId="2118218503" sldId="2147484817"/>
              <pc:sldLayoutMk cId="2317448182" sldId="2147484841"/>
              <ac:spMk id="14" creationId="{4B9FA953-4600-2D1E-E98C-0845AE54B93B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43.393" v="21" actId="948"/>
          <pc:sldLayoutMkLst>
            <pc:docMk/>
            <pc:sldMasterMk cId="2118218503" sldId="2147484817"/>
            <pc:sldLayoutMk cId="1326375724" sldId="2147484855"/>
          </pc:sldLayoutMkLst>
          <pc:spChg chg="mod">
            <ac:chgData name="Annabelle STRAFORINI" userId="2bbe7eae-7886-4563-b413-dd641a0ffba3" providerId="ADAL" clId="{96661B03-A6B6-4E47-9847-28052D7BCA04}" dt="2025-03-21T12:42:43.393" v="21" actId="948"/>
            <ac:spMkLst>
              <pc:docMk/>
              <pc:sldMasterMk cId="2118218503" sldId="2147484817"/>
              <pc:sldLayoutMk cId="1326375724" sldId="2147484855"/>
              <ac:spMk id="2" creationId="{E50D7ACB-1C73-7195-F86A-3451958105DF}"/>
            </ac:spMkLst>
          </pc:spChg>
          <pc:spChg chg="mod">
            <ac:chgData name="Annabelle STRAFORINI" userId="2bbe7eae-7886-4563-b413-dd641a0ffba3" providerId="ADAL" clId="{96661B03-A6B6-4E47-9847-28052D7BCA04}" dt="2025-03-21T12:42:43.393" v="21" actId="948"/>
            <ac:spMkLst>
              <pc:docMk/>
              <pc:sldMasterMk cId="2118218503" sldId="2147484817"/>
              <pc:sldLayoutMk cId="1326375724" sldId="2147484855"/>
              <ac:spMk id="3" creationId="{CECF1818-FB2D-D8DF-4BB8-8D671B1F2374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56.550" v="25" actId="948"/>
          <pc:sldLayoutMkLst>
            <pc:docMk/>
            <pc:sldMasterMk cId="2118218503" sldId="2147484817"/>
            <pc:sldLayoutMk cId="158933275" sldId="2147484856"/>
          </pc:sldLayoutMkLst>
          <pc:spChg chg="mod">
            <ac:chgData name="Annabelle STRAFORINI" userId="2bbe7eae-7886-4563-b413-dd641a0ffba3" providerId="ADAL" clId="{96661B03-A6B6-4E47-9847-28052D7BCA04}" dt="2025-03-21T12:42:56.550" v="25" actId="948"/>
            <ac:spMkLst>
              <pc:docMk/>
              <pc:sldMasterMk cId="2118218503" sldId="2147484817"/>
              <pc:sldLayoutMk cId="158933275" sldId="2147484856"/>
              <ac:spMk id="2" creationId="{E50D7ACB-1C73-7195-F86A-3451958105DF}"/>
            </ac:spMkLst>
          </pc:spChg>
          <pc:spChg chg="mod">
            <ac:chgData name="Annabelle STRAFORINI" userId="2bbe7eae-7886-4563-b413-dd641a0ffba3" providerId="ADAL" clId="{96661B03-A6B6-4E47-9847-28052D7BCA04}" dt="2025-03-21T12:42:56.550" v="25" actId="948"/>
            <ac:spMkLst>
              <pc:docMk/>
              <pc:sldMasterMk cId="2118218503" sldId="2147484817"/>
              <pc:sldLayoutMk cId="158933275" sldId="2147484856"/>
              <ac:spMk id="3" creationId="{CECF1818-FB2D-D8DF-4BB8-8D671B1F2374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46.800" v="22" actId="948"/>
          <pc:sldLayoutMkLst>
            <pc:docMk/>
            <pc:sldMasterMk cId="2118218503" sldId="2147484817"/>
            <pc:sldLayoutMk cId="2220677306" sldId="2147484857"/>
          </pc:sldLayoutMkLst>
          <pc:spChg chg="mod">
            <ac:chgData name="Annabelle STRAFORINI" userId="2bbe7eae-7886-4563-b413-dd641a0ffba3" providerId="ADAL" clId="{96661B03-A6B6-4E47-9847-28052D7BCA04}" dt="2025-03-21T12:42:46.800" v="22" actId="948"/>
            <ac:spMkLst>
              <pc:docMk/>
              <pc:sldMasterMk cId="2118218503" sldId="2147484817"/>
              <pc:sldLayoutMk cId="2220677306" sldId="2147484857"/>
              <ac:spMk id="2" creationId="{E50D7ACB-1C73-7195-F86A-3451958105DF}"/>
            </ac:spMkLst>
          </pc:spChg>
          <pc:spChg chg="mod">
            <ac:chgData name="Annabelle STRAFORINI" userId="2bbe7eae-7886-4563-b413-dd641a0ffba3" providerId="ADAL" clId="{96661B03-A6B6-4E47-9847-28052D7BCA04}" dt="2025-03-21T12:42:46.800" v="22" actId="948"/>
            <ac:spMkLst>
              <pc:docMk/>
              <pc:sldMasterMk cId="2118218503" sldId="2147484817"/>
              <pc:sldLayoutMk cId="2220677306" sldId="2147484857"/>
              <ac:spMk id="3" creationId="{CECF1818-FB2D-D8DF-4BB8-8D671B1F2374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39.263" v="20" actId="948"/>
          <pc:sldLayoutMkLst>
            <pc:docMk/>
            <pc:sldMasterMk cId="2118218503" sldId="2147484817"/>
            <pc:sldLayoutMk cId="3074940609" sldId="2147484858"/>
          </pc:sldLayoutMkLst>
          <pc:spChg chg="mod">
            <ac:chgData name="Annabelle STRAFORINI" userId="2bbe7eae-7886-4563-b413-dd641a0ffba3" providerId="ADAL" clId="{96661B03-A6B6-4E47-9847-28052D7BCA04}" dt="2025-03-21T12:42:39.263" v="20" actId="948"/>
            <ac:spMkLst>
              <pc:docMk/>
              <pc:sldMasterMk cId="2118218503" sldId="2147484817"/>
              <pc:sldLayoutMk cId="3074940609" sldId="2147484858"/>
              <ac:spMk id="2" creationId="{36005BB1-2A18-1412-B3E2-4711E6EEAB3B}"/>
            </ac:spMkLst>
          </pc:spChg>
          <pc:spChg chg="mod">
            <ac:chgData name="Annabelle STRAFORINI" userId="2bbe7eae-7886-4563-b413-dd641a0ffba3" providerId="ADAL" clId="{96661B03-A6B6-4E47-9847-28052D7BCA04}" dt="2025-03-21T12:42:39.263" v="20" actId="948"/>
            <ac:spMkLst>
              <pc:docMk/>
              <pc:sldMasterMk cId="2118218503" sldId="2147484817"/>
              <pc:sldLayoutMk cId="3074940609" sldId="2147484858"/>
              <ac:spMk id="3" creationId="{BA4A26D9-FCB7-E0F1-80B6-4E0042DF6119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50.063" v="23" actId="948"/>
          <pc:sldLayoutMkLst>
            <pc:docMk/>
            <pc:sldMasterMk cId="2118218503" sldId="2147484817"/>
            <pc:sldLayoutMk cId="3081156735" sldId="2147484859"/>
          </pc:sldLayoutMkLst>
          <pc:spChg chg="mod">
            <ac:chgData name="Annabelle STRAFORINI" userId="2bbe7eae-7886-4563-b413-dd641a0ffba3" providerId="ADAL" clId="{96661B03-A6B6-4E47-9847-28052D7BCA04}" dt="2025-03-21T12:42:50.063" v="23" actId="948"/>
            <ac:spMkLst>
              <pc:docMk/>
              <pc:sldMasterMk cId="2118218503" sldId="2147484817"/>
              <pc:sldLayoutMk cId="3081156735" sldId="2147484859"/>
              <ac:spMk id="2" creationId="{E50D7ACB-1C73-7195-F86A-3451958105DF}"/>
            </ac:spMkLst>
          </pc:spChg>
          <pc:spChg chg="mod">
            <ac:chgData name="Annabelle STRAFORINI" userId="2bbe7eae-7886-4563-b413-dd641a0ffba3" providerId="ADAL" clId="{96661B03-A6B6-4E47-9847-28052D7BCA04}" dt="2025-03-21T12:42:50.063" v="23" actId="948"/>
            <ac:spMkLst>
              <pc:docMk/>
              <pc:sldMasterMk cId="2118218503" sldId="2147484817"/>
              <pc:sldLayoutMk cId="3081156735" sldId="2147484859"/>
              <ac:spMk id="3" creationId="{CECF1818-FB2D-D8DF-4BB8-8D671B1F2374}"/>
            </ac:spMkLst>
          </pc:spChg>
        </pc:sldLayoutChg>
        <pc:sldLayoutChg chg="modSp">
          <pc:chgData name="Annabelle STRAFORINI" userId="2bbe7eae-7886-4563-b413-dd641a0ffba3" providerId="ADAL" clId="{96661B03-A6B6-4E47-9847-28052D7BCA04}" dt="2025-03-21T12:42:53.441" v="24" actId="948"/>
          <pc:sldLayoutMkLst>
            <pc:docMk/>
            <pc:sldMasterMk cId="2118218503" sldId="2147484817"/>
            <pc:sldLayoutMk cId="567992999" sldId="2147484860"/>
          </pc:sldLayoutMkLst>
          <pc:spChg chg="mod">
            <ac:chgData name="Annabelle STRAFORINI" userId="2bbe7eae-7886-4563-b413-dd641a0ffba3" providerId="ADAL" clId="{96661B03-A6B6-4E47-9847-28052D7BCA04}" dt="2025-03-21T12:42:53.441" v="24" actId="948"/>
            <ac:spMkLst>
              <pc:docMk/>
              <pc:sldMasterMk cId="2118218503" sldId="2147484817"/>
              <pc:sldLayoutMk cId="567992999" sldId="2147484860"/>
              <ac:spMk id="2" creationId="{E50D7ACB-1C73-7195-F86A-3451958105DF}"/>
            </ac:spMkLst>
          </pc:spChg>
          <pc:spChg chg="mod">
            <ac:chgData name="Annabelle STRAFORINI" userId="2bbe7eae-7886-4563-b413-dd641a0ffba3" providerId="ADAL" clId="{96661B03-A6B6-4E47-9847-28052D7BCA04}" dt="2025-03-21T12:42:53.441" v="24" actId="948"/>
            <ac:spMkLst>
              <pc:docMk/>
              <pc:sldMasterMk cId="2118218503" sldId="2147484817"/>
              <pc:sldLayoutMk cId="567992999" sldId="2147484860"/>
              <ac:spMk id="3" creationId="{CECF1818-FB2D-D8DF-4BB8-8D671B1F2374}"/>
            </ac:spMkLst>
          </pc:spChg>
        </pc:sldLayoutChg>
      </pc:sldMasterChg>
    </pc:docChg>
  </pc:docChgLst>
  <pc:docChgLst>
    <pc:chgData name="Annabelle STRAFORINI" userId="2bbe7eae-7886-4563-b413-dd641a0ffba3" providerId="ADAL" clId="{B7D74942-F9D6-314F-944E-BD98BA291107}"/>
    <pc:docChg chg="undo redo custSel addSld delSld modSld modSection">
      <pc:chgData name="Annabelle STRAFORINI" userId="2bbe7eae-7886-4563-b413-dd641a0ffba3" providerId="ADAL" clId="{B7D74942-F9D6-314F-944E-BD98BA291107}" dt="2025-03-25T15:57:02.152" v="396" actId="1076"/>
      <pc:docMkLst>
        <pc:docMk/>
      </pc:docMkLst>
      <pc:sldChg chg="modSp mod">
        <pc:chgData name="Annabelle STRAFORINI" userId="2bbe7eae-7886-4563-b413-dd641a0ffba3" providerId="ADAL" clId="{B7D74942-F9D6-314F-944E-BD98BA291107}" dt="2025-03-25T12:44:16.420" v="149"/>
        <pc:sldMkLst>
          <pc:docMk/>
          <pc:sldMk cId="2997609515" sldId="1188"/>
        </pc:sldMkLst>
        <pc:spChg chg="mod">
          <ac:chgData name="Annabelle STRAFORINI" userId="2bbe7eae-7886-4563-b413-dd641a0ffba3" providerId="ADAL" clId="{B7D74942-F9D6-314F-944E-BD98BA291107}" dt="2025-03-25T12:44:16.420" v="149"/>
          <ac:spMkLst>
            <pc:docMk/>
            <pc:sldMk cId="2997609515" sldId="1188"/>
            <ac:spMk id="4" creationId="{9A6CA4FD-4FC6-E2D5-17F3-70548ED1CDBC}"/>
          </ac:spMkLst>
        </pc:spChg>
      </pc:sldChg>
      <pc:sldChg chg="modSp mod">
        <pc:chgData name="Annabelle STRAFORINI" userId="2bbe7eae-7886-4563-b413-dd641a0ffba3" providerId="ADAL" clId="{B7D74942-F9D6-314F-944E-BD98BA291107}" dt="2025-03-25T12:38:50.853" v="89" actId="20577"/>
        <pc:sldMkLst>
          <pc:docMk/>
          <pc:sldMk cId="3001255608" sldId="2147377438"/>
        </pc:sldMkLst>
        <pc:spChg chg="mod">
          <ac:chgData name="Annabelle STRAFORINI" userId="2bbe7eae-7886-4563-b413-dd641a0ffba3" providerId="ADAL" clId="{B7D74942-F9D6-314F-944E-BD98BA291107}" dt="2025-03-25T12:36:51.424" v="10" actId="20577"/>
          <ac:spMkLst>
            <pc:docMk/>
            <pc:sldMk cId="3001255608" sldId="2147377438"/>
            <ac:spMk id="2" creationId="{FE2B3188-89ED-EC0D-1802-615FF34128E9}"/>
          </ac:spMkLst>
        </pc:spChg>
        <pc:spChg chg="mod">
          <ac:chgData name="Annabelle STRAFORINI" userId="2bbe7eae-7886-4563-b413-dd641a0ffba3" providerId="ADAL" clId="{B7D74942-F9D6-314F-944E-BD98BA291107}" dt="2025-03-25T12:38:50.853" v="89" actId="20577"/>
          <ac:spMkLst>
            <pc:docMk/>
            <pc:sldMk cId="3001255608" sldId="2147377438"/>
            <ac:spMk id="5" creationId="{D6CE6967-3B55-ECEE-42A2-8316DE6B786E}"/>
          </ac:spMkLst>
        </pc:spChg>
        <pc:spChg chg="mod">
          <ac:chgData name="Annabelle STRAFORINI" userId="2bbe7eae-7886-4563-b413-dd641a0ffba3" providerId="ADAL" clId="{B7D74942-F9D6-314F-944E-BD98BA291107}" dt="2025-03-25T12:38:42.885" v="65" actId="20577"/>
          <ac:spMkLst>
            <pc:docMk/>
            <pc:sldMk cId="3001255608" sldId="2147377438"/>
            <ac:spMk id="19" creationId="{C4B3D318-13CD-D8D2-1A77-07695A92AE6B}"/>
          </ac:spMkLst>
        </pc:spChg>
      </pc:sldChg>
      <pc:sldChg chg="modSp mod">
        <pc:chgData name="Annabelle STRAFORINI" userId="2bbe7eae-7886-4563-b413-dd641a0ffba3" providerId="ADAL" clId="{B7D74942-F9D6-314F-944E-BD98BA291107}" dt="2025-03-25T12:39:04.534" v="93" actId="20577"/>
        <pc:sldMkLst>
          <pc:docMk/>
          <pc:sldMk cId="2212752460" sldId="2147377522"/>
        </pc:sldMkLst>
        <pc:spChg chg="mod">
          <ac:chgData name="Annabelle STRAFORINI" userId="2bbe7eae-7886-4563-b413-dd641a0ffba3" providerId="ADAL" clId="{B7D74942-F9D6-314F-944E-BD98BA291107}" dt="2025-03-25T12:39:04.534" v="93" actId="20577"/>
          <ac:spMkLst>
            <pc:docMk/>
            <pc:sldMk cId="2212752460" sldId="2147377522"/>
            <ac:spMk id="3" creationId="{5BA67B6D-EDA8-4BE2-72A9-EE2073F95BC3}"/>
          </ac:spMkLst>
        </pc:spChg>
      </pc:sldChg>
      <pc:sldChg chg="addSp delSp modSp mod">
        <pc:chgData name="Annabelle STRAFORINI" userId="2bbe7eae-7886-4563-b413-dd641a0ffba3" providerId="ADAL" clId="{B7D74942-F9D6-314F-944E-BD98BA291107}" dt="2025-03-25T12:43:53.549" v="148" actId="113"/>
        <pc:sldMkLst>
          <pc:docMk/>
          <pc:sldMk cId="2670704331" sldId="2147377526"/>
        </pc:sldMkLst>
        <pc:spChg chg="add mod">
          <ac:chgData name="Annabelle STRAFORINI" userId="2bbe7eae-7886-4563-b413-dd641a0ffba3" providerId="ADAL" clId="{B7D74942-F9D6-314F-944E-BD98BA291107}" dt="2025-03-25T12:42:33.800" v="133"/>
          <ac:spMkLst>
            <pc:docMk/>
            <pc:sldMk cId="2670704331" sldId="2147377526"/>
            <ac:spMk id="2" creationId="{75DF3623-E4F5-15B6-9DA2-8D08FCA4E837}"/>
          </ac:spMkLst>
        </pc:spChg>
        <pc:spChg chg="add mod">
          <ac:chgData name="Annabelle STRAFORINI" userId="2bbe7eae-7886-4563-b413-dd641a0ffba3" providerId="ADAL" clId="{B7D74942-F9D6-314F-944E-BD98BA291107}" dt="2025-03-25T12:42:33.800" v="133"/>
          <ac:spMkLst>
            <pc:docMk/>
            <pc:sldMk cId="2670704331" sldId="2147377526"/>
            <ac:spMk id="3" creationId="{619EE4CE-E49A-AE33-F644-B2A4243A5C2A}"/>
          </ac:spMkLst>
        </pc:spChg>
        <pc:spChg chg="mod">
          <ac:chgData name="Annabelle STRAFORINI" userId="2bbe7eae-7886-4563-b413-dd641a0ffba3" providerId="ADAL" clId="{B7D74942-F9D6-314F-944E-BD98BA291107}" dt="2025-03-25T12:43:45.096" v="143"/>
          <ac:spMkLst>
            <pc:docMk/>
            <pc:sldMk cId="2670704331" sldId="2147377526"/>
            <ac:spMk id="11" creationId="{C44A0803-5FBE-86FE-DF31-C381E7F0D186}"/>
          </ac:spMkLst>
        </pc:spChg>
        <pc:spChg chg="mod">
          <ac:chgData name="Annabelle STRAFORINI" userId="2bbe7eae-7886-4563-b413-dd641a0ffba3" providerId="ADAL" clId="{B7D74942-F9D6-314F-944E-BD98BA291107}" dt="2025-03-25T12:42:36.487" v="136" actId="20577"/>
          <ac:spMkLst>
            <pc:docMk/>
            <pc:sldMk cId="2670704331" sldId="2147377526"/>
            <ac:spMk id="14" creationId="{21121E99-74CA-ECF3-CE84-52ADB66B632A}"/>
          </ac:spMkLst>
        </pc:spChg>
        <pc:spChg chg="mod">
          <ac:chgData name="Annabelle STRAFORINI" userId="2bbe7eae-7886-4563-b413-dd641a0ffba3" providerId="ADAL" clId="{B7D74942-F9D6-314F-944E-BD98BA291107}" dt="2025-03-25T12:43:17.170" v="138"/>
          <ac:spMkLst>
            <pc:docMk/>
            <pc:sldMk cId="2670704331" sldId="2147377526"/>
            <ac:spMk id="19" creationId="{1452A2D0-E685-6AE5-1A76-AC0A79B98BE8}"/>
          </ac:spMkLst>
        </pc:spChg>
        <pc:spChg chg="mod">
          <ac:chgData name="Annabelle STRAFORINI" userId="2bbe7eae-7886-4563-b413-dd641a0ffba3" providerId="ADAL" clId="{B7D74942-F9D6-314F-944E-BD98BA291107}" dt="2025-03-25T12:43:08.815" v="137"/>
          <ac:spMkLst>
            <pc:docMk/>
            <pc:sldMk cId="2670704331" sldId="2147377526"/>
            <ac:spMk id="22" creationId="{C0940834-170E-C561-6A10-2C59D2CEE5E4}"/>
          </ac:spMkLst>
        </pc:spChg>
        <pc:spChg chg="mod">
          <ac:chgData name="Annabelle STRAFORINI" userId="2bbe7eae-7886-4563-b413-dd641a0ffba3" providerId="ADAL" clId="{B7D74942-F9D6-314F-944E-BD98BA291107}" dt="2025-03-25T12:43:53.549" v="148" actId="113"/>
          <ac:spMkLst>
            <pc:docMk/>
            <pc:sldMk cId="2670704331" sldId="2147377526"/>
            <ac:spMk id="24" creationId="{2B558680-50A6-B942-6AA4-A6163B2CB94C}"/>
          </ac:spMkLst>
        </pc:spChg>
        <pc:spChg chg="mod">
          <ac:chgData name="Annabelle STRAFORINI" userId="2bbe7eae-7886-4563-b413-dd641a0ffba3" providerId="ADAL" clId="{B7D74942-F9D6-314F-944E-BD98BA291107}" dt="2025-03-25T12:43:40.558" v="142" actId="1076"/>
          <ac:spMkLst>
            <pc:docMk/>
            <pc:sldMk cId="2670704331" sldId="2147377526"/>
            <ac:spMk id="42" creationId="{2BEACDED-CFFE-9F0D-CEA1-24B8F3C5EF46}"/>
          </ac:spMkLst>
        </pc:spChg>
      </pc:sldChg>
      <pc:sldChg chg="modSp mod">
        <pc:chgData name="Annabelle STRAFORINI" userId="2bbe7eae-7886-4563-b413-dd641a0ffba3" providerId="ADAL" clId="{B7D74942-F9D6-314F-944E-BD98BA291107}" dt="2025-03-25T12:44:19.844" v="150"/>
        <pc:sldMkLst>
          <pc:docMk/>
          <pc:sldMk cId="833824474" sldId="2147377528"/>
        </pc:sldMkLst>
        <pc:spChg chg="mod">
          <ac:chgData name="Annabelle STRAFORINI" userId="2bbe7eae-7886-4563-b413-dd641a0ffba3" providerId="ADAL" clId="{B7D74942-F9D6-314F-944E-BD98BA291107}" dt="2025-03-25T12:44:19.844" v="150"/>
          <ac:spMkLst>
            <pc:docMk/>
            <pc:sldMk cId="833824474" sldId="2147377528"/>
            <ac:spMk id="2" creationId="{491FD241-67BC-A575-FA98-63E43BA2EA00}"/>
          </ac:spMkLst>
        </pc:spChg>
      </pc:sldChg>
      <pc:sldChg chg="addSp delSp modSp mod modClrScheme chgLayout">
        <pc:chgData name="Annabelle STRAFORINI" userId="2bbe7eae-7886-4563-b413-dd641a0ffba3" providerId="ADAL" clId="{B7D74942-F9D6-314F-944E-BD98BA291107}" dt="2025-03-25T15:04:19.719" v="154" actId="700"/>
        <pc:sldMkLst>
          <pc:docMk/>
          <pc:sldMk cId="2942834870" sldId="2147377529"/>
        </pc:sldMkLst>
        <pc:spChg chg="mod">
          <ac:chgData name="Annabelle STRAFORINI" userId="2bbe7eae-7886-4563-b413-dd641a0ffba3" providerId="ADAL" clId="{B7D74942-F9D6-314F-944E-BD98BA291107}" dt="2025-03-25T12:44:29.163" v="151"/>
          <ac:spMkLst>
            <pc:docMk/>
            <pc:sldMk cId="2942834870" sldId="2147377529"/>
            <ac:spMk id="3" creationId="{E24F4218-B618-98BC-C291-4BADF842810F}"/>
          </ac:spMkLst>
        </pc:spChg>
        <pc:spChg chg="add mod ord">
          <ac:chgData name="Annabelle STRAFORINI" userId="2bbe7eae-7886-4563-b413-dd641a0ffba3" providerId="ADAL" clId="{B7D74942-F9D6-314F-944E-BD98BA291107}" dt="2025-03-25T15:04:19.719" v="154" actId="700"/>
          <ac:spMkLst>
            <pc:docMk/>
            <pc:sldMk cId="2942834870" sldId="2147377529"/>
            <ac:spMk id="5" creationId="{F82B3C6C-3D1C-B539-39E5-9D09CD099F44}"/>
          </ac:spMkLst>
        </pc:spChg>
        <pc:spChg chg="add mod ord">
          <ac:chgData name="Annabelle STRAFORINI" userId="2bbe7eae-7886-4563-b413-dd641a0ffba3" providerId="ADAL" clId="{B7D74942-F9D6-314F-944E-BD98BA291107}" dt="2025-03-25T15:04:19.719" v="154" actId="700"/>
          <ac:spMkLst>
            <pc:docMk/>
            <pc:sldMk cId="2942834870" sldId="2147377529"/>
            <ac:spMk id="6" creationId="{A23B4110-F361-B011-5394-37F4D679945E}"/>
          </ac:spMkLst>
        </pc:spChg>
      </pc:sldChg>
      <pc:sldChg chg="modSp mod">
        <pc:chgData name="Annabelle STRAFORINI" userId="2bbe7eae-7886-4563-b413-dd641a0ffba3" providerId="ADAL" clId="{B7D74942-F9D6-314F-944E-BD98BA291107}" dt="2025-03-25T12:38:33.289" v="55" actId="20577"/>
        <pc:sldMkLst>
          <pc:docMk/>
          <pc:sldMk cId="3884722177" sldId="2147377533"/>
        </pc:sldMkLst>
        <pc:spChg chg="mod">
          <ac:chgData name="Annabelle STRAFORINI" userId="2bbe7eae-7886-4563-b413-dd641a0ffba3" providerId="ADAL" clId="{B7D74942-F9D6-314F-944E-BD98BA291107}" dt="2025-03-25T12:37:24.410" v="17" actId="20577"/>
          <ac:spMkLst>
            <pc:docMk/>
            <pc:sldMk cId="3884722177" sldId="2147377533"/>
            <ac:spMk id="3" creationId="{5BA67B6D-EDA8-4BE2-72A9-EE2073F95BC3}"/>
          </ac:spMkLst>
        </pc:spChg>
        <pc:spChg chg="mod">
          <ac:chgData name="Annabelle STRAFORINI" userId="2bbe7eae-7886-4563-b413-dd641a0ffba3" providerId="ADAL" clId="{B7D74942-F9D6-314F-944E-BD98BA291107}" dt="2025-03-25T12:38:27.131" v="46" actId="20577"/>
          <ac:spMkLst>
            <pc:docMk/>
            <pc:sldMk cId="3884722177" sldId="2147377533"/>
            <ac:spMk id="6" creationId="{05EE176E-2894-1305-4018-90C48C69BA82}"/>
          </ac:spMkLst>
        </pc:spChg>
        <pc:spChg chg="mod">
          <ac:chgData name="Annabelle STRAFORINI" userId="2bbe7eae-7886-4563-b413-dd641a0ffba3" providerId="ADAL" clId="{B7D74942-F9D6-314F-944E-BD98BA291107}" dt="2025-03-25T12:38:33.289" v="55" actId="20577"/>
          <ac:spMkLst>
            <pc:docMk/>
            <pc:sldMk cId="3884722177" sldId="2147377533"/>
            <ac:spMk id="7" creationId="{8FD29A5D-1991-1634-50BD-F9E7DE03CC04}"/>
          </ac:spMkLst>
        </pc:spChg>
        <pc:spChg chg="mod">
          <ac:chgData name="Annabelle STRAFORINI" userId="2bbe7eae-7886-4563-b413-dd641a0ffba3" providerId="ADAL" clId="{B7D74942-F9D6-314F-944E-BD98BA291107}" dt="2025-03-25T12:38:05.412" v="32" actId="207"/>
          <ac:spMkLst>
            <pc:docMk/>
            <pc:sldMk cId="3884722177" sldId="2147377533"/>
            <ac:spMk id="8" creationId="{57CB21EE-12EF-D613-BB9C-7D9D36379519}"/>
          </ac:spMkLst>
        </pc:spChg>
      </pc:sldChg>
      <pc:sldChg chg="addSp delSp modSp del mod">
        <pc:chgData name="Annabelle STRAFORINI" userId="2bbe7eae-7886-4563-b413-dd641a0ffba3" providerId="ADAL" clId="{B7D74942-F9D6-314F-944E-BD98BA291107}" dt="2025-03-25T15:49:49.040" v="332" actId="2696"/>
        <pc:sldMkLst>
          <pc:docMk/>
          <pc:sldMk cId="2862616372" sldId="2147377534"/>
        </pc:sldMkLst>
      </pc:sldChg>
      <pc:sldChg chg="modSp mod">
        <pc:chgData name="Annabelle STRAFORINI" userId="2bbe7eae-7886-4563-b413-dd641a0ffba3" providerId="ADAL" clId="{B7D74942-F9D6-314F-944E-BD98BA291107}" dt="2025-03-25T12:44:32.959" v="152"/>
        <pc:sldMkLst>
          <pc:docMk/>
          <pc:sldMk cId="660945059" sldId="2147377537"/>
        </pc:sldMkLst>
        <pc:spChg chg="mod">
          <ac:chgData name="Annabelle STRAFORINI" userId="2bbe7eae-7886-4563-b413-dd641a0ffba3" providerId="ADAL" clId="{B7D74942-F9D6-314F-944E-BD98BA291107}" dt="2025-03-25T12:44:32.959" v="152"/>
          <ac:spMkLst>
            <pc:docMk/>
            <pc:sldMk cId="660945059" sldId="2147377537"/>
            <ac:spMk id="4" creationId="{98554C42-090B-E9F9-B02F-03E8026E8532}"/>
          </ac:spMkLst>
        </pc:spChg>
      </pc:sldChg>
      <pc:sldChg chg="addSp delSp modSp add mod">
        <pc:chgData name="Annabelle STRAFORINI" userId="2bbe7eae-7886-4563-b413-dd641a0ffba3" providerId="ADAL" clId="{B7D74942-F9D6-314F-944E-BD98BA291107}" dt="2025-03-25T15:57:02.152" v="396" actId="1076"/>
        <pc:sldMkLst>
          <pc:docMk/>
          <pc:sldMk cId="2071010041" sldId="2147377538"/>
        </pc:sldMkLst>
        <pc:spChg chg="mod">
          <ac:chgData name="Annabelle STRAFORINI" userId="2bbe7eae-7886-4563-b413-dd641a0ffba3" providerId="ADAL" clId="{B7D74942-F9D6-314F-944E-BD98BA291107}" dt="2025-03-25T15:49:53.771" v="337" actId="20577"/>
          <ac:spMkLst>
            <pc:docMk/>
            <pc:sldMk cId="2071010041" sldId="2147377538"/>
            <ac:spMk id="4" creationId="{2666BE47-6F5A-3E84-F435-EAF9AABA467F}"/>
          </ac:spMkLst>
        </pc:spChg>
        <pc:spChg chg="mod">
          <ac:chgData name="Annabelle STRAFORINI" userId="2bbe7eae-7886-4563-b413-dd641a0ffba3" providerId="ADAL" clId="{B7D74942-F9D6-314F-944E-BD98BA291107}" dt="2025-03-25T15:53:45.010" v="371"/>
          <ac:spMkLst>
            <pc:docMk/>
            <pc:sldMk cId="2071010041" sldId="2147377538"/>
            <ac:spMk id="9" creationId="{C548B03A-6AB2-59B8-D71E-E60274CAD6C7}"/>
          </ac:spMkLst>
        </pc:spChg>
        <pc:spChg chg="mod">
          <ac:chgData name="Annabelle STRAFORINI" userId="2bbe7eae-7886-4563-b413-dd641a0ffba3" providerId="ADAL" clId="{B7D74942-F9D6-314F-944E-BD98BA291107}" dt="2025-03-25T15:53:45.010" v="371"/>
          <ac:spMkLst>
            <pc:docMk/>
            <pc:sldMk cId="2071010041" sldId="2147377538"/>
            <ac:spMk id="11" creationId="{66CE1AE6-AFB4-5849-70A2-264608045AF3}"/>
          </ac:spMkLst>
        </pc:spChg>
        <pc:spChg chg="mod">
          <ac:chgData name="Annabelle STRAFORINI" userId="2bbe7eae-7886-4563-b413-dd641a0ffba3" providerId="ADAL" clId="{B7D74942-F9D6-314F-944E-BD98BA291107}" dt="2025-03-25T15:49:55.934" v="339" actId="20577"/>
          <ac:spMkLst>
            <pc:docMk/>
            <pc:sldMk cId="2071010041" sldId="2147377538"/>
            <ac:spMk id="13" creationId="{A8AC34E6-14B5-A829-5231-0DF53B46F192}"/>
          </ac:spMkLst>
        </pc:spChg>
        <pc:spChg chg="mod">
          <ac:chgData name="Annabelle STRAFORINI" userId="2bbe7eae-7886-4563-b413-dd641a0ffba3" providerId="ADAL" clId="{B7D74942-F9D6-314F-944E-BD98BA291107}" dt="2025-03-25T15:50:04.153" v="341" actId="20577"/>
          <ac:spMkLst>
            <pc:docMk/>
            <pc:sldMk cId="2071010041" sldId="2147377538"/>
            <ac:spMk id="14" creationId="{C603E133-F879-F715-DDDB-376E58E593FC}"/>
          </ac:spMkLst>
        </pc:spChg>
        <pc:spChg chg="mod">
          <ac:chgData name="Annabelle STRAFORINI" userId="2bbe7eae-7886-4563-b413-dd641a0ffba3" providerId="ADAL" clId="{B7D74942-F9D6-314F-944E-BD98BA291107}" dt="2025-03-25T15:53:53.451" v="374"/>
          <ac:spMkLst>
            <pc:docMk/>
            <pc:sldMk cId="2071010041" sldId="2147377538"/>
            <ac:spMk id="16" creationId="{49BC59C3-3761-DFE4-4CF5-F5FFB1BF2725}"/>
          </ac:spMkLst>
        </pc:spChg>
        <pc:spChg chg="mod">
          <ac:chgData name="Annabelle STRAFORINI" userId="2bbe7eae-7886-4563-b413-dd641a0ffba3" providerId="ADAL" clId="{B7D74942-F9D6-314F-944E-BD98BA291107}" dt="2025-03-25T15:50:30.769" v="346"/>
          <ac:spMkLst>
            <pc:docMk/>
            <pc:sldMk cId="2071010041" sldId="2147377538"/>
            <ac:spMk id="20" creationId="{91767CAF-82FF-4F33-EC31-29CD3658795B}"/>
          </ac:spMkLst>
        </pc:spChg>
        <pc:spChg chg="mod">
          <ac:chgData name="Annabelle STRAFORINI" userId="2bbe7eae-7886-4563-b413-dd641a0ffba3" providerId="ADAL" clId="{B7D74942-F9D6-314F-944E-BD98BA291107}" dt="2025-03-25T15:50:38.072" v="348" actId="20577"/>
          <ac:spMkLst>
            <pc:docMk/>
            <pc:sldMk cId="2071010041" sldId="2147377538"/>
            <ac:spMk id="22" creationId="{EF6E7ACC-CEA3-BC52-9F93-4DC2855CDFEC}"/>
          </ac:spMkLst>
        </pc:spChg>
        <pc:spChg chg="mod">
          <ac:chgData name="Annabelle STRAFORINI" userId="2bbe7eae-7886-4563-b413-dd641a0ffba3" providerId="ADAL" clId="{B7D74942-F9D6-314F-944E-BD98BA291107}" dt="2025-03-25T15:51:28.041" v="365" actId="1076"/>
          <ac:spMkLst>
            <pc:docMk/>
            <pc:sldMk cId="2071010041" sldId="2147377538"/>
            <ac:spMk id="25" creationId="{83D6C13A-93CF-2C6E-578D-394C53BD86F3}"/>
          </ac:spMkLst>
        </pc:spChg>
        <pc:spChg chg="mod">
          <ac:chgData name="Annabelle STRAFORINI" userId="2bbe7eae-7886-4563-b413-dd641a0ffba3" providerId="ADAL" clId="{B7D74942-F9D6-314F-944E-BD98BA291107}" dt="2025-03-25T15:51:03.734" v="360" actId="1076"/>
          <ac:spMkLst>
            <pc:docMk/>
            <pc:sldMk cId="2071010041" sldId="2147377538"/>
            <ac:spMk id="37" creationId="{F636D347-CCF8-DB01-78EE-4AB5468AE335}"/>
          </ac:spMkLst>
        </pc:spChg>
        <pc:spChg chg="mod">
          <ac:chgData name="Annabelle STRAFORINI" userId="2bbe7eae-7886-4563-b413-dd641a0ffba3" providerId="ADAL" clId="{B7D74942-F9D6-314F-944E-BD98BA291107}" dt="2025-03-25T15:54:36.606" v="383"/>
          <ac:spMkLst>
            <pc:docMk/>
            <pc:sldMk cId="2071010041" sldId="2147377538"/>
            <ac:spMk id="41" creationId="{93A4C841-95E1-83F2-A93D-D231E24D15BB}"/>
          </ac:spMkLst>
        </pc:spChg>
        <pc:spChg chg="mod">
          <ac:chgData name="Annabelle STRAFORINI" userId="2bbe7eae-7886-4563-b413-dd641a0ffba3" providerId="ADAL" clId="{B7D74942-F9D6-314F-944E-BD98BA291107}" dt="2025-03-25T15:54:36.606" v="383"/>
          <ac:spMkLst>
            <pc:docMk/>
            <pc:sldMk cId="2071010041" sldId="2147377538"/>
            <ac:spMk id="42" creationId="{BBE763A8-818F-09B2-762B-F7934DE0D12E}"/>
          </ac:spMkLst>
        </pc:spChg>
        <pc:spChg chg="mod">
          <ac:chgData name="Annabelle STRAFORINI" userId="2bbe7eae-7886-4563-b413-dd641a0ffba3" providerId="ADAL" clId="{B7D74942-F9D6-314F-944E-BD98BA291107}" dt="2025-03-25T15:54:54.493" v="389"/>
          <ac:spMkLst>
            <pc:docMk/>
            <pc:sldMk cId="2071010041" sldId="2147377538"/>
            <ac:spMk id="45" creationId="{26DE5850-7A06-461E-9640-2C0D9F691947}"/>
          </ac:spMkLst>
        </pc:spChg>
        <pc:spChg chg="mod">
          <ac:chgData name="Annabelle STRAFORINI" userId="2bbe7eae-7886-4563-b413-dd641a0ffba3" providerId="ADAL" clId="{B7D74942-F9D6-314F-944E-BD98BA291107}" dt="2025-03-25T15:54:54.493" v="389"/>
          <ac:spMkLst>
            <pc:docMk/>
            <pc:sldMk cId="2071010041" sldId="2147377538"/>
            <ac:spMk id="48" creationId="{1188DB33-777C-9FA9-E855-82C91D5FFDB3}"/>
          </ac:spMkLst>
        </pc:spChg>
        <pc:spChg chg="mod">
          <ac:chgData name="Annabelle STRAFORINI" userId="2bbe7eae-7886-4563-b413-dd641a0ffba3" providerId="ADAL" clId="{B7D74942-F9D6-314F-944E-BD98BA291107}" dt="2025-03-25T15:51:22.165" v="364"/>
          <ac:spMkLst>
            <pc:docMk/>
            <pc:sldMk cId="2071010041" sldId="2147377538"/>
            <ac:spMk id="49" creationId="{14B59E3B-B9CB-1815-B6AA-ED6A333FDC15}"/>
          </ac:spMkLst>
        </pc:spChg>
        <pc:spChg chg="mod">
          <ac:chgData name="Annabelle STRAFORINI" userId="2bbe7eae-7886-4563-b413-dd641a0ffba3" providerId="ADAL" clId="{B7D74942-F9D6-314F-944E-BD98BA291107}" dt="2025-03-25T15:54:54.493" v="389"/>
          <ac:spMkLst>
            <pc:docMk/>
            <pc:sldMk cId="2071010041" sldId="2147377538"/>
            <ac:spMk id="52" creationId="{9A876D41-33A3-5C7E-3200-B32D012335A1}"/>
          </ac:spMkLst>
        </pc:spChg>
        <pc:spChg chg="mod">
          <ac:chgData name="Annabelle STRAFORINI" userId="2bbe7eae-7886-4563-b413-dd641a0ffba3" providerId="ADAL" clId="{B7D74942-F9D6-314F-944E-BD98BA291107}" dt="2025-03-25T15:50:39.992" v="351" actId="20577"/>
          <ac:spMkLst>
            <pc:docMk/>
            <pc:sldMk cId="2071010041" sldId="2147377538"/>
            <ac:spMk id="71" creationId="{713DFF0A-67AB-DF1C-B04B-0F38D5CB8DEF}"/>
          </ac:spMkLst>
        </pc:spChg>
        <pc:spChg chg="mod topLvl">
          <ac:chgData name="Annabelle STRAFORINI" userId="2bbe7eae-7886-4563-b413-dd641a0ffba3" providerId="ADAL" clId="{B7D74942-F9D6-314F-944E-BD98BA291107}" dt="2025-03-25T15:54:45.206" v="387" actId="165"/>
          <ac:spMkLst>
            <pc:docMk/>
            <pc:sldMk cId="2071010041" sldId="2147377538"/>
            <ac:spMk id="77" creationId="{9DE0DC60-83AD-C170-DE84-E0C5D1EA6F39}"/>
          </ac:spMkLst>
        </pc:spChg>
        <pc:spChg chg="mod">
          <ac:chgData name="Annabelle STRAFORINI" userId="2bbe7eae-7886-4563-b413-dd641a0ffba3" providerId="ADAL" clId="{B7D74942-F9D6-314F-944E-BD98BA291107}" dt="2025-03-25T15:51:47" v="366"/>
          <ac:spMkLst>
            <pc:docMk/>
            <pc:sldMk cId="2071010041" sldId="2147377538"/>
            <ac:spMk id="78" creationId="{11B6ADE6-63E8-A49A-7ADF-BCA101A132F3}"/>
          </ac:spMkLst>
        </pc:spChg>
        <pc:spChg chg="mod">
          <ac:chgData name="Annabelle STRAFORINI" userId="2bbe7eae-7886-4563-b413-dd641a0ffba3" providerId="ADAL" clId="{B7D74942-F9D6-314F-944E-BD98BA291107}" dt="2025-03-25T15:50:50.345" v="356" actId="20577"/>
          <ac:spMkLst>
            <pc:docMk/>
            <pc:sldMk cId="2071010041" sldId="2147377538"/>
            <ac:spMk id="87" creationId="{C849A013-1E2C-9FDD-08D9-56BFC1D7735F}"/>
          </ac:spMkLst>
        </pc:spChg>
        <pc:spChg chg="mod topLvl">
          <ac:chgData name="Annabelle STRAFORINI" userId="2bbe7eae-7886-4563-b413-dd641a0ffba3" providerId="ADAL" clId="{B7D74942-F9D6-314F-944E-BD98BA291107}" dt="2025-03-25T15:56:54.903" v="393" actId="1076"/>
          <ac:spMkLst>
            <pc:docMk/>
            <pc:sldMk cId="2071010041" sldId="2147377538"/>
            <ac:spMk id="91" creationId="{FFF86761-A836-E2EF-66E9-BFB8EEEC8703}"/>
          </ac:spMkLst>
        </pc:spChg>
        <pc:spChg chg="mod topLvl">
          <ac:chgData name="Annabelle STRAFORINI" userId="2bbe7eae-7886-4563-b413-dd641a0ffba3" providerId="ADAL" clId="{B7D74942-F9D6-314F-944E-BD98BA291107}" dt="2025-03-25T15:54:45.206" v="387" actId="165"/>
          <ac:spMkLst>
            <pc:docMk/>
            <pc:sldMk cId="2071010041" sldId="2147377538"/>
            <ac:spMk id="98" creationId="{86E8A6CA-ECE1-A323-814C-2D7DA7B86AF7}"/>
          </ac:spMkLst>
        </pc:spChg>
        <pc:spChg chg="mod">
          <ac:chgData name="Annabelle STRAFORINI" userId="2bbe7eae-7886-4563-b413-dd641a0ffba3" providerId="ADAL" clId="{B7D74942-F9D6-314F-944E-BD98BA291107}" dt="2025-03-25T15:52:38.825" v="368" actId="20577"/>
          <ac:spMkLst>
            <pc:docMk/>
            <pc:sldMk cId="2071010041" sldId="2147377538"/>
            <ac:spMk id="100" creationId="{24BAE27E-8175-2DA8-610C-2C790702D525}"/>
          </ac:spMkLst>
        </pc:spChg>
        <pc:spChg chg="mod">
          <ac:chgData name="Annabelle STRAFORINI" userId="2bbe7eae-7886-4563-b413-dd641a0ffba3" providerId="ADAL" clId="{B7D74942-F9D6-314F-944E-BD98BA291107}" dt="2025-03-25T15:50:42.041" v="354" actId="20577"/>
          <ac:spMkLst>
            <pc:docMk/>
            <pc:sldMk cId="2071010041" sldId="2147377538"/>
            <ac:spMk id="101" creationId="{0A434109-2DB2-6B2F-2C6E-FA7545D08762}"/>
          </ac:spMkLst>
        </pc:spChg>
        <pc:grpChg chg="add mod">
          <ac:chgData name="Annabelle STRAFORINI" userId="2bbe7eae-7886-4563-b413-dd641a0ffba3" providerId="ADAL" clId="{B7D74942-F9D6-314F-944E-BD98BA291107}" dt="2025-03-25T15:54:00.067" v="376" actId="1076"/>
          <ac:grpSpMkLst>
            <pc:docMk/>
            <pc:sldMk cId="2071010041" sldId="2147377538"/>
            <ac:grpSpMk id="2" creationId="{5576422C-3D7F-64C3-776F-17C8236AFA82}"/>
          </ac:grpSpMkLst>
        </pc:grpChg>
        <pc:grpChg chg="add mod">
          <ac:chgData name="Annabelle STRAFORINI" userId="2bbe7eae-7886-4563-b413-dd641a0ffba3" providerId="ADAL" clId="{B7D74942-F9D6-314F-944E-BD98BA291107}" dt="2025-03-25T15:54:01.551" v="377" actId="1076"/>
          <ac:grpSpMkLst>
            <pc:docMk/>
            <pc:sldMk cId="2071010041" sldId="2147377538"/>
            <ac:grpSpMk id="12" creationId="{5E00B1A0-A50C-51A3-3EA3-E634229E8A14}"/>
          </ac:grpSpMkLst>
        </pc:grpChg>
        <pc:grpChg chg="add del mod">
          <ac:chgData name="Annabelle STRAFORINI" userId="2bbe7eae-7886-4563-b413-dd641a0ffba3" providerId="ADAL" clId="{B7D74942-F9D6-314F-944E-BD98BA291107}" dt="2025-03-25T15:54:43.646" v="386" actId="478"/>
          <ac:grpSpMkLst>
            <pc:docMk/>
            <pc:sldMk cId="2071010041" sldId="2147377538"/>
            <ac:grpSpMk id="26" creationId="{41B63650-CE6F-CD77-5CF3-A6833389FC6B}"/>
          </ac:grpSpMkLst>
        </pc:grpChg>
        <pc:grpChg chg="add mod">
          <ac:chgData name="Annabelle STRAFORINI" userId="2bbe7eae-7886-4563-b413-dd641a0ffba3" providerId="ADAL" clId="{B7D74942-F9D6-314F-944E-BD98BA291107}" dt="2025-03-25T15:56:51.721" v="392" actId="1076"/>
          <ac:grpSpMkLst>
            <pc:docMk/>
            <pc:sldMk cId="2071010041" sldId="2147377538"/>
            <ac:grpSpMk id="43" creationId="{961526C8-543C-417D-DE2D-EBEA9FD0F263}"/>
          </ac:grpSpMkLst>
        </pc:grpChg>
        <pc:grpChg chg="add mod">
          <ac:chgData name="Annabelle STRAFORINI" userId="2bbe7eae-7886-4563-b413-dd641a0ffba3" providerId="ADAL" clId="{B7D74942-F9D6-314F-944E-BD98BA291107}" dt="2025-03-25T15:57:02.152" v="396" actId="1076"/>
          <ac:grpSpMkLst>
            <pc:docMk/>
            <pc:sldMk cId="2071010041" sldId="2147377538"/>
            <ac:grpSpMk id="46" creationId="{6E7E8ED5-3B39-E7CA-2BD8-310D980915DF}"/>
          </ac:grpSpMkLst>
        </pc:grpChg>
        <pc:picChg chg="mod">
          <ac:chgData name="Annabelle STRAFORINI" userId="2bbe7eae-7886-4563-b413-dd641a0ffba3" providerId="ADAL" clId="{B7D74942-F9D6-314F-944E-BD98BA291107}" dt="2025-03-25T15:53:45.010" v="371"/>
          <ac:picMkLst>
            <pc:docMk/>
            <pc:sldMk cId="2071010041" sldId="2147377538"/>
            <ac:picMk id="5" creationId="{1B9FBDE5-1E52-E9C5-7107-B4599DCDF98F}"/>
          </ac:picMkLst>
        </pc:picChg>
        <pc:picChg chg="mod">
          <ac:chgData name="Annabelle STRAFORINI" userId="2bbe7eae-7886-4563-b413-dd641a0ffba3" providerId="ADAL" clId="{B7D74942-F9D6-314F-944E-BD98BA291107}" dt="2025-03-25T15:53:45.010" v="371"/>
          <ac:picMkLst>
            <pc:docMk/>
            <pc:sldMk cId="2071010041" sldId="2147377538"/>
            <ac:picMk id="7" creationId="{DB871CD1-EE1B-4AAF-B757-4C75C4AA1EBA}"/>
          </ac:picMkLst>
        </pc:picChg>
        <pc:picChg chg="mod">
          <ac:chgData name="Annabelle STRAFORINI" userId="2bbe7eae-7886-4563-b413-dd641a0ffba3" providerId="ADAL" clId="{B7D74942-F9D6-314F-944E-BD98BA291107}" dt="2025-03-25T15:53:45.010" v="371"/>
          <ac:picMkLst>
            <pc:docMk/>
            <pc:sldMk cId="2071010041" sldId="2147377538"/>
            <ac:picMk id="8" creationId="{4D1F8E00-157B-47DF-AEEB-5FEF8AC50109}"/>
          </ac:picMkLst>
        </pc:picChg>
        <pc:picChg chg="mod">
          <ac:chgData name="Annabelle STRAFORINI" userId="2bbe7eae-7886-4563-b413-dd641a0ffba3" providerId="ADAL" clId="{B7D74942-F9D6-314F-944E-BD98BA291107}" dt="2025-03-25T15:53:45.010" v="371"/>
          <ac:picMkLst>
            <pc:docMk/>
            <pc:sldMk cId="2071010041" sldId="2147377538"/>
            <ac:picMk id="10" creationId="{0442A1C0-D562-6D6F-7D37-440A58F9BCA3}"/>
          </ac:picMkLst>
        </pc:picChg>
        <pc:picChg chg="mod">
          <ac:chgData name="Annabelle STRAFORINI" userId="2bbe7eae-7886-4563-b413-dd641a0ffba3" providerId="ADAL" clId="{B7D74942-F9D6-314F-944E-BD98BA291107}" dt="2025-03-25T15:53:53.451" v="374"/>
          <ac:picMkLst>
            <pc:docMk/>
            <pc:sldMk cId="2071010041" sldId="2147377538"/>
            <ac:picMk id="15" creationId="{C1EB02FB-9F72-CC38-9583-9B814DCACB68}"/>
          </ac:picMkLst>
        </pc:picChg>
        <pc:picChg chg="mod">
          <ac:chgData name="Annabelle STRAFORINI" userId="2bbe7eae-7886-4563-b413-dd641a0ffba3" providerId="ADAL" clId="{B7D74942-F9D6-314F-944E-BD98BA291107}" dt="2025-03-25T15:51:28.041" v="365" actId="1076"/>
          <ac:picMkLst>
            <pc:docMk/>
            <pc:sldMk cId="2071010041" sldId="2147377538"/>
            <ac:picMk id="23" creationId="{75C5E9A6-90A7-C49C-3697-B16C87E019CD}"/>
          </ac:picMkLst>
        </pc:picChg>
        <pc:picChg chg="mod">
          <ac:chgData name="Annabelle STRAFORINI" userId="2bbe7eae-7886-4563-b413-dd641a0ffba3" providerId="ADAL" clId="{B7D74942-F9D6-314F-944E-BD98BA291107}" dt="2025-03-25T15:54:36.606" v="383"/>
          <ac:picMkLst>
            <pc:docMk/>
            <pc:sldMk cId="2071010041" sldId="2147377538"/>
            <ac:picMk id="27" creationId="{370199F6-A9FC-41F7-36E4-3467A0C95ABC}"/>
          </ac:picMkLst>
        </pc:picChg>
        <pc:picChg chg="mod">
          <ac:chgData name="Annabelle STRAFORINI" userId="2bbe7eae-7886-4563-b413-dd641a0ffba3" providerId="ADAL" clId="{B7D74942-F9D6-314F-944E-BD98BA291107}" dt="2025-03-25T15:54:36.606" v="383"/>
          <ac:picMkLst>
            <pc:docMk/>
            <pc:sldMk cId="2071010041" sldId="2147377538"/>
            <ac:picMk id="40" creationId="{861F2CDC-1C27-79B9-4A22-3E54B365C301}"/>
          </ac:picMkLst>
        </pc:picChg>
        <pc:picChg chg="mod">
          <ac:chgData name="Annabelle STRAFORINI" userId="2bbe7eae-7886-4563-b413-dd641a0ffba3" providerId="ADAL" clId="{B7D74942-F9D6-314F-944E-BD98BA291107}" dt="2025-03-25T15:54:54.493" v="389"/>
          <ac:picMkLst>
            <pc:docMk/>
            <pc:sldMk cId="2071010041" sldId="2147377538"/>
            <ac:picMk id="44" creationId="{DA9A7CB6-8281-5730-470A-3247FD641EEA}"/>
          </ac:picMkLst>
        </pc:picChg>
        <pc:picChg chg="mod">
          <ac:chgData name="Annabelle STRAFORINI" userId="2bbe7eae-7886-4563-b413-dd641a0ffba3" providerId="ADAL" clId="{B7D74942-F9D6-314F-944E-BD98BA291107}" dt="2025-03-25T15:54:54.493" v="389"/>
          <ac:picMkLst>
            <pc:docMk/>
            <pc:sldMk cId="2071010041" sldId="2147377538"/>
            <ac:picMk id="47" creationId="{6A72006B-1C23-3A35-DE6B-DB4DAE55F0B2}"/>
          </ac:picMkLst>
        </pc:picChg>
        <pc:picChg chg="mod">
          <ac:chgData name="Annabelle STRAFORINI" userId="2bbe7eae-7886-4563-b413-dd641a0ffba3" providerId="ADAL" clId="{B7D74942-F9D6-314F-944E-BD98BA291107}" dt="2025-03-25T15:54:54.493" v="389"/>
          <ac:picMkLst>
            <pc:docMk/>
            <pc:sldMk cId="2071010041" sldId="2147377538"/>
            <ac:picMk id="51" creationId="{902BCE76-F07E-0CF2-D1F8-FF2C6EAA5644}"/>
          </ac:picMkLst>
        </pc:picChg>
      </pc:sldChg>
    </pc:docChg>
  </pc:docChgLst>
  <pc:docChgLst>
    <pc:chgData name="Annabelle STRAFORINI" userId="2bbe7eae-7886-4563-b413-dd641a0ffba3" providerId="ADAL" clId="{1D4B13DE-1660-5740-A15D-AEFDABC405E5}"/>
    <pc:docChg chg="modSld">
      <pc:chgData name="Annabelle STRAFORINI" userId="2bbe7eae-7886-4563-b413-dd641a0ffba3" providerId="ADAL" clId="{1D4B13DE-1660-5740-A15D-AEFDABC405E5}" dt="2025-04-17T14:25:54.771" v="0"/>
      <pc:docMkLst>
        <pc:docMk/>
      </pc:docMkLst>
      <pc:sldChg chg="modSp modTransition">
        <pc:chgData name="Annabelle STRAFORINI" userId="2bbe7eae-7886-4563-b413-dd641a0ffba3" providerId="ADAL" clId="{1D4B13DE-1660-5740-A15D-AEFDABC405E5}" dt="2025-04-17T14:25:54.771" v="0"/>
        <pc:sldMkLst>
          <pc:docMk/>
          <pc:sldMk cId="2942834870" sldId="2147377529"/>
        </pc:sldMkLst>
        <pc:spChg chg="mod">
          <ac:chgData name="Annabelle STRAFORINI" userId="2bbe7eae-7886-4563-b413-dd641a0ffba3" providerId="ADAL" clId="{1D4B13DE-1660-5740-A15D-AEFDABC405E5}" dt="2025-04-17T14:25:54.771" v="0"/>
          <ac:spMkLst>
            <pc:docMk/>
            <pc:sldMk cId="2942834870" sldId="2147377529"/>
            <ac:spMk id="5" creationId="{F82B3C6C-3D1C-B539-39E5-9D09CD099F44}"/>
          </ac:spMkLst>
        </pc:spChg>
        <pc:spChg chg="mod">
          <ac:chgData name="Annabelle STRAFORINI" userId="2bbe7eae-7886-4563-b413-dd641a0ffba3" providerId="ADAL" clId="{1D4B13DE-1660-5740-A15D-AEFDABC405E5}" dt="2025-04-17T14:25:54.771" v="0"/>
          <ac:spMkLst>
            <pc:docMk/>
            <pc:sldMk cId="2942834870" sldId="2147377529"/>
            <ac:spMk id="6" creationId="{A23B4110-F361-B011-5394-37F4D679945E}"/>
          </ac:spMkLst>
        </pc:spChg>
      </pc:sldChg>
      <pc:sldChg chg="modSp modTransition">
        <pc:chgData name="Annabelle STRAFORINI" userId="2bbe7eae-7886-4563-b413-dd641a0ffba3" providerId="ADAL" clId="{1D4B13DE-1660-5740-A15D-AEFDABC405E5}" dt="2025-04-17T14:25:54.771" v="0"/>
        <pc:sldMkLst>
          <pc:docMk/>
          <pc:sldMk cId="660945059" sldId="2147377537"/>
        </pc:sldMkLst>
        <pc:spChg chg="mod">
          <ac:chgData name="Annabelle STRAFORINI" userId="2bbe7eae-7886-4563-b413-dd641a0ffba3" providerId="ADAL" clId="{1D4B13DE-1660-5740-A15D-AEFDABC405E5}" dt="2025-04-17T14:25:54.771" v="0"/>
          <ac:spMkLst>
            <pc:docMk/>
            <pc:sldMk cId="660945059" sldId="2147377537"/>
            <ac:spMk id="2" creationId="{15DD8F76-D1F8-F345-86DA-21A3356BD3E5}"/>
          </ac:spMkLst>
        </pc:spChg>
        <pc:spChg chg="mod">
          <ac:chgData name="Annabelle STRAFORINI" userId="2bbe7eae-7886-4563-b413-dd641a0ffba3" providerId="ADAL" clId="{1D4B13DE-1660-5740-A15D-AEFDABC405E5}" dt="2025-04-17T14:25:54.771" v="0"/>
          <ac:spMkLst>
            <pc:docMk/>
            <pc:sldMk cId="660945059" sldId="2147377537"/>
            <ac:spMk id="3" creationId="{048949B8-10D3-5088-25F4-3CDC90C8974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49EF574-D97D-6C49-84C9-0F22C6D585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8437E3B-2107-2E40-B153-8CF3CB4615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1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F9997-F5D3-284F-BE53-EAEFF1776C64}" type="datetimeFigureOut">
              <a:rPr lang="fr-FR" smtClean="0"/>
              <a:t>23/04/2025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7803CBD-65F0-2B44-BF4B-346076FD3D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5A37BAD-B9EB-BF43-A5AA-D1F2592DB4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50E22-A17B-8F43-BE9E-6EC660BF1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68818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1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27185-10FB-4A57-B3F0-45136A811A24}" type="datetimeFigureOut">
              <a:rPr lang="uk-UA" smtClean="0"/>
              <a:t>23.04.25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5599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C3A12-1E0F-412B-B376-8089A55D946C}" type="slidenum">
              <a:rPr lang="uk-UA" smtClean="0"/>
              <a:t>‹N°›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72169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68133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6756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22430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oub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4D9930-3507-CE03-8366-3FD485C92675}"/>
              </a:ext>
            </a:extLst>
          </p:cNvPr>
          <p:cNvSpPr/>
          <p:nvPr userDrawn="1"/>
        </p:nvSpPr>
        <p:spPr>
          <a:xfrm>
            <a:off x="0" y="-1401"/>
            <a:ext cx="9144000" cy="750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8BA64C4D-8D02-CC45-AC18-ED16DD874E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5915465" cy="4515346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930" h="9030692">
                <a:moveTo>
                  <a:pt x="0" y="0"/>
                </a:moveTo>
                <a:lnTo>
                  <a:pt x="11830930" y="0"/>
                </a:lnTo>
                <a:lnTo>
                  <a:pt x="4557932" y="9030692"/>
                </a:lnTo>
                <a:lnTo>
                  <a:pt x="0" y="903069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301FC-15F1-71AD-A974-D1C79686DF6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66617" y="-1401"/>
            <a:ext cx="6882411" cy="4525975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6457071 w 11830930"/>
              <a:gd name="connsiteY2" fmla="*/ 9016624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457071 w 13758204"/>
              <a:gd name="connsiteY2" fmla="*/ 9072894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541478 w 13758204"/>
              <a:gd name="connsiteY2" fmla="*/ 9058826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9764"/>
              <a:gd name="connsiteX1" fmla="*/ 13758204 w 13758204"/>
              <a:gd name="connsiteY1" fmla="*/ 0 h 9089764"/>
              <a:gd name="connsiteX2" fmla="*/ 6479601 w 13758204"/>
              <a:gd name="connsiteY2" fmla="*/ 9089764 h 9089764"/>
              <a:gd name="connsiteX3" fmla="*/ 0 w 13758204"/>
              <a:gd name="connsiteY3" fmla="*/ 9086962 h 9089764"/>
              <a:gd name="connsiteX4" fmla="*/ 0 w 13758204"/>
              <a:gd name="connsiteY4" fmla="*/ 56270 h 9089764"/>
              <a:gd name="connsiteX0" fmla="*/ 0 w 13754766"/>
              <a:gd name="connsiteY0" fmla="*/ 18456 h 9051950"/>
              <a:gd name="connsiteX1" fmla="*/ 13754766 w 13754766"/>
              <a:gd name="connsiteY1" fmla="*/ 0 h 9051950"/>
              <a:gd name="connsiteX2" fmla="*/ 6479601 w 13754766"/>
              <a:gd name="connsiteY2" fmla="*/ 9051950 h 9051950"/>
              <a:gd name="connsiteX3" fmla="*/ 0 w 13754766"/>
              <a:gd name="connsiteY3" fmla="*/ 9049148 h 9051950"/>
              <a:gd name="connsiteX4" fmla="*/ 0 w 13754766"/>
              <a:gd name="connsiteY4" fmla="*/ 18456 h 9051950"/>
              <a:gd name="connsiteX0" fmla="*/ 0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0 w 13764821"/>
              <a:gd name="connsiteY4" fmla="*/ 18456 h 9051950"/>
              <a:gd name="connsiteX0" fmla="*/ 7240249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40249 w 13764821"/>
              <a:gd name="connsiteY4" fmla="*/ 18456 h 9051950"/>
              <a:gd name="connsiteX0" fmla="*/ 7267463 w 13764821"/>
              <a:gd name="connsiteY0" fmla="*/ 7570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  <a:gd name="connsiteX0" fmla="*/ 7267463 w 13764821"/>
              <a:gd name="connsiteY0" fmla="*/ 7570 h 9051950"/>
              <a:gd name="connsiteX1" fmla="*/ 13758395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64821" h="9051950">
                <a:moveTo>
                  <a:pt x="7267463" y="7570"/>
                </a:moveTo>
                <a:lnTo>
                  <a:pt x="13758395" y="0"/>
                </a:lnTo>
                <a:cubicBezTo>
                  <a:pt x="13761747" y="3017317"/>
                  <a:pt x="13761469" y="6034633"/>
                  <a:pt x="13764821" y="9051950"/>
                </a:cubicBezTo>
                <a:lnTo>
                  <a:pt x="0" y="9049148"/>
                </a:lnTo>
                <a:lnTo>
                  <a:pt x="7267463" y="7570"/>
                </a:lnTo>
                <a:close/>
              </a:path>
            </a:pathLst>
          </a:custGeom>
        </p:spPr>
        <p:txBody>
          <a:bodyPr vert="horz"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97BB196-7C10-ADE3-5008-17C3BB9A88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89" y="3988"/>
            <a:ext cx="2758191" cy="45221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BF1AFCF-4041-68A4-D1EA-8568EDCBDC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76640" y="4733761"/>
            <a:ext cx="105403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F85108F-CF8B-6B15-88B2-044846D816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329" y="4700239"/>
            <a:ext cx="3534772" cy="327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sz="1200" dirty="0" err="1"/>
              <a:t>Xxxxxx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376125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ouble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4D9930-3507-CE03-8366-3FD485C92675}"/>
              </a:ext>
            </a:extLst>
          </p:cNvPr>
          <p:cNvSpPr/>
          <p:nvPr userDrawn="1"/>
        </p:nvSpPr>
        <p:spPr>
          <a:xfrm>
            <a:off x="0" y="-1401"/>
            <a:ext cx="9144000" cy="750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8BA64C4D-8D02-CC45-AC18-ED16DD874E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5915465" cy="4515346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930" h="9030692">
                <a:moveTo>
                  <a:pt x="0" y="0"/>
                </a:moveTo>
                <a:lnTo>
                  <a:pt x="11830930" y="0"/>
                </a:lnTo>
                <a:lnTo>
                  <a:pt x="4557932" y="9030692"/>
                </a:lnTo>
                <a:lnTo>
                  <a:pt x="0" y="903069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301FC-15F1-71AD-A974-D1C79686DF6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66617" y="-1401"/>
            <a:ext cx="6882411" cy="4525975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6457071 w 11830930"/>
              <a:gd name="connsiteY2" fmla="*/ 9016624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457071 w 13758204"/>
              <a:gd name="connsiteY2" fmla="*/ 9072894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541478 w 13758204"/>
              <a:gd name="connsiteY2" fmla="*/ 9058826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9764"/>
              <a:gd name="connsiteX1" fmla="*/ 13758204 w 13758204"/>
              <a:gd name="connsiteY1" fmla="*/ 0 h 9089764"/>
              <a:gd name="connsiteX2" fmla="*/ 6479601 w 13758204"/>
              <a:gd name="connsiteY2" fmla="*/ 9089764 h 9089764"/>
              <a:gd name="connsiteX3" fmla="*/ 0 w 13758204"/>
              <a:gd name="connsiteY3" fmla="*/ 9086962 h 9089764"/>
              <a:gd name="connsiteX4" fmla="*/ 0 w 13758204"/>
              <a:gd name="connsiteY4" fmla="*/ 56270 h 9089764"/>
              <a:gd name="connsiteX0" fmla="*/ 0 w 13754766"/>
              <a:gd name="connsiteY0" fmla="*/ 18456 h 9051950"/>
              <a:gd name="connsiteX1" fmla="*/ 13754766 w 13754766"/>
              <a:gd name="connsiteY1" fmla="*/ 0 h 9051950"/>
              <a:gd name="connsiteX2" fmla="*/ 6479601 w 13754766"/>
              <a:gd name="connsiteY2" fmla="*/ 9051950 h 9051950"/>
              <a:gd name="connsiteX3" fmla="*/ 0 w 13754766"/>
              <a:gd name="connsiteY3" fmla="*/ 9049148 h 9051950"/>
              <a:gd name="connsiteX4" fmla="*/ 0 w 13754766"/>
              <a:gd name="connsiteY4" fmla="*/ 18456 h 9051950"/>
              <a:gd name="connsiteX0" fmla="*/ 0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0 w 13764821"/>
              <a:gd name="connsiteY4" fmla="*/ 18456 h 9051950"/>
              <a:gd name="connsiteX0" fmla="*/ 7240249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40249 w 13764821"/>
              <a:gd name="connsiteY4" fmla="*/ 18456 h 9051950"/>
              <a:gd name="connsiteX0" fmla="*/ 7267463 w 13764821"/>
              <a:gd name="connsiteY0" fmla="*/ 7570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  <a:gd name="connsiteX0" fmla="*/ 7267463 w 13764821"/>
              <a:gd name="connsiteY0" fmla="*/ 7570 h 9051950"/>
              <a:gd name="connsiteX1" fmla="*/ 13758395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64821" h="9051950">
                <a:moveTo>
                  <a:pt x="7267463" y="7570"/>
                </a:moveTo>
                <a:lnTo>
                  <a:pt x="13758395" y="0"/>
                </a:lnTo>
                <a:cubicBezTo>
                  <a:pt x="13761747" y="3017317"/>
                  <a:pt x="13761469" y="6034633"/>
                  <a:pt x="13764821" y="9051950"/>
                </a:cubicBezTo>
                <a:lnTo>
                  <a:pt x="0" y="9049148"/>
                </a:lnTo>
                <a:lnTo>
                  <a:pt x="7267463" y="7570"/>
                </a:lnTo>
                <a:close/>
              </a:path>
            </a:pathLst>
          </a:custGeom>
        </p:spPr>
        <p:txBody>
          <a:bodyPr vert="horz"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1E5F4A65-4E5D-B24F-86E9-0F747EA2C4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3329" y="4863741"/>
            <a:ext cx="3534772" cy="1845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i="1" cap="none" spc="0" baseline="0">
                <a:solidFill>
                  <a:schemeClr val="tx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Office / Contact Information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C59FC8DC-7844-D741-8428-4CCFC6EC42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329" y="4633667"/>
            <a:ext cx="3534772" cy="19197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  <a:r>
              <a:rPr lang="en-US" sz="900" dirty="0">
                <a:solidFill>
                  <a:srgbClr val="043962"/>
                </a:solidFill>
                <a:latin typeface="Arial" panose="020B0604020202020204" pitchFamily="34" charset="0"/>
              </a:rPr>
              <a:t>– ALTEN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708853AF-115D-B24B-A066-9DF9CDAA5EEC}"/>
              </a:ext>
            </a:extLst>
          </p:cNvPr>
          <p:cNvSpPr txBox="1">
            <a:spLocks/>
          </p:cNvSpPr>
          <p:nvPr userDrawn="1"/>
        </p:nvSpPr>
        <p:spPr>
          <a:xfrm>
            <a:off x="8115300" y="4753863"/>
            <a:ext cx="72190" cy="256287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13716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 i="0" kern="1200" cap="none" spc="0" baseline="0">
                <a:solidFill>
                  <a:schemeClr val="bg2"/>
                </a:solidFill>
                <a:latin typeface="Avenir" panose="02000503020000020003" pitchFamily="2" charset="0"/>
                <a:ea typeface="Avenir" panose="02000503020000020003" pitchFamily="2" charset="0"/>
                <a:cs typeface="Arial" panose="020B0604020202020204" pitchFamily="34" charset="0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rgbClr val="0093D6"/>
                </a:solidFill>
                <a:latin typeface="Arial" panose="020B0604020202020204" pitchFamily="34" charset="0"/>
              </a:rPr>
              <a:t>I</a:t>
            </a:r>
            <a:endParaRPr lang="en-US" sz="1200">
              <a:solidFill>
                <a:srgbClr val="043962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CC0ADD8E-0A38-9E46-8436-013877CB61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6700" y="4709764"/>
            <a:ext cx="257806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7D5A798-CE6F-3643-8814-912FE15701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8452" y="4709764"/>
            <a:ext cx="257806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9789699B-6296-2746-BE87-82CF33CDD1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916" y="4709764"/>
            <a:ext cx="445320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9519309-63F5-1346-A5C4-6B1391202747}"/>
              </a:ext>
            </a:extLst>
          </p:cNvPr>
          <p:cNvSpPr txBox="1">
            <a:spLocks/>
          </p:cNvSpPr>
          <p:nvPr userDrawn="1"/>
        </p:nvSpPr>
        <p:spPr>
          <a:xfrm>
            <a:off x="8416383" y="4753863"/>
            <a:ext cx="72190" cy="256287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13716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 i="0" kern="1200" cap="none" spc="0" baseline="0">
                <a:solidFill>
                  <a:schemeClr val="bg2"/>
                </a:solidFill>
                <a:latin typeface="Avenir" panose="02000503020000020003" pitchFamily="2" charset="0"/>
                <a:ea typeface="Avenir" panose="02000503020000020003" pitchFamily="2" charset="0"/>
                <a:cs typeface="Arial" panose="020B0604020202020204" pitchFamily="34" charset="0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rgbClr val="0093D6"/>
                </a:solidFill>
                <a:latin typeface="Arial" panose="020B0604020202020204" pitchFamily="34" charset="0"/>
              </a:rPr>
              <a:t>I</a:t>
            </a:r>
            <a:endParaRPr lang="en-US" sz="1200">
              <a:solidFill>
                <a:srgbClr val="043962"/>
              </a:solidFill>
              <a:latin typeface="Arial" panose="020B0604020202020204" pitchFamily="34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1C1890A8-8F10-2C4E-AEE4-DA37B96921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14361" y="4709764"/>
            <a:ext cx="105403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i="0" cap="none" spc="0" baseline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C1 -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97BB196-7C10-ADE3-5008-17C3BB9A88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89" y="3988"/>
            <a:ext cx="2758191" cy="45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66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4600F03-50A4-566B-1FF7-08CCFA474C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4515346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8A9C35-B6A9-FF33-19D0-0269604BE1C9}"/>
              </a:ext>
            </a:extLst>
          </p:cNvPr>
          <p:cNvSpPr/>
          <p:nvPr userDrawn="1"/>
        </p:nvSpPr>
        <p:spPr>
          <a:xfrm>
            <a:off x="0" y="4515347"/>
            <a:ext cx="9144000" cy="628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75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97FEEF0-01C7-6EFD-38F5-E26495CDF3F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76640" y="4709764"/>
            <a:ext cx="105403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0C2556D-7823-D4DD-ACD8-FC561D5636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329" y="4709764"/>
            <a:ext cx="3534772" cy="327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sz="1200" dirty="0" err="1"/>
              <a:t>Xxxxxx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9026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038FECB9-708B-FA4D-ADE1-220229F36A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821" y="0"/>
            <a:ext cx="9066179" cy="5143501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C747F2-4AF1-FB03-279A-7C56F89D7975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</p:spTree>
    <p:extLst>
      <p:ext uri="{BB962C8B-B14F-4D97-AF65-F5344CB8AC3E}">
        <p14:creationId xmlns:p14="http://schemas.microsoft.com/office/powerpoint/2010/main" val="34071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Gradien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7D5D2C8-ABDC-974C-A706-FDAAA8C03AA3}"/>
              </a:ext>
            </a:extLst>
          </p:cNvPr>
          <p:cNvSpPr/>
          <p:nvPr userDrawn="1"/>
        </p:nvSpPr>
        <p:spPr>
          <a:xfrm>
            <a:off x="0" y="0"/>
            <a:ext cx="9144000" cy="5143501"/>
          </a:xfrm>
          <a:prstGeom prst="rect">
            <a:avLst/>
          </a:prstGeom>
          <a:gradFill>
            <a:gsLst>
              <a:gs pos="0">
                <a:schemeClr val="tx1"/>
              </a:gs>
              <a:gs pos="67000">
                <a:schemeClr val="accent4"/>
              </a:gs>
              <a:gs pos="100000">
                <a:schemeClr val="accent1"/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C9706-6D67-FD9A-3187-181E0FE47ECE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</p:spTree>
    <p:extLst>
      <p:ext uri="{BB962C8B-B14F-4D97-AF65-F5344CB8AC3E}">
        <p14:creationId xmlns:p14="http://schemas.microsoft.com/office/powerpoint/2010/main" val="3665974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ou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</p:spTree>
    <p:extLst>
      <p:ext uri="{BB962C8B-B14F-4D97-AF65-F5344CB8AC3E}">
        <p14:creationId xmlns:p14="http://schemas.microsoft.com/office/powerpoint/2010/main" val="373539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897486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- Sub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68430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br>
              <a:rPr lang="en-US" dirty="0"/>
            </a:br>
            <a:r>
              <a:rPr lang="en-US" dirty="0" err="1"/>
              <a:t>xxxxxxxx</a:t>
            </a:r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816762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1189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D5366ED-5254-66E1-C4B1-48A9321C62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00700" y="803502"/>
            <a:ext cx="3352800" cy="3992563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39694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Gre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A5FE561-8091-F74E-9DA6-6FDE0799E017}"/>
              </a:ext>
            </a:extLst>
          </p:cNvPr>
          <p:cNvSpPr/>
          <p:nvPr userDrawn="1"/>
        </p:nvSpPr>
        <p:spPr>
          <a:xfrm>
            <a:off x="0" y="0"/>
            <a:ext cx="9144000" cy="5143501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7A24EC-7493-FA41-91E1-2FEE933688B0}"/>
              </a:ext>
            </a:extLst>
          </p:cNvPr>
          <p:cNvSpPr/>
          <p:nvPr userDrawn="1"/>
        </p:nvSpPr>
        <p:spPr>
          <a:xfrm>
            <a:off x="6186316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8F0FBE-D417-284F-8A43-353CE2102955}"/>
              </a:ext>
            </a:extLst>
          </p:cNvPr>
          <p:cNvSpPr/>
          <p:nvPr userDrawn="1"/>
        </p:nvSpPr>
        <p:spPr>
          <a:xfrm>
            <a:off x="266700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A86E78-2195-B241-9E58-B61566E1468C}"/>
              </a:ext>
            </a:extLst>
          </p:cNvPr>
          <p:cNvSpPr/>
          <p:nvPr userDrawn="1"/>
        </p:nvSpPr>
        <p:spPr>
          <a:xfrm>
            <a:off x="3224867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D315A7B-540B-2F46-A980-C9D98C4690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700" y="844531"/>
            <a:ext cx="2689114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D8F255A7-0FC6-5F41-A4FF-00AE5C1640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4867" y="844531"/>
            <a:ext cx="2689114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BFEAE8FB-9F28-8C47-9672-2D030641A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86273" y="844531"/>
            <a:ext cx="2689200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36005BB1-2A18-1412-B3E2-4711E6EEAB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A4A26D9-FCB7-E0F1-80B6-4E0042DF61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0A2B06-36FA-3F15-B3EE-F643CA16E6D3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</p:spTree>
    <p:extLst>
      <p:ext uri="{BB962C8B-B14F-4D97-AF65-F5344CB8AC3E}">
        <p14:creationId xmlns:p14="http://schemas.microsoft.com/office/powerpoint/2010/main" val="3910440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Sha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09C8A96A-9930-2BC1-03C2-66DFD9DD7CCC}"/>
              </a:ext>
            </a:extLst>
          </p:cNvPr>
          <p:cNvGrpSpPr/>
          <p:nvPr userDrawn="1"/>
        </p:nvGrpSpPr>
        <p:grpSpPr>
          <a:xfrm>
            <a:off x="2721455" y="2588691"/>
            <a:ext cx="352485" cy="2532791"/>
            <a:chOff x="1005775" y="2993044"/>
            <a:chExt cx="352485" cy="22571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0FE47D1-ADEB-85F8-9300-D3561E1AFA9A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A6056A-E563-2526-A284-6078C3DD489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21B6592-1D34-BD20-BCA8-294495D662A9}"/>
              </a:ext>
            </a:extLst>
          </p:cNvPr>
          <p:cNvGrpSpPr/>
          <p:nvPr userDrawn="1"/>
        </p:nvGrpSpPr>
        <p:grpSpPr>
          <a:xfrm>
            <a:off x="5795394" y="2588691"/>
            <a:ext cx="352485" cy="2532791"/>
            <a:chOff x="1005775" y="2993044"/>
            <a:chExt cx="352485" cy="225715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BB516CA-F53E-4329-81CB-1F3C550D2C24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8475ACE-1268-4D24-890E-312DCBA9DE4E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36005BB1-2A18-1412-B3E2-4711E6EEAB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A4A26D9-FCB7-E0F1-80B6-4E0042DF61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A4A7A52-5675-D155-29DF-0ED76FB07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821" y="731622"/>
            <a:ext cx="3001950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Cliquez sur l'icône pour ajouter une image</a:t>
            </a:r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6454436-D76D-5770-F6CF-F59F2224182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73940" y="731622"/>
            <a:ext cx="3073940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Cliquez sur l'icône pour ajouter une image</a:t>
            </a:r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5DE5F90-1C81-33D3-BFC7-09490F06BD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2827" y="731622"/>
            <a:ext cx="3027003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Cliquez sur l'icône pour ajouter une image</a:t>
            </a:r>
            <a:endParaRPr lang="uk-U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7D186F-A923-7CEA-05EA-5974574C99B0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</p:spTree>
    <p:extLst>
      <p:ext uri="{BB962C8B-B14F-4D97-AF65-F5344CB8AC3E}">
        <p14:creationId xmlns:p14="http://schemas.microsoft.com/office/powerpoint/2010/main" val="3074940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80F296-E0E4-4D68-7EFF-D92262F4EB09}"/>
              </a:ext>
            </a:extLst>
          </p:cNvPr>
          <p:cNvGrpSpPr/>
          <p:nvPr userDrawn="1"/>
        </p:nvGrpSpPr>
        <p:grpSpPr>
          <a:xfrm>
            <a:off x="1955161" y="2588691"/>
            <a:ext cx="352485" cy="2532791"/>
            <a:chOff x="1005775" y="2993044"/>
            <a:chExt cx="352485" cy="225715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516E5D4-E0FE-F60D-1065-E735EC662228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4D7254-3FCA-8532-604D-60E49C3126BF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DF4A3595-F4E8-F0AE-83C1-98E45E2EC507}"/>
              </a:ext>
            </a:extLst>
          </p:cNvPr>
          <p:cNvGrpSpPr/>
          <p:nvPr userDrawn="1"/>
        </p:nvGrpSpPr>
        <p:grpSpPr>
          <a:xfrm>
            <a:off x="4228634" y="2588691"/>
            <a:ext cx="352485" cy="2532791"/>
            <a:chOff x="1005775" y="2993044"/>
            <a:chExt cx="352485" cy="225715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BF57457-8F7F-8CAB-A263-156A34E2539B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520AF5-BA2E-FDB7-B841-4CA55D66841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79B0411-E59B-3B1D-5EE2-F21115B2153B}"/>
              </a:ext>
            </a:extLst>
          </p:cNvPr>
          <p:cNvGrpSpPr/>
          <p:nvPr userDrawn="1"/>
        </p:nvGrpSpPr>
        <p:grpSpPr>
          <a:xfrm>
            <a:off x="6502108" y="2588691"/>
            <a:ext cx="352485" cy="2532791"/>
            <a:chOff x="1005775" y="2993044"/>
            <a:chExt cx="352485" cy="225715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3F9FA49-105A-3112-1F71-CEBE46DF371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B936156-A7B0-460F-AB6A-163BE9BB0400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7" name="Espace réservé pour une image  2">
            <a:extLst>
              <a:ext uri="{FF2B5EF4-FFF2-40B4-BE49-F238E27FC236}">
                <a16:creationId xmlns:a16="http://schemas.microsoft.com/office/drawing/2014/main" id="{ADA42CBB-9580-4A44-FF9B-0C485A605B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822" y="716441"/>
            <a:ext cx="2229823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48" name="Espace réservé pour une image  2">
            <a:extLst>
              <a:ext uri="{FF2B5EF4-FFF2-40B4-BE49-F238E27FC236}">
                <a16:creationId xmlns:a16="http://schemas.microsoft.com/office/drawing/2014/main" id="{ECC023EE-3340-E604-C7D2-59A329C8014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307645" y="716441"/>
            <a:ext cx="2253678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9" name="Espace réservé pour une image  2">
            <a:extLst>
              <a:ext uri="{FF2B5EF4-FFF2-40B4-BE49-F238E27FC236}">
                <a16:creationId xmlns:a16="http://schemas.microsoft.com/office/drawing/2014/main" id="{C71DFD0C-560C-0E54-7258-124BB6EB9B6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56235" y="716441"/>
            <a:ext cx="2305796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0" name="Espace réservé pour une image  2">
            <a:extLst>
              <a:ext uri="{FF2B5EF4-FFF2-40B4-BE49-F238E27FC236}">
                <a16:creationId xmlns:a16="http://schemas.microsoft.com/office/drawing/2014/main" id="{6DEFC4A3-0568-88BA-5423-353805351DB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42235" y="716441"/>
            <a:ext cx="2301765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375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b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4172C01A-EE5F-D366-F083-225F7FCC14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822" y="716441"/>
            <a:ext cx="2204772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" name="Espace réservé pour une image  2">
            <a:extLst>
              <a:ext uri="{FF2B5EF4-FFF2-40B4-BE49-F238E27FC236}">
                <a16:creationId xmlns:a16="http://schemas.microsoft.com/office/drawing/2014/main" id="{9E2EF252-34B4-2AFD-0809-1D3FE6AC590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275490" y="716441"/>
            <a:ext cx="2285833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6" name="Espace réservé pour une image  2">
            <a:extLst>
              <a:ext uri="{FF2B5EF4-FFF2-40B4-BE49-F238E27FC236}">
                <a16:creationId xmlns:a16="http://schemas.microsoft.com/office/drawing/2014/main" id="{AB47F0D8-BFA0-D14C-7E4D-C817095D5F5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56235" y="716441"/>
            <a:ext cx="2285833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7" name="Espace réservé pour une image  2">
            <a:extLst>
              <a:ext uri="{FF2B5EF4-FFF2-40B4-BE49-F238E27FC236}">
                <a16:creationId xmlns:a16="http://schemas.microsoft.com/office/drawing/2014/main" id="{0EA0870E-2457-52EC-0725-D591C5B25BB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42235" y="716441"/>
            <a:ext cx="2301765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80F296-E0E4-4D68-7EFF-D92262F4EB09}"/>
              </a:ext>
            </a:extLst>
          </p:cNvPr>
          <p:cNvGrpSpPr/>
          <p:nvPr userDrawn="1"/>
        </p:nvGrpSpPr>
        <p:grpSpPr>
          <a:xfrm>
            <a:off x="1955161" y="2588691"/>
            <a:ext cx="352485" cy="2532791"/>
            <a:chOff x="1005775" y="2993044"/>
            <a:chExt cx="352485" cy="225715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516E5D4-E0FE-F60D-1065-E735EC662228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4D7254-3FCA-8532-604D-60E49C3126BF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DF4A3595-F4E8-F0AE-83C1-98E45E2EC507}"/>
              </a:ext>
            </a:extLst>
          </p:cNvPr>
          <p:cNvGrpSpPr/>
          <p:nvPr userDrawn="1"/>
        </p:nvGrpSpPr>
        <p:grpSpPr>
          <a:xfrm>
            <a:off x="4228634" y="2588691"/>
            <a:ext cx="352485" cy="2532791"/>
            <a:chOff x="1005775" y="2993044"/>
            <a:chExt cx="352485" cy="225715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BF57457-8F7F-8CAB-A263-156A34E2539B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520AF5-BA2E-FDB7-B841-4CA55D66841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79B0411-E59B-3B1D-5EE2-F21115B2153B}"/>
              </a:ext>
            </a:extLst>
          </p:cNvPr>
          <p:cNvGrpSpPr/>
          <p:nvPr userDrawn="1"/>
        </p:nvGrpSpPr>
        <p:grpSpPr>
          <a:xfrm>
            <a:off x="6502108" y="2588691"/>
            <a:ext cx="352485" cy="2532791"/>
            <a:chOff x="1005775" y="2993044"/>
            <a:chExt cx="352485" cy="225715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3F9FA49-105A-3112-1F71-CEBE46DF371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B936156-A7B0-460F-AB6A-163BE9BB0400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0677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3" name="Espace réservé pour une image  2">
            <a:extLst>
              <a:ext uri="{FF2B5EF4-FFF2-40B4-BE49-F238E27FC236}">
                <a16:creationId xmlns:a16="http://schemas.microsoft.com/office/drawing/2014/main" id="{14CBC8BE-5D69-CBA6-6207-131FB5F1B24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822" y="807415"/>
            <a:ext cx="4494178" cy="21651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4" name="Espace réservé pour une image  2">
            <a:extLst>
              <a:ext uri="{FF2B5EF4-FFF2-40B4-BE49-F238E27FC236}">
                <a16:creationId xmlns:a16="http://schemas.microsoft.com/office/drawing/2014/main" id="{16AE3555-A8B7-9D8D-18A7-0227B64E05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65515" y="807415"/>
            <a:ext cx="4572000" cy="21651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5" name="Espace réservé pour une image  2">
            <a:extLst>
              <a:ext uri="{FF2B5EF4-FFF2-40B4-BE49-F238E27FC236}">
                <a16:creationId xmlns:a16="http://schemas.microsoft.com/office/drawing/2014/main" id="{14090784-D02A-E30F-FB01-63468C46D4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822" y="2972593"/>
            <a:ext cx="4494178" cy="21725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6" name="Espace réservé pour une image  2">
            <a:extLst>
              <a:ext uri="{FF2B5EF4-FFF2-40B4-BE49-F238E27FC236}">
                <a16:creationId xmlns:a16="http://schemas.microsoft.com/office/drawing/2014/main" id="{53A71604-94B6-A43B-7715-B2EFDF705A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65515" y="2972593"/>
            <a:ext cx="4572000" cy="21725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156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7" name="Espace réservé pour une image  2">
            <a:extLst>
              <a:ext uri="{FF2B5EF4-FFF2-40B4-BE49-F238E27FC236}">
                <a16:creationId xmlns:a16="http://schemas.microsoft.com/office/drawing/2014/main" id="{5365F327-0104-BC62-C481-BA31EE8A2D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10150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8" name="Espace réservé pour une image  2">
            <a:extLst>
              <a:ext uri="{FF2B5EF4-FFF2-40B4-BE49-F238E27FC236}">
                <a16:creationId xmlns:a16="http://schemas.microsoft.com/office/drawing/2014/main" id="{05BF5E34-6870-3E75-5A81-D65687C1397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31171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9" name="Espace réservé pour une image  2">
            <a:extLst>
              <a:ext uri="{FF2B5EF4-FFF2-40B4-BE49-F238E27FC236}">
                <a16:creationId xmlns:a16="http://schemas.microsoft.com/office/drawing/2014/main" id="{73BAA971-054A-F5CD-6D79-4C93B7FA152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2644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0" name="Espace réservé pour une image  2">
            <a:extLst>
              <a:ext uri="{FF2B5EF4-FFF2-40B4-BE49-F238E27FC236}">
                <a16:creationId xmlns:a16="http://schemas.microsoft.com/office/drawing/2014/main" id="{6DF74874-4261-1F30-DE37-CD6E62C33E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10150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4" name="Espace réservé pour une image  2">
            <a:extLst>
              <a:ext uri="{FF2B5EF4-FFF2-40B4-BE49-F238E27FC236}">
                <a16:creationId xmlns:a16="http://schemas.microsoft.com/office/drawing/2014/main" id="{D0DF507D-EFB5-1032-199E-12F3086C4F0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31171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5" name="Espace réservé pour une image  2">
            <a:extLst>
              <a:ext uri="{FF2B5EF4-FFF2-40B4-BE49-F238E27FC236}">
                <a16:creationId xmlns:a16="http://schemas.microsoft.com/office/drawing/2014/main" id="{73E98BD6-B2A3-5C53-773E-72477FC6D9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82644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799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180CF692-59C3-E998-01AA-17D90D29D86B}"/>
              </a:ext>
            </a:extLst>
          </p:cNvPr>
          <p:cNvGrpSpPr/>
          <p:nvPr userDrawn="1"/>
        </p:nvGrpSpPr>
        <p:grpSpPr>
          <a:xfrm>
            <a:off x="1012038" y="3046343"/>
            <a:ext cx="352485" cy="2066484"/>
            <a:chOff x="1012038" y="3046342"/>
            <a:chExt cx="352485" cy="209907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4339DC2-5D9B-AFC5-97DE-48BA77B27813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F7C9851-6E71-11D9-2EA5-99754EDB4AA9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F64E60B4-5D9F-C771-2C12-00904371B78C}"/>
              </a:ext>
            </a:extLst>
          </p:cNvPr>
          <p:cNvGrpSpPr/>
          <p:nvPr userDrawn="1"/>
        </p:nvGrpSpPr>
        <p:grpSpPr>
          <a:xfrm>
            <a:off x="2327271" y="3046343"/>
            <a:ext cx="352485" cy="2066484"/>
            <a:chOff x="1012038" y="3046342"/>
            <a:chExt cx="352485" cy="2099077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1DC76C1-9DE1-BA84-2D8B-FF61AB94F922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4AC6E28-D4FD-BBF4-61DD-D48B061E5E17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2AF1D636-FDA5-099F-CAAF-84A62EE30099}"/>
              </a:ext>
            </a:extLst>
          </p:cNvPr>
          <p:cNvGrpSpPr/>
          <p:nvPr userDrawn="1"/>
        </p:nvGrpSpPr>
        <p:grpSpPr>
          <a:xfrm>
            <a:off x="3623715" y="3046343"/>
            <a:ext cx="352485" cy="2066484"/>
            <a:chOff x="1012038" y="3046342"/>
            <a:chExt cx="352485" cy="2099077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7497D78-793C-2F41-C847-8059E7E36F71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F6175D5-2C38-5ABC-1882-DF2C3263685E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04E288CB-F0FA-DC3E-4E47-42EDEF37AABB}"/>
              </a:ext>
            </a:extLst>
          </p:cNvPr>
          <p:cNvGrpSpPr/>
          <p:nvPr userDrawn="1"/>
        </p:nvGrpSpPr>
        <p:grpSpPr>
          <a:xfrm>
            <a:off x="4926422" y="3046343"/>
            <a:ext cx="352485" cy="2066484"/>
            <a:chOff x="1012038" y="3046342"/>
            <a:chExt cx="352485" cy="20990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7FB8D5A-C3A4-3CBB-4365-5E5BA192B4C7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44C906F-C320-CF54-7994-5F7139601EF6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1B6CD5D3-409C-AB97-418C-AC422BE65A8F}"/>
              </a:ext>
            </a:extLst>
          </p:cNvPr>
          <p:cNvGrpSpPr/>
          <p:nvPr userDrawn="1"/>
        </p:nvGrpSpPr>
        <p:grpSpPr>
          <a:xfrm>
            <a:off x="6210340" y="3046343"/>
            <a:ext cx="352485" cy="2066484"/>
            <a:chOff x="1012038" y="3046342"/>
            <a:chExt cx="352485" cy="2099077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5C88521-F2B8-D269-4D7F-2D5434D6CC3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F076767-E6E0-BB05-E8E9-03E5F24177BD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16725010-7A10-D80F-870A-F16AFBC90CAA}"/>
              </a:ext>
            </a:extLst>
          </p:cNvPr>
          <p:cNvGrpSpPr/>
          <p:nvPr userDrawn="1"/>
        </p:nvGrpSpPr>
        <p:grpSpPr>
          <a:xfrm>
            <a:off x="7506784" y="3046343"/>
            <a:ext cx="352485" cy="2066484"/>
            <a:chOff x="1012038" y="3046342"/>
            <a:chExt cx="352485" cy="2099077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5FAA746-F0A3-C57A-FC9D-58D7E6643887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E97E8C3-9059-4C28-AA83-8FB33B6D1AC2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6" name="Espace réservé pour une image  2">
            <a:extLst>
              <a:ext uri="{FF2B5EF4-FFF2-40B4-BE49-F238E27FC236}">
                <a16:creationId xmlns:a16="http://schemas.microsoft.com/office/drawing/2014/main" id="{9F466A84-859D-F80A-EB58-0C6E1A3135D2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77822" y="979714"/>
            <a:ext cx="1296442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57" name="Espace réservé pour une image  2">
            <a:extLst>
              <a:ext uri="{FF2B5EF4-FFF2-40B4-BE49-F238E27FC236}">
                <a16:creationId xmlns:a16="http://schemas.microsoft.com/office/drawing/2014/main" id="{92F18E16-1FEC-896F-E1A9-C19C982E1B9C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1368003" y="979714"/>
            <a:ext cx="1305490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58" name="Espace réservé pour une image  2">
            <a:extLst>
              <a:ext uri="{FF2B5EF4-FFF2-40B4-BE49-F238E27FC236}">
                <a16:creationId xmlns:a16="http://schemas.microsoft.com/office/drawing/2014/main" id="{D51C8E2B-31BD-4F6D-8950-D42D44D7A39F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2664446" y="979714"/>
            <a:ext cx="1297646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59" name="Espace réservé pour une image  2">
            <a:extLst>
              <a:ext uri="{FF2B5EF4-FFF2-40B4-BE49-F238E27FC236}">
                <a16:creationId xmlns:a16="http://schemas.microsoft.com/office/drawing/2014/main" id="{BD153C8F-C347-F5F9-859D-6094409B7164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3960891" y="979714"/>
            <a:ext cx="1297644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60" name="Espace réservé pour une image  2">
            <a:extLst>
              <a:ext uri="{FF2B5EF4-FFF2-40B4-BE49-F238E27FC236}">
                <a16:creationId xmlns:a16="http://schemas.microsoft.com/office/drawing/2014/main" id="{61087D28-C7AB-2C1C-9055-C80AB5099552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5257333" y="979714"/>
            <a:ext cx="1315235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61" name="Espace réservé pour une image  2">
            <a:extLst>
              <a:ext uri="{FF2B5EF4-FFF2-40B4-BE49-F238E27FC236}">
                <a16:creationId xmlns:a16="http://schemas.microsoft.com/office/drawing/2014/main" id="{08A7BFC7-C827-A6E5-2762-078D9FF72BAC}"/>
              </a:ext>
            </a:extLst>
          </p:cNvPr>
          <p:cNvSpPr>
            <a:spLocks noGrp="1"/>
          </p:cNvSpPr>
          <p:nvPr userDrawn="1">
            <p:ph type="pic" sz="quarter" idx="21"/>
          </p:nvPr>
        </p:nvSpPr>
        <p:spPr>
          <a:xfrm>
            <a:off x="6553777" y="979714"/>
            <a:ext cx="1314032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62" name="Espace réservé pour une image  2">
            <a:extLst>
              <a:ext uri="{FF2B5EF4-FFF2-40B4-BE49-F238E27FC236}">
                <a16:creationId xmlns:a16="http://schemas.microsoft.com/office/drawing/2014/main" id="{FA40E6E3-3403-FE2E-BB22-8D97B8C4CDD3}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7850222" y="979714"/>
            <a:ext cx="1285500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933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1EE5375-21D0-4C83-9E51-AD35EA23189E}"/>
              </a:ext>
            </a:extLst>
          </p:cNvPr>
          <p:cNvSpPr/>
          <p:nvPr userDrawn="1"/>
        </p:nvSpPr>
        <p:spPr>
          <a:xfrm>
            <a:off x="0" y="0"/>
            <a:ext cx="9144000" cy="5143501"/>
          </a:xfrm>
          <a:prstGeom prst="rect">
            <a:avLst/>
          </a:prstGeom>
          <a:gradFill>
            <a:gsLst>
              <a:gs pos="34000">
                <a:schemeClr val="accent3"/>
              </a:gs>
              <a:gs pos="0">
                <a:schemeClr val="accent3">
                  <a:lumMod val="50000"/>
                </a:schemeClr>
              </a:gs>
              <a:gs pos="100000">
                <a:schemeClr val="accent3"/>
              </a:gs>
              <a:gs pos="62000">
                <a:schemeClr val="accent6"/>
              </a:gs>
            </a:gsLst>
            <a:lin ang="162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9FEBAF6D-207B-1009-FA8F-14654F898F37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chemeClr val="bg1"/>
          </a:solidFill>
        </p:grpSpPr>
        <p:sp>
          <p:nvSpPr>
            <p:cNvPr id="3" name="Forme libre 2">
              <a:extLst>
                <a:ext uri="{FF2B5EF4-FFF2-40B4-BE49-F238E27FC236}">
                  <a16:creationId xmlns:a16="http://schemas.microsoft.com/office/drawing/2014/main" id="{7E7B1906-BED1-3583-DEA3-98BD54AC612E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6B0670AE-CC39-59E4-B951-167A004D670D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4691D5ED-B942-17F7-4BC6-49D4772774A1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0E6A927C-11EF-CFA0-7015-AFC4769702E1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113B7221-A294-24D3-3115-A7BED3A3591A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F5C7F75A-00BF-D41C-ACD9-00B400614C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chemeClr val="bg1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9FA953-4600-2D1E-E98C-0845AE54B9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5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174481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4D9930-3507-CE03-8366-3FD485C92675}"/>
              </a:ext>
            </a:extLst>
          </p:cNvPr>
          <p:cNvSpPr/>
          <p:nvPr userDrawn="1"/>
        </p:nvSpPr>
        <p:spPr>
          <a:xfrm>
            <a:off x="0" y="-1401"/>
            <a:ext cx="9144000" cy="750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8BA64C4D-8D02-CC45-AC18-ED16DD874E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1"/>
            <a:ext cx="5915465" cy="4515346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930" h="9030692">
                <a:moveTo>
                  <a:pt x="0" y="0"/>
                </a:moveTo>
                <a:lnTo>
                  <a:pt x="11830930" y="0"/>
                </a:lnTo>
                <a:lnTo>
                  <a:pt x="4557932" y="9030692"/>
                </a:lnTo>
                <a:lnTo>
                  <a:pt x="0" y="903069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>
              <a:defRPr sz="600"/>
            </a:lvl1pPr>
          </a:lstStyle>
          <a:p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301FC-15F1-71AD-A974-D1C79686DF6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66618" y="-9021"/>
            <a:ext cx="6882411" cy="4525975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6457071 w 11830930"/>
              <a:gd name="connsiteY2" fmla="*/ 9016624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457071 w 13758204"/>
              <a:gd name="connsiteY2" fmla="*/ 9072894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541478 w 13758204"/>
              <a:gd name="connsiteY2" fmla="*/ 9058826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9764"/>
              <a:gd name="connsiteX1" fmla="*/ 13758204 w 13758204"/>
              <a:gd name="connsiteY1" fmla="*/ 0 h 9089764"/>
              <a:gd name="connsiteX2" fmla="*/ 6479601 w 13758204"/>
              <a:gd name="connsiteY2" fmla="*/ 9089764 h 9089764"/>
              <a:gd name="connsiteX3" fmla="*/ 0 w 13758204"/>
              <a:gd name="connsiteY3" fmla="*/ 9086962 h 9089764"/>
              <a:gd name="connsiteX4" fmla="*/ 0 w 13758204"/>
              <a:gd name="connsiteY4" fmla="*/ 56270 h 9089764"/>
              <a:gd name="connsiteX0" fmla="*/ 0 w 13754766"/>
              <a:gd name="connsiteY0" fmla="*/ 18456 h 9051950"/>
              <a:gd name="connsiteX1" fmla="*/ 13754766 w 13754766"/>
              <a:gd name="connsiteY1" fmla="*/ 0 h 9051950"/>
              <a:gd name="connsiteX2" fmla="*/ 6479601 w 13754766"/>
              <a:gd name="connsiteY2" fmla="*/ 9051950 h 9051950"/>
              <a:gd name="connsiteX3" fmla="*/ 0 w 13754766"/>
              <a:gd name="connsiteY3" fmla="*/ 9049148 h 9051950"/>
              <a:gd name="connsiteX4" fmla="*/ 0 w 13754766"/>
              <a:gd name="connsiteY4" fmla="*/ 18456 h 9051950"/>
              <a:gd name="connsiteX0" fmla="*/ 0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0 w 13764821"/>
              <a:gd name="connsiteY4" fmla="*/ 18456 h 9051950"/>
              <a:gd name="connsiteX0" fmla="*/ 7240249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40249 w 13764821"/>
              <a:gd name="connsiteY4" fmla="*/ 18456 h 9051950"/>
              <a:gd name="connsiteX0" fmla="*/ 7267463 w 13764821"/>
              <a:gd name="connsiteY0" fmla="*/ 7570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  <a:gd name="connsiteX0" fmla="*/ 7267463 w 13764821"/>
              <a:gd name="connsiteY0" fmla="*/ 7570 h 9051950"/>
              <a:gd name="connsiteX1" fmla="*/ 13758395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64821" h="9051950">
                <a:moveTo>
                  <a:pt x="7267463" y="7570"/>
                </a:moveTo>
                <a:lnTo>
                  <a:pt x="13758395" y="0"/>
                </a:lnTo>
                <a:cubicBezTo>
                  <a:pt x="13761747" y="3017317"/>
                  <a:pt x="13761469" y="6034633"/>
                  <a:pt x="13764821" y="9051950"/>
                </a:cubicBezTo>
                <a:lnTo>
                  <a:pt x="0" y="9049148"/>
                </a:lnTo>
                <a:lnTo>
                  <a:pt x="7267463" y="7570"/>
                </a:lnTo>
                <a:close/>
              </a:path>
            </a:pathLst>
          </a:custGeom>
        </p:spPr>
        <p:txBody>
          <a:bodyPr vert="horz"/>
          <a:lstStyle>
            <a:lvl1pPr>
              <a:defRPr sz="600"/>
            </a:lvl1pPr>
          </a:lstStyle>
          <a:p>
            <a:endParaRPr lang="uk-U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97BB196-7C10-ADE3-5008-17C3BB9A88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90" y="3988"/>
            <a:ext cx="2758191" cy="4522100"/>
          </a:xfrm>
          <a:prstGeom prst="rect">
            <a:avLst/>
          </a:prstGeom>
        </p:spPr>
      </p:pic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3B35A67B-C75C-B243-AD07-08DEFE5FE9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76640" y="4733761"/>
            <a:ext cx="105403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DFB3F9B-4491-4468-6442-2D96B32361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329" y="4700239"/>
            <a:ext cx="3534772" cy="327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sz="1200" dirty="0" err="1"/>
              <a:t>Xxxxxx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9568073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ti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2FE6F2C-E5F7-354A-BC39-0947976266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3863993-771A-4349-A728-69043C6129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793940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D5366ED-5254-66E1-C4B1-48A9321C62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00700" y="803502"/>
            <a:ext cx="3352800" cy="3992563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81EF5FBE-97F5-87E1-DC50-6B11376C9A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D72CAF2-12BB-351F-F275-588B76993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624422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Gre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A5FE561-8091-F74E-9DA6-6FDE0799E017}"/>
              </a:ext>
            </a:extLst>
          </p:cNvPr>
          <p:cNvSpPr/>
          <p:nvPr userDrawn="1"/>
        </p:nvSpPr>
        <p:spPr>
          <a:xfrm>
            <a:off x="0" y="732987"/>
            <a:ext cx="9144000" cy="4410513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7A24EC-7493-FA41-91E1-2FEE933688B0}"/>
              </a:ext>
            </a:extLst>
          </p:cNvPr>
          <p:cNvSpPr/>
          <p:nvPr userDrawn="1"/>
        </p:nvSpPr>
        <p:spPr>
          <a:xfrm>
            <a:off x="6186316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8F0FBE-D417-284F-8A43-353CE2102955}"/>
              </a:ext>
            </a:extLst>
          </p:cNvPr>
          <p:cNvSpPr/>
          <p:nvPr userDrawn="1"/>
        </p:nvSpPr>
        <p:spPr>
          <a:xfrm>
            <a:off x="266700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A86E78-2195-B241-9E58-B61566E1468C}"/>
              </a:ext>
            </a:extLst>
          </p:cNvPr>
          <p:cNvSpPr/>
          <p:nvPr userDrawn="1"/>
        </p:nvSpPr>
        <p:spPr>
          <a:xfrm>
            <a:off x="3224867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D315A7B-540B-2F46-A980-C9D98C4690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700" y="844531"/>
            <a:ext cx="2689114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D8F255A7-0FC6-5F41-A4FF-00AE5C1640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4867" y="844531"/>
            <a:ext cx="2689114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BFEAE8FB-9F28-8C47-9672-2D030641A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86273" y="844531"/>
            <a:ext cx="2689200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322E563-F6F1-A343-FA7F-F5C18B9C4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41DDDF4-8290-B52E-B88A-6E4D04E337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258523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Sha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09C8A96A-9930-2BC1-03C2-66DFD9DD7CCC}"/>
              </a:ext>
            </a:extLst>
          </p:cNvPr>
          <p:cNvGrpSpPr/>
          <p:nvPr userDrawn="1"/>
        </p:nvGrpSpPr>
        <p:grpSpPr>
          <a:xfrm>
            <a:off x="2721455" y="2588691"/>
            <a:ext cx="352485" cy="2532791"/>
            <a:chOff x="1005775" y="2993044"/>
            <a:chExt cx="352485" cy="22571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0FE47D1-ADEB-85F8-9300-D3561E1AFA9A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A6056A-E563-2526-A284-6078C3DD489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21B6592-1D34-BD20-BCA8-294495D662A9}"/>
              </a:ext>
            </a:extLst>
          </p:cNvPr>
          <p:cNvGrpSpPr/>
          <p:nvPr userDrawn="1"/>
        </p:nvGrpSpPr>
        <p:grpSpPr>
          <a:xfrm>
            <a:off x="5795394" y="2588691"/>
            <a:ext cx="352485" cy="2532791"/>
            <a:chOff x="1005775" y="2993044"/>
            <a:chExt cx="352485" cy="225715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BB516CA-F53E-4329-81CB-1F3C550D2C24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8475ACE-1268-4D24-890E-312DCBA9DE4E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A4A7A52-5675-D155-29DF-0ED76FB07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31622"/>
            <a:ext cx="3079771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Cliquez sur l'icône pour ajouter une image</a:t>
            </a:r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6454436-D76D-5770-F6CF-F59F2224182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73940" y="731622"/>
            <a:ext cx="3073940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Cliquez sur l'icône pour ajouter une image</a:t>
            </a:r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5DE5F90-1C81-33D3-BFC7-09490F06BD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2827" y="731622"/>
            <a:ext cx="3027003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Cliquez sur l'icône pour ajouter une image</a:t>
            </a:r>
            <a:endParaRPr lang="uk-UA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33C49DF-60C1-665F-890F-A4F1DD9106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66166652-169C-9675-8797-4E5FA35334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266204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80F296-E0E4-4D68-7EFF-D92262F4EB09}"/>
              </a:ext>
            </a:extLst>
          </p:cNvPr>
          <p:cNvGrpSpPr/>
          <p:nvPr userDrawn="1"/>
        </p:nvGrpSpPr>
        <p:grpSpPr>
          <a:xfrm>
            <a:off x="1955161" y="2588691"/>
            <a:ext cx="352485" cy="2532791"/>
            <a:chOff x="1005775" y="2993044"/>
            <a:chExt cx="352485" cy="225715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516E5D4-E0FE-F60D-1065-E735EC662228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4D7254-3FCA-8532-604D-60E49C3126BF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DF4A3595-F4E8-F0AE-83C1-98E45E2EC507}"/>
              </a:ext>
            </a:extLst>
          </p:cNvPr>
          <p:cNvGrpSpPr/>
          <p:nvPr userDrawn="1"/>
        </p:nvGrpSpPr>
        <p:grpSpPr>
          <a:xfrm>
            <a:off x="4228634" y="2588691"/>
            <a:ext cx="352485" cy="2532791"/>
            <a:chOff x="1005775" y="2993044"/>
            <a:chExt cx="352485" cy="225715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BF57457-8F7F-8CAB-A263-156A34E2539B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520AF5-BA2E-FDB7-B841-4CA55D66841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79B0411-E59B-3B1D-5EE2-F21115B2153B}"/>
              </a:ext>
            </a:extLst>
          </p:cNvPr>
          <p:cNvGrpSpPr/>
          <p:nvPr userDrawn="1"/>
        </p:nvGrpSpPr>
        <p:grpSpPr>
          <a:xfrm>
            <a:off x="6502108" y="2588691"/>
            <a:ext cx="352485" cy="2532791"/>
            <a:chOff x="1005775" y="2993044"/>
            <a:chExt cx="352485" cy="225715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3F9FA49-105A-3112-1F71-CEBE46DF371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B936156-A7B0-460F-AB6A-163BE9BB0400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7" name="Espace réservé pour une image  2">
            <a:extLst>
              <a:ext uri="{FF2B5EF4-FFF2-40B4-BE49-F238E27FC236}">
                <a16:creationId xmlns:a16="http://schemas.microsoft.com/office/drawing/2014/main" id="{ADA42CBB-9580-4A44-FF9B-0C485A605B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716441"/>
            <a:ext cx="2307645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48" name="Espace réservé pour une image  2">
            <a:extLst>
              <a:ext uri="{FF2B5EF4-FFF2-40B4-BE49-F238E27FC236}">
                <a16:creationId xmlns:a16="http://schemas.microsoft.com/office/drawing/2014/main" id="{ECC023EE-3340-E604-C7D2-59A329C8014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307645" y="716441"/>
            <a:ext cx="2253678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9" name="Espace réservé pour une image  2">
            <a:extLst>
              <a:ext uri="{FF2B5EF4-FFF2-40B4-BE49-F238E27FC236}">
                <a16:creationId xmlns:a16="http://schemas.microsoft.com/office/drawing/2014/main" id="{C71DFD0C-560C-0E54-7258-124BB6EB9B6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56235" y="716441"/>
            <a:ext cx="2305796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0" name="Espace réservé pour une image  2">
            <a:extLst>
              <a:ext uri="{FF2B5EF4-FFF2-40B4-BE49-F238E27FC236}">
                <a16:creationId xmlns:a16="http://schemas.microsoft.com/office/drawing/2014/main" id="{6DEFC4A3-0568-88BA-5423-353805351DB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42235" y="716441"/>
            <a:ext cx="2301765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B47E313-56D4-E99E-BC15-E9D18CC850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AC16EC1-235C-481D-8ED1-F87CAD61EE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2714275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b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4172C01A-EE5F-D366-F083-225F7FCC14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716441"/>
            <a:ext cx="2282594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" name="Espace réservé pour une image  2">
            <a:extLst>
              <a:ext uri="{FF2B5EF4-FFF2-40B4-BE49-F238E27FC236}">
                <a16:creationId xmlns:a16="http://schemas.microsoft.com/office/drawing/2014/main" id="{9E2EF252-34B4-2AFD-0809-1D3FE6AC590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275490" y="716441"/>
            <a:ext cx="2285833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6" name="Espace réservé pour une image  2">
            <a:extLst>
              <a:ext uri="{FF2B5EF4-FFF2-40B4-BE49-F238E27FC236}">
                <a16:creationId xmlns:a16="http://schemas.microsoft.com/office/drawing/2014/main" id="{AB47F0D8-BFA0-D14C-7E4D-C817095D5F5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56235" y="716441"/>
            <a:ext cx="2285833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7" name="Espace réservé pour une image  2">
            <a:extLst>
              <a:ext uri="{FF2B5EF4-FFF2-40B4-BE49-F238E27FC236}">
                <a16:creationId xmlns:a16="http://schemas.microsoft.com/office/drawing/2014/main" id="{0EA0870E-2457-52EC-0725-D591C5B25BB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42235" y="716441"/>
            <a:ext cx="2301765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80F296-E0E4-4D68-7EFF-D92262F4EB09}"/>
              </a:ext>
            </a:extLst>
          </p:cNvPr>
          <p:cNvGrpSpPr/>
          <p:nvPr userDrawn="1"/>
        </p:nvGrpSpPr>
        <p:grpSpPr>
          <a:xfrm>
            <a:off x="1955161" y="2588691"/>
            <a:ext cx="352485" cy="2532791"/>
            <a:chOff x="1005775" y="2993044"/>
            <a:chExt cx="352485" cy="225715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516E5D4-E0FE-F60D-1065-E735EC662228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4D7254-3FCA-8532-604D-60E49C3126BF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DF4A3595-F4E8-F0AE-83C1-98E45E2EC507}"/>
              </a:ext>
            </a:extLst>
          </p:cNvPr>
          <p:cNvGrpSpPr/>
          <p:nvPr userDrawn="1"/>
        </p:nvGrpSpPr>
        <p:grpSpPr>
          <a:xfrm>
            <a:off x="4228634" y="2588691"/>
            <a:ext cx="352485" cy="2532791"/>
            <a:chOff x="1005775" y="2993044"/>
            <a:chExt cx="352485" cy="225715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BF57457-8F7F-8CAB-A263-156A34E2539B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520AF5-BA2E-FDB7-B841-4CA55D66841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79B0411-E59B-3B1D-5EE2-F21115B2153B}"/>
              </a:ext>
            </a:extLst>
          </p:cNvPr>
          <p:cNvGrpSpPr/>
          <p:nvPr userDrawn="1"/>
        </p:nvGrpSpPr>
        <p:grpSpPr>
          <a:xfrm>
            <a:off x="6502108" y="2588691"/>
            <a:ext cx="352485" cy="2532791"/>
            <a:chOff x="1005775" y="2993044"/>
            <a:chExt cx="352485" cy="225715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3F9FA49-105A-3112-1F71-CEBE46DF371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B936156-A7B0-460F-AB6A-163BE9BB0400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E8FBF2A-67B9-35D1-D323-929FDCA3A5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B784936-28C3-E112-3A1C-60875B2C24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151337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3" name="Espace réservé pour une image  2">
            <a:extLst>
              <a:ext uri="{FF2B5EF4-FFF2-40B4-BE49-F238E27FC236}">
                <a16:creationId xmlns:a16="http://schemas.microsoft.com/office/drawing/2014/main" id="{14CBC8BE-5D69-CBA6-6207-131FB5F1B24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85" y="725953"/>
            <a:ext cx="4565515" cy="225413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4" name="Espace réservé pour une image  2">
            <a:extLst>
              <a:ext uri="{FF2B5EF4-FFF2-40B4-BE49-F238E27FC236}">
                <a16:creationId xmlns:a16="http://schemas.microsoft.com/office/drawing/2014/main" id="{16AE3555-A8B7-9D8D-18A7-0227B64E05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65515" y="725953"/>
            <a:ext cx="4572000" cy="225413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5" name="Espace réservé pour une image  2">
            <a:extLst>
              <a:ext uri="{FF2B5EF4-FFF2-40B4-BE49-F238E27FC236}">
                <a16:creationId xmlns:a16="http://schemas.microsoft.com/office/drawing/2014/main" id="{14090784-D02A-E30F-FB01-63468C46D4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85" y="2972593"/>
            <a:ext cx="4565515" cy="21725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6" name="Espace réservé pour une image  2">
            <a:extLst>
              <a:ext uri="{FF2B5EF4-FFF2-40B4-BE49-F238E27FC236}">
                <a16:creationId xmlns:a16="http://schemas.microsoft.com/office/drawing/2014/main" id="{53A71604-94B6-A43B-7715-B2EFDF705A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65515" y="2972593"/>
            <a:ext cx="4572000" cy="21725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356C5B0-8595-A8EE-02CD-BBB7979AB3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DFAFA357-C23A-4D49-A2CC-8E8193F6E2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915038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sp>
        <p:nvSpPr>
          <p:cNvPr id="27" name="Espace réservé pour une image  2">
            <a:extLst>
              <a:ext uri="{FF2B5EF4-FFF2-40B4-BE49-F238E27FC236}">
                <a16:creationId xmlns:a16="http://schemas.microsoft.com/office/drawing/2014/main" id="{5365F327-0104-BC62-C481-BA31EE8A2D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9048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8" name="Espace réservé pour une image  2">
            <a:extLst>
              <a:ext uri="{FF2B5EF4-FFF2-40B4-BE49-F238E27FC236}">
                <a16:creationId xmlns:a16="http://schemas.microsoft.com/office/drawing/2014/main" id="{05BF5E34-6870-3E75-5A81-D65687C1397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10069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9" name="Espace réservé pour une image  2">
            <a:extLst>
              <a:ext uri="{FF2B5EF4-FFF2-40B4-BE49-F238E27FC236}">
                <a16:creationId xmlns:a16="http://schemas.microsoft.com/office/drawing/2014/main" id="{73BAA971-054A-F5CD-6D79-4C93B7FA152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1542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0" name="Espace réservé pour une image  2">
            <a:extLst>
              <a:ext uri="{FF2B5EF4-FFF2-40B4-BE49-F238E27FC236}">
                <a16:creationId xmlns:a16="http://schemas.microsoft.com/office/drawing/2014/main" id="{6DF74874-4261-1F30-DE37-CD6E62C33E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89048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4" name="Espace réservé pour une image  2">
            <a:extLst>
              <a:ext uri="{FF2B5EF4-FFF2-40B4-BE49-F238E27FC236}">
                <a16:creationId xmlns:a16="http://schemas.microsoft.com/office/drawing/2014/main" id="{D0DF507D-EFB5-1032-199E-12F3086C4F0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10069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5" name="Espace réservé pour une image  2">
            <a:extLst>
              <a:ext uri="{FF2B5EF4-FFF2-40B4-BE49-F238E27FC236}">
                <a16:creationId xmlns:a16="http://schemas.microsoft.com/office/drawing/2014/main" id="{73E98BD6-B2A3-5C53-773E-72477FC6D9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61542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1459ED47-D6CE-E057-0666-9DC8964315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BEE137F-30AA-F5E3-1F49-75AEF95DBA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8429022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F7BFB7-67BB-26B5-298B-71533DBA863E}"/>
              </a:ext>
            </a:extLst>
          </p:cNvPr>
          <p:cNvGrpSpPr/>
          <p:nvPr userDrawn="1"/>
        </p:nvGrpSpPr>
        <p:grpSpPr>
          <a:xfrm>
            <a:off x="8457014" y="4952897"/>
            <a:ext cx="534554" cy="52913"/>
            <a:chOff x="8079081" y="5071331"/>
            <a:chExt cx="2091804" cy="207056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16D87B32-BCD7-09B4-6B7F-5DF71B141F8F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BEAC8852-0033-5567-33EC-7E1A95B69D28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AEFE0EB-CCAC-C912-601B-ED569784E6C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7BF5C69-E9E5-DCCE-8255-5459F17AFCFD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414637FD-0B88-E636-4064-CB77C0DA0BD6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675"/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180CF692-59C3-E998-01AA-17D90D29D86B}"/>
              </a:ext>
            </a:extLst>
          </p:cNvPr>
          <p:cNvGrpSpPr/>
          <p:nvPr userDrawn="1"/>
        </p:nvGrpSpPr>
        <p:grpSpPr>
          <a:xfrm>
            <a:off x="1012038" y="3046343"/>
            <a:ext cx="352485" cy="2066484"/>
            <a:chOff x="1012038" y="3046342"/>
            <a:chExt cx="352485" cy="209907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4339DC2-5D9B-AFC5-97DE-48BA77B27813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F7C9851-6E71-11D9-2EA5-99754EDB4AA9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F64E60B4-5D9F-C771-2C12-00904371B78C}"/>
              </a:ext>
            </a:extLst>
          </p:cNvPr>
          <p:cNvGrpSpPr/>
          <p:nvPr userDrawn="1"/>
        </p:nvGrpSpPr>
        <p:grpSpPr>
          <a:xfrm>
            <a:off x="2327271" y="3046343"/>
            <a:ext cx="352485" cy="2066484"/>
            <a:chOff x="1012038" y="3046342"/>
            <a:chExt cx="352485" cy="2099077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1DC76C1-9DE1-BA84-2D8B-FF61AB94F922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4AC6E28-D4FD-BBF4-61DD-D48B061E5E17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2AF1D636-FDA5-099F-CAAF-84A62EE30099}"/>
              </a:ext>
            </a:extLst>
          </p:cNvPr>
          <p:cNvGrpSpPr/>
          <p:nvPr userDrawn="1"/>
        </p:nvGrpSpPr>
        <p:grpSpPr>
          <a:xfrm>
            <a:off x="3623715" y="3046343"/>
            <a:ext cx="352485" cy="2066484"/>
            <a:chOff x="1012038" y="3046342"/>
            <a:chExt cx="352485" cy="2099077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7497D78-793C-2F41-C847-8059E7E36F71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F6175D5-2C38-5ABC-1882-DF2C3263685E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04E288CB-F0FA-DC3E-4E47-42EDEF37AABB}"/>
              </a:ext>
            </a:extLst>
          </p:cNvPr>
          <p:cNvGrpSpPr/>
          <p:nvPr userDrawn="1"/>
        </p:nvGrpSpPr>
        <p:grpSpPr>
          <a:xfrm>
            <a:off x="4926422" y="3046343"/>
            <a:ext cx="352485" cy="2066484"/>
            <a:chOff x="1012038" y="3046342"/>
            <a:chExt cx="352485" cy="20990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7FB8D5A-C3A4-3CBB-4365-5E5BA192B4C7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44C906F-C320-CF54-7994-5F7139601EF6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1B6CD5D3-409C-AB97-418C-AC422BE65A8F}"/>
              </a:ext>
            </a:extLst>
          </p:cNvPr>
          <p:cNvGrpSpPr/>
          <p:nvPr userDrawn="1"/>
        </p:nvGrpSpPr>
        <p:grpSpPr>
          <a:xfrm>
            <a:off x="6210340" y="3046343"/>
            <a:ext cx="352485" cy="2066484"/>
            <a:chOff x="1012038" y="3046342"/>
            <a:chExt cx="352485" cy="2099077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5C88521-F2B8-D269-4D7F-2D5434D6CC3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F076767-E6E0-BB05-E8E9-03E5F24177BD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16725010-7A10-D80F-870A-F16AFBC90CAA}"/>
              </a:ext>
            </a:extLst>
          </p:cNvPr>
          <p:cNvGrpSpPr/>
          <p:nvPr userDrawn="1"/>
        </p:nvGrpSpPr>
        <p:grpSpPr>
          <a:xfrm>
            <a:off x="7506784" y="3046343"/>
            <a:ext cx="352485" cy="2066484"/>
            <a:chOff x="1012038" y="3046342"/>
            <a:chExt cx="352485" cy="2099077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5FAA746-F0A3-C57A-FC9D-58D7E6643887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E97E8C3-9059-4C28-AA83-8FB33B6D1AC2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6" name="Espace réservé pour une image  2">
            <a:extLst>
              <a:ext uri="{FF2B5EF4-FFF2-40B4-BE49-F238E27FC236}">
                <a16:creationId xmlns:a16="http://schemas.microsoft.com/office/drawing/2014/main" id="{9F466A84-859D-F80A-EB58-0C6E1A3135D2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8278" y="979714"/>
            <a:ext cx="1365986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57" name="Espace réservé pour une image  2">
            <a:extLst>
              <a:ext uri="{FF2B5EF4-FFF2-40B4-BE49-F238E27FC236}">
                <a16:creationId xmlns:a16="http://schemas.microsoft.com/office/drawing/2014/main" id="{92F18E16-1FEC-896F-E1A9-C19C982E1B9C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1368003" y="979714"/>
            <a:ext cx="1305490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58" name="Espace réservé pour une image  2">
            <a:extLst>
              <a:ext uri="{FF2B5EF4-FFF2-40B4-BE49-F238E27FC236}">
                <a16:creationId xmlns:a16="http://schemas.microsoft.com/office/drawing/2014/main" id="{D51C8E2B-31BD-4F6D-8950-D42D44D7A39F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2664446" y="979714"/>
            <a:ext cx="1297646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59" name="Espace réservé pour une image  2">
            <a:extLst>
              <a:ext uri="{FF2B5EF4-FFF2-40B4-BE49-F238E27FC236}">
                <a16:creationId xmlns:a16="http://schemas.microsoft.com/office/drawing/2014/main" id="{BD153C8F-C347-F5F9-859D-6094409B7164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3960891" y="979714"/>
            <a:ext cx="1297644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60" name="Espace réservé pour une image  2">
            <a:extLst>
              <a:ext uri="{FF2B5EF4-FFF2-40B4-BE49-F238E27FC236}">
                <a16:creationId xmlns:a16="http://schemas.microsoft.com/office/drawing/2014/main" id="{61087D28-C7AB-2C1C-9055-C80AB5099552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5257333" y="979714"/>
            <a:ext cx="1315235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61" name="Espace réservé pour une image  2">
            <a:extLst>
              <a:ext uri="{FF2B5EF4-FFF2-40B4-BE49-F238E27FC236}">
                <a16:creationId xmlns:a16="http://schemas.microsoft.com/office/drawing/2014/main" id="{08A7BFC7-C827-A6E5-2762-078D9FF72BAC}"/>
              </a:ext>
            </a:extLst>
          </p:cNvPr>
          <p:cNvSpPr>
            <a:spLocks noGrp="1"/>
          </p:cNvSpPr>
          <p:nvPr userDrawn="1">
            <p:ph type="pic" sz="quarter" idx="21"/>
          </p:nvPr>
        </p:nvSpPr>
        <p:spPr>
          <a:xfrm>
            <a:off x="6553777" y="979714"/>
            <a:ext cx="1314032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62" name="Espace réservé pour une image  2">
            <a:extLst>
              <a:ext uri="{FF2B5EF4-FFF2-40B4-BE49-F238E27FC236}">
                <a16:creationId xmlns:a16="http://schemas.microsoft.com/office/drawing/2014/main" id="{FA40E6E3-3403-FE2E-BB22-8D97B8C4CDD3}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7850222" y="979714"/>
            <a:ext cx="1285500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2ABF2B8-DE26-A0E4-0108-6F2954CA6E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0FDD58D-9EDA-C3CC-E0C3-419BD9BB8E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8121454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D2E48F-1983-C93A-F176-6EA92EDBFC63}"/>
              </a:ext>
            </a:extLst>
          </p:cNvPr>
          <p:cNvSpPr/>
          <p:nvPr userDrawn="1"/>
        </p:nvSpPr>
        <p:spPr>
          <a:xfrm>
            <a:off x="0" y="704851"/>
            <a:ext cx="9144000" cy="4438651"/>
          </a:xfrm>
          <a:prstGeom prst="rect">
            <a:avLst/>
          </a:prstGeom>
          <a:gradFill>
            <a:gsLst>
              <a:gs pos="34000">
                <a:schemeClr val="accent3"/>
              </a:gs>
              <a:gs pos="0">
                <a:schemeClr val="accent3">
                  <a:lumMod val="50000"/>
                </a:schemeClr>
              </a:gs>
              <a:gs pos="100000">
                <a:schemeClr val="accent3"/>
              </a:gs>
              <a:gs pos="62000">
                <a:schemeClr val="accent6"/>
              </a:gs>
            </a:gsLst>
            <a:lin ang="162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2FE6F2C-E5F7-354A-BC39-0947976266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3863993-771A-4349-A728-69043C6129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428756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8218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9" r:id="rId1"/>
    <p:sldLayoutId id="2147484818" r:id="rId2"/>
    <p:sldLayoutId id="2147484868" r:id="rId3"/>
    <p:sldLayoutId id="2147484828" r:id="rId4"/>
    <p:sldLayoutId id="2147484834" r:id="rId5"/>
    <p:sldLayoutId id="2147484839" r:id="rId6"/>
    <p:sldLayoutId id="2147484840" r:id="rId7"/>
    <p:sldLayoutId id="2147484836" r:id="rId8"/>
    <p:sldLayoutId id="2147484829" r:id="rId9"/>
    <p:sldLayoutId id="2147484830" r:id="rId10"/>
    <p:sldLayoutId id="2147484858" r:id="rId11"/>
    <p:sldLayoutId id="2147484855" r:id="rId12"/>
    <p:sldLayoutId id="2147484857" r:id="rId13"/>
    <p:sldLayoutId id="2147484859" r:id="rId14"/>
    <p:sldLayoutId id="2147484860" r:id="rId15"/>
    <p:sldLayoutId id="2147484856" r:id="rId16"/>
    <p:sldLayoutId id="2147484841" r:id="rId17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AD1F712-E259-564A-9189-809A18156F61}"/>
              </a:ext>
            </a:extLst>
          </p:cNvPr>
          <p:cNvSpPr/>
          <p:nvPr/>
        </p:nvSpPr>
        <p:spPr>
          <a:xfrm>
            <a:off x="0" y="448442"/>
            <a:ext cx="9144000" cy="279873"/>
          </a:xfrm>
          <a:prstGeom prst="rect">
            <a:avLst/>
          </a:prstGeom>
          <a:gradFill flip="none" rotWithShape="1">
            <a:gsLst>
              <a:gs pos="0">
                <a:srgbClr val="043962"/>
              </a:gs>
              <a:gs pos="100000">
                <a:srgbClr val="1D94C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1FA53D8-D809-D759-0B6B-DBBEC210C811}"/>
              </a:ext>
            </a:extLst>
          </p:cNvPr>
          <p:cNvSpPr txBox="1">
            <a:spLocks/>
          </p:cNvSpPr>
          <p:nvPr/>
        </p:nvSpPr>
        <p:spPr>
          <a:xfrm>
            <a:off x="8580686" y="448441"/>
            <a:ext cx="324036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endParaRPr kumimoji="0" lang="de-DE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9B445B-0330-3F76-9254-483FCE35BD47}"/>
              </a:ext>
            </a:extLst>
          </p:cNvPr>
          <p:cNvSpPr/>
          <p:nvPr userDrawn="1"/>
        </p:nvSpPr>
        <p:spPr>
          <a:xfrm>
            <a:off x="0" y="448442"/>
            <a:ext cx="9144000" cy="279873"/>
          </a:xfrm>
          <a:prstGeom prst="rect">
            <a:avLst/>
          </a:prstGeom>
          <a:gradFill flip="none" rotWithShape="1">
            <a:gsLst>
              <a:gs pos="0">
                <a:srgbClr val="043962"/>
              </a:gs>
              <a:gs pos="100000">
                <a:srgbClr val="1D94C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75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7573106-C403-469D-A227-F000B07F69DB}"/>
              </a:ext>
            </a:extLst>
          </p:cNvPr>
          <p:cNvSpPr txBox="1">
            <a:spLocks/>
          </p:cNvSpPr>
          <p:nvPr userDrawn="1"/>
        </p:nvSpPr>
        <p:spPr>
          <a:xfrm>
            <a:off x="8580686" y="448441"/>
            <a:ext cx="324036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endParaRPr kumimoji="0" lang="de-DE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 5" descr="Une image contenant texte, Graphique, graphisme, affiche&#10;&#10;Le contenu généré par l’IA peut être incorrect.">
            <a:extLst>
              <a:ext uri="{FF2B5EF4-FFF2-40B4-BE49-F238E27FC236}">
                <a16:creationId xmlns:a16="http://schemas.microsoft.com/office/drawing/2014/main" id="{EF790BA9-42A0-E7FA-8D04-2B5130076586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714" y="10905"/>
            <a:ext cx="495490" cy="70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8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1" r:id="rId1"/>
    <p:sldLayoutId id="2147484872" r:id="rId2"/>
    <p:sldLayoutId id="2147484873" r:id="rId3"/>
    <p:sldLayoutId id="2147484874" r:id="rId4"/>
    <p:sldLayoutId id="2147484875" r:id="rId5"/>
    <p:sldLayoutId id="2147484876" r:id="rId6"/>
    <p:sldLayoutId id="2147484877" r:id="rId7"/>
    <p:sldLayoutId id="2147484878" r:id="rId8"/>
    <p:sldLayoutId id="2147484879" r:id="rId9"/>
    <p:sldLayoutId id="2147484880" r:id="rId10"/>
    <p:sldLayoutId id="2147484881" r:id="rId11"/>
  </p:sldLayoutIdLst>
  <p:hf hdr="0" ftr="0" dt="0"/>
  <p:txStyles>
    <p:titleStyle>
      <a:lvl1pPr algn="l" defTabSz="685869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8" indent="-171468" algn="l" defTabSz="68586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1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6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0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05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39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74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08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1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5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69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4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38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1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07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0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75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Espace réservé pour une image  21">
            <a:extLst>
              <a:ext uri="{FF2B5EF4-FFF2-40B4-BE49-F238E27FC236}">
                <a16:creationId xmlns:a16="http://schemas.microsoft.com/office/drawing/2014/main" id="{161DE967-7139-FD9C-B280-5E133927705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9144000" cy="4515346"/>
          </a:xfr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F6D0173-79A3-F95B-05D1-D2357EF86BB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/>
              <a:t>2025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6CE6967-3B55-ECEE-42A2-8316DE6B78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ALTEN Group presentation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2B3188-89ED-EC0D-1802-615FF34128E9}"/>
              </a:ext>
            </a:extLst>
          </p:cNvPr>
          <p:cNvSpPr/>
          <p:nvPr/>
        </p:nvSpPr>
        <p:spPr>
          <a:xfrm>
            <a:off x="389467" y="1007059"/>
            <a:ext cx="4639734" cy="1581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fr-FR" sz="4000" b="1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TUTORIAL</a:t>
            </a:r>
          </a:p>
          <a:p>
            <a:pPr>
              <a:lnSpc>
                <a:spcPct val="80000"/>
              </a:lnSpc>
            </a:pPr>
            <a:r>
              <a:rPr lang="fr-FR" sz="4000" b="1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Use of PPT </a:t>
            </a:r>
            <a:r>
              <a:rPr lang="fr-FR" sz="4000" b="1" dirty="0" err="1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template</a:t>
            </a:r>
            <a:endParaRPr lang="fr-FR" sz="4000" b="1" dirty="0">
              <a:solidFill>
                <a:schemeClr val="bg1"/>
              </a:solidFill>
              <a:effectLst>
                <a:outerShdw blurRad="199628" dist="38100" dir="2700000" sx="101000" sy="101000" algn="tl" rotWithShape="0">
                  <a:prstClr val="black">
                    <a:alpha val="40000"/>
                  </a:prstClr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4B3D318-13CD-D8D2-1A77-07695A92AE6B}"/>
              </a:ext>
            </a:extLst>
          </p:cNvPr>
          <p:cNvSpPr/>
          <p:nvPr/>
        </p:nvSpPr>
        <p:spPr>
          <a:xfrm>
            <a:off x="469434" y="3035019"/>
            <a:ext cx="1639731" cy="302955"/>
          </a:xfrm>
          <a:prstGeom prst="roundRect">
            <a:avLst>
              <a:gd name="adj" fmla="val 50000"/>
            </a:avLst>
          </a:prstGeom>
          <a:solidFill>
            <a:schemeClr val="accent4">
              <a:alpha val="90000"/>
            </a:schemeClr>
          </a:solidFill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NEW 2025 THEME</a:t>
            </a: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E765C302-2DFF-DAAF-C182-BBEB17E0A499}"/>
              </a:ext>
            </a:extLst>
          </p:cNvPr>
          <p:cNvGrpSpPr/>
          <p:nvPr/>
        </p:nvGrpSpPr>
        <p:grpSpPr>
          <a:xfrm>
            <a:off x="4257518" y="3966009"/>
            <a:ext cx="633991" cy="1055605"/>
            <a:chOff x="9818696" y="7980216"/>
            <a:chExt cx="1820103" cy="3030500"/>
          </a:xfrm>
        </p:grpSpPr>
        <p:grpSp>
          <p:nvGrpSpPr>
            <p:cNvPr id="24" name="Graphique 2">
              <a:extLst>
                <a:ext uri="{FF2B5EF4-FFF2-40B4-BE49-F238E27FC236}">
                  <a16:creationId xmlns:a16="http://schemas.microsoft.com/office/drawing/2014/main" id="{72058A3F-C322-798D-842F-D68610DED651}"/>
                </a:ext>
              </a:extLst>
            </p:cNvPr>
            <p:cNvGrpSpPr/>
            <p:nvPr/>
          </p:nvGrpSpPr>
          <p:grpSpPr>
            <a:xfrm>
              <a:off x="9825338" y="7980216"/>
              <a:ext cx="1811562" cy="2713199"/>
              <a:chOff x="9825338" y="7980216"/>
              <a:chExt cx="1811562" cy="2713199"/>
            </a:xfrm>
            <a:solidFill>
              <a:srgbClr val="FFFFFF"/>
            </a:solidFill>
          </p:grpSpPr>
          <p:sp>
            <p:nvSpPr>
              <p:cNvPr id="39" name="Forme libre 38">
                <a:extLst>
                  <a:ext uri="{FF2B5EF4-FFF2-40B4-BE49-F238E27FC236}">
                    <a16:creationId xmlns:a16="http://schemas.microsoft.com/office/drawing/2014/main" id="{369AB5BE-913C-77DE-DEED-6C447755FE6F}"/>
                  </a:ext>
                </a:extLst>
              </p:cNvPr>
              <p:cNvSpPr/>
              <p:nvPr/>
            </p:nvSpPr>
            <p:spPr>
              <a:xfrm>
                <a:off x="9828185" y="7983066"/>
                <a:ext cx="1805869" cy="2708450"/>
              </a:xfrm>
              <a:custGeom>
                <a:avLst/>
                <a:gdLst>
                  <a:gd name="connsiteX0" fmla="*/ 1766013 w 1805869"/>
                  <a:gd name="connsiteY0" fmla="*/ 0 h 2708450"/>
                  <a:gd name="connsiteX1" fmla="*/ 0 w 1805869"/>
                  <a:gd name="connsiteY1" fmla="*/ 0 h 2708450"/>
                  <a:gd name="connsiteX2" fmla="*/ 0 w 1805869"/>
                  <a:gd name="connsiteY2" fmla="*/ 2708450 h 2708450"/>
                  <a:gd name="connsiteX3" fmla="*/ 1805869 w 1805869"/>
                  <a:gd name="connsiteY3" fmla="*/ 2708450 h 2708450"/>
                  <a:gd name="connsiteX4" fmla="*/ 1805869 w 1805869"/>
                  <a:gd name="connsiteY4" fmla="*/ 0 h 2708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5869" h="2708450">
                    <a:moveTo>
                      <a:pt x="1766013" y="0"/>
                    </a:moveTo>
                    <a:lnTo>
                      <a:pt x="0" y="0"/>
                    </a:lnTo>
                    <a:lnTo>
                      <a:pt x="0" y="2708450"/>
                    </a:lnTo>
                    <a:lnTo>
                      <a:pt x="1805869" y="2708450"/>
                    </a:lnTo>
                    <a:lnTo>
                      <a:pt x="18058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18979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GB" sz="675"/>
              </a:p>
            </p:txBody>
          </p:sp>
          <p:sp>
            <p:nvSpPr>
              <p:cNvPr id="40" name="Forme libre 39">
                <a:extLst>
                  <a:ext uri="{FF2B5EF4-FFF2-40B4-BE49-F238E27FC236}">
                    <a16:creationId xmlns:a16="http://schemas.microsoft.com/office/drawing/2014/main" id="{E7A8F7F9-427E-F18B-2145-0CAD8BB7CC64}"/>
                  </a:ext>
                </a:extLst>
              </p:cNvPr>
              <p:cNvSpPr/>
              <p:nvPr/>
            </p:nvSpPr>
            <p:spPr>
              <a:xfrm>
                <a:off x="9825338" y="7980216"/>
                <a:ext cx="1811562" cy="2713199"/>
              </a:xfrm>
              <a:custGeom>
                <a:avLst/>
                <a:gdLst>
                  <a:gd name="connsiteX0" fmla="*/ 1811563 w 1811562"/>
                  <a:gd name="connsiteY0" fmla="*/ 2713200 h 2713199"/>
                  <a:gd name="connsiteX1" fmla="*/ 0 w 1811562"/>
                  <a:gd name="connsiteY1" fmla="*/ 2713200 h 2713199"/>
                  <a:gd name="connsiteX2" fmla="*/ 0 w 1811562"/>
                  <a:gd name="connsiteY2" fmla="*/ 0 h 2713199"/>
                  <a:gd name="connsiteX3" fmla="*/ 1810614 w 1811562"/>
                  <a:gd name="connsiteY3" fmla="*/ 0 h 2713199"/>
                  <a:gd name="connsiteX4" fmla="*/ 1810614 w 1811562"/>
                  <a:gd name="connsiteY4" fmla="*/ 2713200 h 2713199"/>
                  <a:gd name="connsiteX5" fmla="*/ 4745 w 1811562"/>
                  <a:gd name="connsiteY5" fmla="*/ 2708450 h 2713199"/>
                  <a:gd name="connsiteX6" fmla="*/ 1805869 w 1811562"/>
                  <a:gd name="connsiteY6" fmla="*/ 2708450 h 2713199"/>
                  <a:gd name="connsiteX7" fmla="*/ 1805869 w 1811562"/>
                  <a:gd name="connsiteY7" fmla="*/ 4750 h 2713199"/>
                  <a:gd name="connsiteX8" fmla="*/ 4745 w 1811562"/>
                  <a:gd name="connsiteY8" fmla="*/ 4750 h 2713199"/>
                  <a:gd name="connsiteX9" fmla="*/ 4745 w 1811562"/>
                  <a:gd name="connsiteY9" fmla="*/ 2708450 h 2713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11562" h="2713199">
                    <a:moveTo>
                      <a:pt x="1811563" y="2713200"/>
                    </a:moveTo>
                    <a:lnTo>
                      <a:pt x="0" y="2713200"/>
                    </a:lnTo>
                    <a:lnTo>
                      <a:pt x="0" y="0"/>
                    </a:lnTo>
                    <a:lnTo>
                      <a:pt x="1810614" y="0"/>
                    </a:lnTo>
                    <a:lnTo>
                      <a:pt x="1810614" y="2713200"/>
                    </a:lnTo>
                    <a:close/>
                    <a:moveTo>
                      <a:pt x="4745" y="2708450"/>
                    </a:moveTo>
                    <a:lnTo>
                      <a:pt x="1805869" y="2708450"/>
                    </a:lnTo>
                    <a:lnTo>
                      <a:pt x="1805869" y="4750"/>
                    </a:lnTo>
                    <a:lnTo>
                      <a:pt x="4745" y="4750"/>
                    </a:lnTo>
                    <a:lnTo>
                      <a:pt x="4745" y="2708450"/>
                    </a:lnTo>
                    <a:close/>
                  </a:path>
                </a:pathLst>
              </a:custGeom>
              <a:solidFill>
                <a:srgbClr val="FFFFFF"/>
              </a:solidFill>
              <a:ln w="18979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GB" sz="675"/>
              </a:p>
            </p:txBody>
          </p:sp>
        </p:grpSp>
        <p:sp>
          <p:nvSpPr>
            <p:cNvPr id="26" name="Forme libre 25">
              <a:extLst>
                <a:ext uri="{FF2B5EF4-FFF2-40B4-BE49-F238E27FC236}">
                  <a16:creationId xmlns:a16="http://schemas.microsoft.com/office/drawing/2014/main" id="{745A838A-FD3F-F3D8-8B75-A7AE2A0CF3C6}"/>
                </a:ext>
              </a:extLst>
            </p:cNvPr>
            <p:cNvSpPr/>
            <p:nvPr/>
          </p:nvSpPr>
          <p:spPr>
            <a:xfrm>
              <a:off x="9868991" y="8023915"/>
              <a:ext cx="1723309" cy="2627699"/>
            </a:xfrm>
            <a:custGeom>
              <a:avLst/>
              <a:gdLst>
                <a:gd name="connsiteX0" fmla="*/ 1526875 w 1723309"/>
                <a:gd name="connsiteY0" fmla="*/ 0 h 2627699"/>
                <a:gd name="connsiteX1" fmla="*/ 1723310 w 1723309"/>
                <a:gd name="connsiteY1" fmla="*/ 0 h 2627699"/>
                <a:gd name="connsiteX2" fmla="*/ 1723310 w 1723309"/>
                <a:gd name="connsiteY2" fmla="*/ 2627700 h 2627699"/>
                <a:gd name="connsiteX3" fmla="*/ 0 w 1723309"/>
                <a:gd name="connsiteY3" fmla="*/ 2627700 h 2627699"/>
                <a:gd name="connsiteX4" fmla="*/ 0 w 1723309"/>
                <a:gd name="connsiteY4" fmla="*/ 2092850 h 2627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3309" h="2627699">
                  <a:moveTo>
                    <a:pt x="1526875" y="0"/>
                  </a:moveTo>
                  <a:lnTo>
                    <a:pt x="1723310" y="0"/>
                  </a:lnTo>
                  <a:lnTo>
                    <a:pt x="1723310" y="2627700"/>
                  </a:lnTo>
                  <a:lnTo>
                    <a:pt x="0" y="2627700"/>
                  </a:lnTo>
                  <a:lnTo>
                    <a:pt x="0" y="2092850"/>
                  </a:lnTo>
                  <a:close/>
                </a:path>
              </a:pathLst>
            </a:custGeom>
            <a:solidFill>
              <a:srgbClr val="FFED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GB" sz="675"/>
            </a:p>
          </p:txBody>
        </p:sp>
        <p:sp>
          <p:nvSpPr>
            <p:cNvPr id="27" name="Forme libre 26">
              <a:extLst>
                <a:ext uri="{FF2B5EF4-FFF2-40B4-BE49-F238E27FC236}">
                  <a16:creationId xmlns:a16="http://schemas.microsoft.com/office/drawing/2014/main" id="{3ED5814C-A047-92AC-DBBD-2DA3E5549BC4}"/>
                </a:ext>
              </a:extLst>
            </p:cNvPr>
            <p:cNvSpPr/>
            <p:nvPr/>
          </p:nvSpPr>
          <p:spPr>
            <a:xfrm>
              <a:off x="9868042" y="8022966"/>
              <a:ext cx="1527824" cy="2089999"/>
            </a:xfrm>
            <a:custGeom>
              <a:avLst/>
              <a:gdLst>
                <a:gd name="connsiteX0" fmla="*/ 0 w 1527824"/>
                <a:gd name="connsiteY0" fmla="*/ 0 h 2089999"/>
                <a:gd name="connsiteX1" fmla="*/ 949 w 1527824"/>
                <a:gd name="connsiteY1" fmla="*/ 2090000 h 2089999"/>
                <a:gd name="connsiteX2" fmla="*/ 1527824 w 1527824"/>
                <a:gd name="connsiteY2" fmla="*/ 950 h 208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7824" h="2089999">
                  <a:moveTo>
                    <a:pt x="0" y="0"/>
                  </a:moveTo>
                  <a:lnTo>
                    <a:pt x="949" y="2090000"/>
                  </a:lnTo>
                  <a:lnTo>
                    <a:pt x="1527824" y="950"/>
                  </a:lnTo>
                  <a:close/>
                </a:path>
              </a:pathLst>
            </a:custGeom>
            <a:solidFill>
              <a:srgbClr val="E3061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GB" sz="675"/>
            </a:p>
          </p:txBody>
        </p:sp>
        <p:sp>
          <p:nvSpPr>
            <p:cNvPr id="28" name="Forme libre 27">
              <a:extLst>
                <a:ext uri="{FF2B5EF4-FFF2-40B4-BE49-F238E27FC236}">
                  <a16:creationId xmlns:a16="http://schemas.microsoft.com/office/drawing/2014/main" id="{D1129866-2C17-7016-6BA8-36D3D34B2375}"/>
                </a:ext>
              </a:extLst>
            </p:cNvPr>
            <p:cNvSpPr/>
            <p:nvPr/>
          </p:nvSpPr>
          <p:spPr>
            <a:xfrm>
              <a:off x="9832930" y="7987816"/>
              <a:ext cx="1796379" cy="2698000"/>
            </a:xfrm>
            <a:custGeom>
              <a:avLst/>
              <a:gdLst>
                <a:gd name="connsiteX0" fmla="*/ 0 w 1796379"/>
                <a:gd name="connsiteY0" fmla="*/ 0 h 2698000"/>
                <a:gd name="connsiteX1" fmla="*/ 0 w 1796379"/>
                <a:gd name="connsiteY1" fmla="*/ 2698000 h 2698000"/>
                <a:gd name="connsiteX2" fmla="*/ 1796380 w 1796379"/>
                <a:gd name="connsiteY2" fmla="*/ 2698000 h 2698000"/>
                <a:gd name="connsiteX3" fmla="*/ 1796380 w 1796379"/>
                <a:gd name="connsiteY3" fmla="*/ 0 h 2698000"/>
                <a:gd name="connsiteX4" fmla="*/ 0 w 1796379"/>
                <a:gd name="connsiteY4" fmla="*/ 0 h 2698000"/>
                <a:gd name="connsiteX5" fmla="*/ 1725208 w 1796379"/>
                <a:gd name="connsiteY5" fmla="*/ 71250 h 2698000"/>
                <a:gd name="connsiteX6" fmla="*/ 1725208 w 1796379"/>
                <a:gd name="connsiteY6" fmla="*/ 2627700 h 2698000"/>
                <a:gd name="connsiteX7" fmla="*/ 70223 w 1796379"/>
                <a:gd name="connsiteY7" fmla="*/ 2627700 h 2698000"/>
                <a:gd name="connsiteX8" fmla="*/ 70223 w 1796379"/>
                <a:gd name="connsiteY8" fmla="*/ 71250 h 2698000"/>
                <a:gd name="connsiteX9" fmla="*/ 1725208 w 1796379"/>
                <a:gd name="connsiteY9" fmla="*/ 71250 h 269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96379" h="2698000">
                  <a:moveTo>
                    <a:pt x="0" y="0"/>
                  </a:moveTo>
                  <a:lnTo>
                    <a:pt x="0" y="2698000"/>
                  </a:lnTo>
                  <a:lnTo>
                    <a:pt x="1796380" y="2698000"/>
                  </a:lnTo>
                  <a:lnTo>
                    <a:pt x="1796380" y="0"/>
                  </a:lnTo>
                  <a:lnTo>
                    <a:pt x="0" y="0"/>
                  </a:lnTo>
                  <a:close/>
                  <a:moveTo>
                    <a:pt x="1725208" y="71250"/>
                  </a:moveTo>
                  <a:cubicBezTo>
                    <a:pt x="1725208" y="139650"/>
                    <a:pt x="1725208" y="2559300"/>
                    <a:pt x="1725208" y="2627700"/>
                  </a:cubicBezTo>
                  <a:cubicBezTo>
                    <a:pt x="1658781" y="2627700"/>
                    <a:pt x="137599" y="2627700"/>
                    <a:pt x="70223" y="2627700"/>
                  </a:cubicBezTo>
                  <a:cubicBezTo>
                    <a:pt x="70223" y="2559300"/>
                    <a:pt x="70223" y="139650"/>
                    <a:pt x="70223" y="71250"/>
                  </a:cubicBezTo>
                  <a:cubicBezTo>
                    <a:pt x="137599" y="71250"/>
                    <a:pt x="1658781" y="71250"/>
                    <a:pt x="1725208" y="71250"/>
                  </a:cubicBezTo>
                  <a:close/>
                </a:path>
              </a:pathLst>
            </a:custGeom>
            <a:solidFill>
              <a:srgbClr val="0000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GB" sz="675"/>
            </a:p>
          </p:txBody>
        </p:sp>
        <p:sp>
          <p:nvSpPr>
            <p:cNvPr id="29" name="Forme libre 28">
              <a:extLst>
                <a:ext uri="{FF2B5EF4-FFF2-40B4-BE49-F238E27FC236}">
                  <a16:creationId xmlns:a16="http://schemas.microsoft.com/office/drawing/2014/main" id="{64608F58-1BBE-A281-8DD3-5983D7353C82}"/>
                </a:ext>
              </a:extLst>
            </p:cNvPr>
            <p:cNvSpPr/>
            <p:nvPr/>
          </p:nvSpPr>
          <p:spPr>
            <a:xfrm>
              <a:off x="9836726" y="8059066"/>
              <a:ext cx="1533517" cy="2105200"/>
            </a:xfrm>
            <a:custGeom>
              <a:avLst/>
              <a:gdLst>
                <a:gd name="connsiteX0" fmla="*/ 1533518 w 1533517"/>
                <a:gd name="connsiteY0" fmla="*/ 0 h 2105200"/>
                <a:gd name="connsiteX1" fmla="*/ 0 w 1533517"/>
                <a:gd name="connsiteY1" fmla="*/ 2097600 h 2105200"/>
                <a:gd name="connsiteX2" fmla="*/ 177455 w 1533517"/>
                <a:gd name="connsiteY2" fmla="*/ 2105200 h 2105200"/>
                <a:gd name="connsiteX3" fmla="*/ 1520233 w 1533517"/>
                <a:gd name="connsiteY3" fmla="*/ 283100 h 210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517" h="2105200">
                  <a:moveTo>
                    <a:pt x="1533518" y="0"/>
                  </a:moveTo>
                  <a:lnTo>
                    <a:pt x="0" y="2097600"/>
                  </a:lnTo>
                  <a:lnTo>
                    <a:pt x="177455" y="2105200"/>
                  </a:lnTo>
                  <a:lnTo>
                    <a:pt x="1520233" y="283100"/>
                  </a:lnTo>
                  <a:close/>
                </a:path>
              </a:pathLst>
            </a:custGeom>
            <a:solidFill>
              <a:srgbClr val="008BD2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GB" sz="675"/>
            </a:p>
          </p:txBody>
        </p:sp>
        <p:sp>
          <p:nvSpPr>
            <p:cNvPr id="30" name="Forme libre 29">
              <a:extLst>
                <a:ext uri="{FF2B5EF4-FFF2-40B4-BE49-F238E27FC236}">
                  <a16:creationId xmlns:a16="http://schemas.microsoft.com/office/drawing/2014/main" id="{6B4A48BC-D185-DC20-D82D-1DF4ED9D27FA}"/>
                </a:ext>
              </a:extLst>
            </p:cNvPr>
            <p:cNvSpPr/>
            <p:nvPr/>
          </p:nvSpPr>
          <p:spPr>
            <a:xfrm>
              <a:off x="10475375" y="8450465"/>
              <a:ext cx="760116" cy="847399"/>
            </a:xfrm>
            <a:custGeom>
              <a:avLst/>
              <a:gdLst>
                <a:gd name="connsiteX0" fmla="*/ 705077 w 760116"/>
                <a:gd name="connsiteY0" fmla="*/ 847400 h 847399"/>
                <a:gd name="connsiteX1" fmla="*/ 0 w 760116"/>
                <a:gd name="connsiteY1" fmla="*/ 381900 h 847399"/>
                <a:gd name="connsiteX2" fmla="*/ 760116 w 760116"/>
                <a:gd name="connsiteY2" fmla="*/ 0 h 847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0116" h="847399">
                  <a:moveTo>
                    <a:pt x="705077" y="847400"/>
                  </a:moveTo>
                  <a:lnTo>
                    <a:pt x="0" y="381900"/>
                  </a:lnTo>
                  <a:lnTo>
                    <a:pt x="760116" y="0"/>
                  </a:lnTo>
                  <a:close/>
                </a:path>
              </a:pathLst>
            </a:custGeom>
            <a:solidFill>
              <a:srgbClr val="0000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GB" sz="675"/>
            </a:p>
          </p:txBody>
        </p:sp>
        <p:sp>
          <p:nvSpPr>
            <p:cNvPr id="31" name="Forme libre 30">
              <a:extLst>
                <a:ext uri="{FF2B5EF4-FFF2-40B4-BE49-F238E27FC236}">
                  <a16:creationId xmlns:a16="http://schemas.microsoft.com/office/drawing/2014/main" id="{2099B209-C304-07DD-27B7-104EE875083D}"/>
                </a:ext>
              </a:extLst>
            </p:cNvPr>
            <p:cNvSpPr/>
            <p:nvPr/>
          </p:nvSpPr>
          <p:spPr>
            <a:xfrm>
              <a:off x="10615821" y="9618965"/>
              <a:ext cx="520978" cy="455050"/>
            </a:xfrm>
            <a:custGeom>
              <a:avLst/>
              <a:gdLst>
                <a:gd name="connsiteX0" fmla="*/ 520979 w 520978"/>
                <a:gd name="connsiteY0" fmla="*/ 454100 h 455050"/>
                <a:gd name="connsiteX1" fmla="*/ 0 w 520978"/>
                <a:gd name="connsiteY1" fmla="*/ 455050 h 455050"/>
                <a:gd name="connsiteX2" fmla="*/ 261913 w 520978"/>
                <a:gd name="connsiteY2" fmla="*/ 0 h 455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0978" h="455050">
                  <a:moveTo>
                    <a:pt x="520979" y="454100"/>
                  </a:moveTo>
                  <a:lnTo>
                    <a:pt x="0" y="455050"/>
                  </a:lnTo>
                  <a:lnTo>
                    <a:pt x="261913" y="0"/>
                  </a:lnTo>
                  <a:close/>
                </a:path>
              </a:pathLst>
            </a:custGeom>
            <a:solidFill>
              <a:srgbClr val="0000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GB" sz="675"/>
            </a:p>
          </p:txBody>
        </p:sp>
        <p:sp>
          <p:nvSpPr>
            <p:cNvPr id="33" name="Forme libre 32">
              <a:extLst>
                <a:ext uri="{FF2B5EF4-FFF2-40B4-BE49-F238E27FC236}">
                  <a16:creationId xmlns:a16="http://schemas.microsoft.com/office/drawing/2014/main" id="{63D9C3B2-477A-2E6E-A69D-4791256C1224}"/>
                </a:ext>
              </a:extLst>
            </p:cNvPr>
            <p:cNvSpPr/>
            <p:nvPr/>
          </p:nvSpPr>
          <p:spPr>
            <a:xfrm>
              <a:off x="10751522" y="10252226"/>
              <a:ext cx="334982" cy="77339"/>
            </a:xfrm>
            <a:custGeom>
              <a:avLst/>
              <a:gdLst>
                <a:gd name="connsiteX0" fmla="*/ 0 w 334982"/>
                <a:gd name="connsiteY0" fmla="*/ 77339 h 77339"/>
                <a:gd name="connsiteX1" fmla="*/ 334983 w 334982"/>
                <a:gd name="connsiteY1" fmla="*/ 77339 h 77339"/>
                <a:gd name="connsiteX2" fmla="*/ 0 w 334982"/>
                <a:gd name="connsiteY2" fmla="*/ 77339 h 7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4982" h="77339">
                  <a:moveTo>
                    <a:pt x="0" y="77339"/>
                  </a:moveTo>
                  <a:cubicBezTo>
                    <a:pt x="949" y="-30010"/>
                    <a:pt x="237240" y="-21461"/>
                    <a:pt x="334983" y="77339"/>
                  </a:cubicBezTo>
                  <a:lnTo>
                    <a:pt x="0" y="77339"/>
                  </a:lnTo>
                  <a:close/>
                </a:path>
              </a:pathLst>
            </a:custGeom>
            <a:solidFill>
              <a:srgbClr val="E3061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GB" sz="675"/>
            </a:p>
          </p:txBody>
        </p:sp>
        <p:sp>
          <p:nvSpPr>
            <p:cNvPr id="34" name="Forme libre 33">
              <a:extLst>
                <a:ext uri="{FF2B5EF4-FFF2-40B4-BE49-F238E27FC236}">
                  <a16:creationId xmlns:a16="http://schemas.microsoft.com/office/drawing/2014/main" id="{62DC7CCC-BCBE-1507-E08D-B8E5E20EE8B1}"/>
                </a:ext>
              </a:extLst>
            </p:cNvPr>
            <p:cNvSpPr/>
            <p:nvPr/>
          </p:nvSpPr>
          <p:spPr>
            <a:xfrm>
              <a:off x="9818696" y="10828316"/>
              <a:ext cx="317901" cy="178599"/>
            </a:xfrm>
            <a:custGeom>
              <a:avLst/>
              <a:gdLst>
                <a:gd name="connsiteX0" fmla="*/ 99641 w 317901"/>
                <a:gd name="connsiteY0" fmla="*/ 141550 h 178599"/>
                <a:gd name="connsiteX1" fmla="*/ 71172 w 317901"/>
                <a:gd name="connsiteY1" fmla="*/ 178600 h 178599"/>
                <a:gd name="connsiteX2" fmla="*/ 0 w 317901"/>
                <a:gd name="connsiteY2" fmla="*/ 178600 h 178599"/>
                <a:gd name="connsiteX3" fmla="*/ 134752 w 317901"/>
                <a:gd name="connsiteY3" fmla="*/ 0 h 178599"/>
                <a:gd name="connsiteX4" fmla="*/ 186945 w 317901"/>
                <a:gd name="connsiteY4" fmla="*/ 0 h 178599"/>
                <a:gd name="connsiteX5" fmla="*/ 317901 w 317901"/>
                <a:gd name="connsiteY5" fmla="*/ 178600 h 178599"/>
                <a:gd name="connsiteX6" fmla="*/ 245780 w 317901"/>
                <a:gd name="connsiteY6" fmla="*/ 178600 h 178599"/>
                <a:gd name="connsiteX7" fmla="*/ 219210 w 317901"/>
                <a:gd name="connsiteY7" fmla="*/ 141550 h 178599"/>
                <a:gd name="connsiteX8" fmla="*/ 99641 w 317901"/>
                <a:gd name="connsiteY8" fmla="*/ 141550 h 178599"/>
                <a:gd name="connsiteX9" fmla="*/ 158476 w 317901"/>
                <a:gd name="connsiteY9" fmla="*/ 51300 h 178599"/>
                <a:gd name="connsiteX10" fmla="*/ 158476 w 317901"/>
                <a:gd name="connsiteY10" fmla="*/ 51300 h 178599"/>
                <a:gd name="connsiteX11" fmla="*/ 119569 w 317901"/>
                <a:gd name="connsiteY11" fmla="*/ 114950 h 178599"/>
                <a:gd name="connsiteX12" fmla="*/ 201179 w 317901"/>
                <a:gd name="connsiteY12" fmla="*/ 114950 h 178599"/>
                <a:gd name="connsiteX13" fmla="*/ 158476 w 317901"/>
                <a:gd name="connsiteY13" fmla="*/ 51300 h 178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7901" h="178599">
                  <a:moveTo>
                    <a:pt x="99641" y="141550"/>
                  </a:moveTo>
                  <a:lnTo>
                    <a:pt x="71172" y="178600"/>
                  </a:lnTo>
                  <a:lnTo>
                    <a:pt x="0" y="178600"/>
                  </a:lnTo>
                  <a:lnTo>
                    <a:pt x="134752" y="0"/>
                  </a:lnTo>
                  <a:lnTo>
                    <a:pt x="186945" y="0"/>
                  </a:lnTo>
                  <a:lnTo>
                    <a:pt x="317901" y="178600"/>
                  </a:lnTo>
                  <a:lnTo>
                    <a:pt x="245780" y="178600"/>
                  </a:lnTo>
                  <a:lnTo>
                    <a:pt x="219210" y="141550"/>
                  </a:lnTo>
                  <a:lnTo>
                    <a:pt x="99641" y="141550"/>
                  </a:lnTo>
                  <a:close/>
                  <a:moveTo>
                    <a:pt x="158476" y="51300"/>
                  </a:moveTo>
                  <a:lnTo>
                    <a:pt x="158476" y="51300"/>
                  </a:lnTo>
                  <a:lnTo>
                    <a:pt x="119569" y="114950"/>
                  </a:lnTo>
                  <a:lnTo>
                    <a:pt x="201179" y="114950"/>
                  </a:lnTo>
                  <a:lnTo>
                    <a:pt x="158476" y="5130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GB" sz="675"/>
            </a:p>
          </p:txBody>
        </p:sp>
        <p:sp>
          <p:nvSpPr>
            <p:cNvPr id="35" name="Forme libre 34">
              <a:extLst>
                <a:ext uri="{FF2B5EF4-FFF2-40B4-BE49-F238E27FC236}">
                  <a16:creationId xmlns:a16="http://schemas.microsoft.com/office/drawing/2014/main" id="{CD037F85-C97C-0CBD-4286-1810DD7703C8}"/>
                </a:ext>
              </a:extLst>
            </p:cNvPr>
            <p:cNvSpPr/>
            <p:nvPr/>
          </p:nvSpPr>
          <p:spPr>
            <a:xfrm>
              <a:off x="10299818" y="10833066"/>
              <a:ext cx="162271" cy="173849"/>
            </a:xfrm>
            <a:custGeom>
              <a:avLst/>
              <a:gdLst>
                <a:gd name="connsiteX0" fmla="*/ 67376 w 162271"/>
                <a:gd name="connsiteY0" fmla="*/ 144400 h 173849"/>
                <a:gd name="connsiteX1" fmla="*/ 162272 w 162271"/>
                <a:gd name="connsiteY1" fmla="*/ 144400 h 173849"/>
                <a:gd name="connsiteX2" fmla="*/ 162272 w 162271"/>
                <a:gd name="connsiteY2" fmla="*/ 173850 h 173849"/>
                <a:gd name="connsiteX3" fmla="*/ 0 w 162271"/>
                <a:gd name="connsiteY3" fmla="*/ 173850 h 173849"/>
                <a:gd name="connsiteX4" fmla="*/ 0 w 162271"/>
                <a:gd name="connsiteY4" fmla="*/ 0 h 173849"/>
                <a:gd name="connsiteX5" fmla="*/ 67376 w 162271"/>
                <a:gd name="connsiteY5" fmla="*/ 0 h 173849"/>
                <a:gd name="connsiteX6" fmla="*/ 67376 w 162271"/>
                <a:gd name="connsiteY6" fmla="*/ 144400 h 17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271" h="173849">
                  <a:moveTo>
                    <a:pt x="67376" y="144400"/>
                  </a:moveTo>
                  <a:lnTo>
                    <a:pt x="162272" y="144400"/>
                  </a:lnTo>
                  <a:lnTo>
                    <a:pt x="162272" y="173850"/>
                  </a:lnTo>
                  <a:lnTo>
                    <a:pt x="0" y="173850"/>
                  </a:lnTo>
                  <a:lnTo>
                    <a:pt x="0" y="0"/>
                  </a:lnTo>
                  <a:lnTo>
                    <a:pt x="67376" y="0"/>
                  </a:lnTo>
                  <a:lnTo>
                    <a:pt x="67376" y="14440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GB" sz="675"/>
            </a:p>
          </p:txBody>
        </p:sp>
        <p:sp>
          <p:nvSpPr>
            <p:cNvPr id="36" name="Forme libre 35">
              <a:extLst>
                <a:ext uri="{FF2B5EF4-FFF2-40B4-BE49-F238E27FC236}">
                  <a16:creationId xmlns:a16="http://schemas.microsoft.com/office/drawing/2014/main" id="{CC156AE7-16A6-A095-1ED7-3D5AB9DCC82B}"/>
                </a:ext>
              </a:extLst>
            </p:cNvPr>
            <p:cNvSpPr/>
            <p:nvPr/>
          </p:nvSpPr>
          <p:spPr>
            <a:xfrm>
              <a:off x="10600638" y="10833066"/>
              <a:ext cx="206873" cy="173849"/>
            </a:xfrm>
            <a:custGeom>
              <a:avLst/>
              <a:gdLst>
                <a:gd name="connsiteX0" fmla="*/ 137599 w 206873"/>
                <a:gd name="connsiteY0" fmla="*/ 173850 h 173849"/>
                <a:gd name="connsiteX1" fmla="*/ 70223 w 206873"/>
                <a:gd name="connsiteY1" fmla="*/ 173850 h 173849"/>
                <a:gd name="connsiteX2" fmla="*/ 70223 w 206873"/>
                <a:gd name="connsiteY2" fmla="*/ 29450 h 173849"/>
                <a:gd name="connsiteX3" fmla="*/ 0 w 206873"/>
                <a:gd name="connsiteY3" fmla="*/ 29450 h 173849"/>
                <a:gd name="connsiteX4" fmla="*/ 0 w 206873"/>
                <a:gd name="connsiteY4" fmla="*/ 0 h 173849"/>
                <a:gd name="connsiteX5" fmla="*/ 206873 w 206873"/>
                <a:gd name="connsiteY5" fmla="*/ 0 h 173849"/>
                <a:gd name="connsiteX6" fmla="*/ 206873 w 206873"/>
                <a:gd name="connsiteY6" fmla="*/ 29450 h 173849"/>
                <a:gd name="connsiteX7" fmla="*/ 137599 w 206873"/>
                <a:gd name="connsiteY7" fmla="*/ 29450 h 173849"/>
                <a:gd name="connsiteX8" fmla="*/ 137599 w 206873"/>
                <a:gd name="connsiteY8" fmla="*/ 173850 h 17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873" h="173849">
                  <a:moveTo>
                    <a:pt x="137599" y="173850"/>
                  </a:moveTo>
                  <a:lnTo>
                    <a:pt x="70223" y="173850"/>
                  </a:lnTo>
                  <a:lnTo>
                    <a:pt x="70223" y="29450"/>
                  </a:lnTo>
                  <a:lnTo>
                    <a:pt x="0" y="29450"/>
                  </a:lnTo>
                  <a:lnTo>
                    <a:pt x="0" y="0"/>
                  </a:lnTo>
                  <a:lnTo>
                    <a:pt x="206873" y="0"/>
                  </a:lnTo>
                  <a:lnTo>
                    <a:pt x="206873" y="29450"/>
                  </a:lnTo>
                  <a:lnTo>
                    <a:pt x="137599" y="29450"/>
                  </a:lnTo>
                  <a:lnTo>
                    <a:pt x="137599" y="17385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GB" sz="675"/>
            </a:p>
          </p:txBody>
        </p:sp>
        <p:sp>
          <p:nvSpPr>
            <p:cNvPr id="37" name="Forme libre 36">
              <a:extLst>
                <a:ext uri="{FF2B5EF4-FFF2-40B4-BE49-F238E27FC236}">
                  <a16:creationId xmlns:a16="http://schemas.microsoft.com/office/drawing/2014/main" id="{0784B7BF-9BCD-1F48-1339-54C6D44ABACE}"/>
                </a:ext>
              </a:extLst>
            </p:cNvPr>
            <p:cNvSpPr/>
            <p:nvPr/>
          </p:nvSpPr>
          <p:spPr>
            <a:xfrm>
              <a:off x="10974528" y="10833066"/>
              <a:ext cx="178404" cy="173849"/>
            </a:xfrm>
            <a:custGeom>
              <a:avLst/>
              <a:gdLst>
                <a:gd name="connsiteX0" fmla="*/ 67376 w 178404"/>
                <a:gd name="connsiteY0" fmla="*/ 29450 h 173849"/>
                <a:gd name="connsiteX1" fmla="*/ 67376 w 178404"/>
                <a:gd name="connsiteY1" fmla="*/ 67450 h 173849"/>
                <a:gd name="connsiteX2" fmla="*/ 174609 w 178404"/>
                <a:gd name="connsiteY2" fmla="*/ 67450 h 173849"/>
                <a:gd name="connsiteX3" fmla="*/ 174609 w 178404"/>
                <a:gd name="connsiteY3" fmla="*/ 96900 h 173849"/>
                <a:gd name="connsiteX4" fmla="*/ 67376 w 178404"/>
                <a:gd name="connsiteY4" fmla="*/ 96900 h 173849"/>
                <a:gd name="connsiteX5" fmla="*/ 67376 w 178404"/>
                <a:gd name="connsiteY5" fmla="*/ 144400 h 173849"/>
                <a:gd name="connsiteX6" fmla="*/ 178404 w 178404"/>
                <a:gd name="connsiteY6" fmla="*/ 144400 h 173849"/>
                <a:gd name="connsiteX7" fmla="*/ 178404 w 178404"/>
                <a:gd name="connsiteY7" fmla="*/ 173850 h 173849"/>
                <a:gd name="connsiteX8" fmla="*/ 0 w 178404"/>
                <a:gd name="connsiteY8" fmla="*/ 173850 h 173849"/>
                <a:gd name="connsiteX9" fmla="*/ 0 w 178404"/>
                <a:gd name="connsiteY9" fmla="*/ 0 h 173849"/>
                <a:gd name="connsiteX10" fmla="*/ 178404 w 178404"/>
                <a:gd name="connsiteY10" fmla="*/ 0 h 173849"/>
                <a:gd name="connsiteX11" fmla="*/ 178404 w 178404"/>
                <a:gd name="connsiteY11" fmla="*/ 29450 h 173849"/>
                <a:gd name="connsiteX12" fmla="*/ 67376 w 178404"/>
                <a:gd name="connsiteY12" fmla="*/ 29450 h 17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404" h="173849">
                  <a:moveTo>
                    <a:pt x="67376" y="29450"/>
                  </a:moveTo>
                  <a:lnTo>
                    <a:pt x="67376" y="67450"/>
                  </a:lnTo>
                  <a:lnTo>
                    <a:pt x="174609" y="67450"/>
                  </a:lnTo>
                  <a:lnTo>
                    <a:pt x="174609" y="96900"/>
                  </a:lnTo>
                  <a:lnTo>
                    <a:pt x="67376" y="96900"/>
                  </a:lnTo>
                  <a:lnTo>
                    <a:pt x="67376" y="144400"/>
                  </a:lnTo>
                  <a:lnTo>
                    <a:pt x="178404" y="144400"/>
                  </a:lnTo>
                  <a:lnTo>
                    <a:pt x="178404" y="173850"/>
                  </a:lnTo>
                  <a:lnTo>
                    <a:pt x="0" y="173850"/>
                  </a:lnTo>
                  <a:lnTo>
                    <a:pt x="0" y="0"/>
                  </a:lnTo>
                  <a:lnTo>
                    <a:pt x="178404" y="0"/>
                  </a:lnTo>
                  <a:lnTo>
                    <a:pt x="178404" y="29450"/>
                  </a:lnTo>
                  <a:lnTo>
                    <a:pt x="67376" y="2945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GB" sz="675"/>
            </a:p>
          </p:txBody>
        </p:sp>
        <p:sp>
          <p:nvSpPr>
            <p:cNvPr id="38" name="Forme libre 37">
              <a:extLst>
                <a:ext uri="{FF2B5EF4-FFF2-40B4-BE49-F238E27FC236}">
                  <a16:creationId xmlns:a16="http://schemas.microsoft.com/office/drawing/2014/main" id="{D275DC07-83E7-5591-901D-EBE959076724}"/>
                </a:ext>
              </a:extLst>
            </p:cNvPr>
            <p:cNvSpPr/>
            <p:nvPr/>
          </p:nvSpPr>
          <p:spPr>
            <a:xfrm>
              <a:off x="11339877" y="10828316"/>
              <a:ext cx="298922" cy="182400"/>
            </a:xfrm>
            <a:custGeom>
              <a:avLst/>
              <a:gdLst>
                <a:gd name="connsiteX0" fmla="*/ 0 w 298922"/>
                <a:gd name="connsiteY0" fmla="*/ 0 h 182400"/>
                <a:gd name="connsiteX1" fmla="*/ 48397 w 298922"/>
                <a:gd name="connsiteY1" fmla="*/ 0 h 182400"/>
                <a:gd name="connsiteX2" fmla="*/ 230597 w 298922"/>
                <a:gd name="connsiteY2" fmla="*/ 121600 h 182400"/>
                <a:gd name="connsiteX3" fmla="*/ 231546 w 298922"/>
                <a:gd name="connsiteY3" fmla="*/ 121600 h 182400"/>
                <a:gd name="connsiteX4" fmla="*/ 231546 w 298922"/>
                <a:gd name="connsiteY4" fmla="*/ 4750 h 182400"/>
                <a:gd name="connsiteX5" fmla="*/ 298922 w 298922"/>
                <a:gd name="connsiteY5" fmla="*/ 4750 h 182400"/>
                <a:gd name="connsiteX6" fmla="*/ 298922 w 298922"/>
                <a:gd name="connsiteY6" fmla="*/ 182400 h 182400"/>
                <a:gd name="connsiteX7" fmla="*/ 250525 w 298922"/>
                <a:gd name="connsiteY7" fmla="*/ 182400 h 182400"/>
                <a:gd name="connsiteX8" fmla="*/ 68325 w 298922"/>
                <a:gd name="connsiteY8" fmla="*/ 60800 h 182400"/>
                <a:gd name="connsiteX9" fmla="*/ 67376 w 298922"/>
                <a:gd name="connsiteY9" fmla="*/ 60800 h 182400"/>
                <a:gd name="connsiteX10" fmla="*/ 67376 w 298922"/>
                <a:gd name="connsiteY10" fmla="*/ 178600 h 182400"/>
                <a:gd name="connsiteX11" fmla="*/ 0 w 298922"/>
                <a:gd name="connsiteY11" fmla="*/ 178600 h 182400"/>
                <a:gd name="connsiteX12" fmla="*/ 0 w 298922"/>
                <a:gd name="connsiteY12" fmla="*/ 0 h 18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8922" h="182400">
                  <a:moveTo>
                    <a:pt x="0" y="0"/>
                  </a:moveTo>
                  <a:lnTo>
                    <a:pt x="48397" y="0"/>
                  </a:lnTo>
                  <a:lnTo>
                    <a:pt x="230597" y="121600"/>
                  </a:lnTo>
                  <a:lnTo>
                    <a:pt x="231546" y="121600"/>
                  </a:lnTo>
                  <a:lnTo>
                    <a:pt x="231546" y="4750"/>
                  </a:lnTo>
                  <a:lnTo>
                    <a:pt x="298922" y="4750"/>
                  </a:lnTo>
                  <a:lnTo>
                    <a:pt x="298922" y="182400"/>
                  </a:lnTo>
                  <a:lnTo>
                    <a:pt x="250525" y="182400"/>
                  </a:lnTo>
                  <a:lnTo>
                    <a:pt x="68325" y="60800"/>
                  </a:lnTo>
                  <a:lnTo>
                    <a:pt x="67376" y="60800"/>
                  </a:lnTo>
                  <a:lnTo>
                    <a:pt x="67376" y="178600"/>
                  </a:lnTo>
                  <a:lnTo>
                    <a:pt x="0" y="17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GB" sz="675"/>
            </a:p>
          </p:txBody>
        </p:sp>
      </p:grpSp>
    </p:spTree>
    <p:extLst>
      <p:ext uri="{BB962C8B-B14F-4D97-AF65-F5344CB8AC3E}">
        <p14:creationId xmlns:p14="http://schemas.microsoft.com/office/powerpoint/2010/main" val="3001255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CB21EE-12EF-D613-BB9C-7D9D36379519}"/>
              </a:ext>
            </a:extLst>
          </p:cNvPr>
          <p:cNvSpPr/>
          <p:nvPr/>
        </p:nvSpPr>
        <p:spPr>
          <a:xfrm>
            <a:off x="604454" y="3209394"/>
            <a:ext cx="4704916" cy="9149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fr-FR" sz="12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explanatory</a:t>
            </a:r>
            <a:r>
              <a:rPr lang="fr-FR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document </a:t>
            </a: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aims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show </a:t>
            </a: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 the new 2025 </a:t>
            </a: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BA67B6D-EDA8-4BE2-72A9-EE2073F95BC3}"/>
              </a:ext>
            </a:extLst>
          </p:cNvPr>
          <p:cNvSpPr txBox="1"/>
          <p:nvPr/>
        </p:nvSpPr>
        <p:spPr>
          <a:xfrm>
            <a:off x="537323" y="1019175"/>
            <a:ext cx="4772047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fr-FR" sz="1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2025 </a:t>
            </a:r>
            <a:r>
              <a:rPr lang="fr-FR" sz="1200" b="1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fr-FR" sz="1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being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It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designed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more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spacious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content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readability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to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Group's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new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charter.</a:t>
            </a:r>
          </a:p>
          <a:p>
            <a:pPr>
              <a:lnSpc>
                <a:spcPct val="90000"/>
              </a:lnSpc>
            </a:pPr>
            <a:endParaRPr lang="fr-FR" sz="12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all new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materials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published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the Communications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You can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continue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old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2024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presentations</a:t>
            </a:r>
            <a:r>
              <a:rPr lang="fr-FR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3CE6C-234B-6E1D-0D68-5BF5A3239BFE}"/>
              </a:ext>
            </a:extLst>
          </p:cNvPr>
          <p:cNvSpPr/>
          <p:nvPr/>
        </p:nvSpPr>
        <p:spPr>
          <a:xfrm>
            <a:off x="5775158" y="0"/>
            <a:ext cx="3368842" cy="5143500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pic>
        <p:nvPicPr>
          <p:cNvPr id="4" name="Image 3" descr="Une image contenant capture d’écran, texte, logiciel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3DF84412-6BBD-E2D2-64CC-F02701C58B4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1619" y="3209394"/>
            <a:ext cx="2907098" cy="1639379"/>
          </a:xfrm>
          <a:prstGeom prst="rect">
            <a:avLst/>
          </a:prstGeom>
        </p:spPr>
      </p:pic>
      <p:pic>
        <p:nvPicPr>
          <p:cNvPr id="5" name="Image 4" descr="Une image contenant capture d’écran, texte&#10;&#10;Le contenu généré par l’IA peut être incorrect.">
            <a:extLst>
              <a:ext uri="{FF2B5EF4-FFF2-40B4-BE49-F238E27FC236}">
                <a16:creationId xmlns:a16="http://schemas.microsoft.com/office/drawing/2014/main" id="{7BC0DC23-3D07-53DB-284B-A24C4CC455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8494" y="618303"/>
            <a:ext cx="2907098" cy="163859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5EE176E-2894-1305-4018-90C48C69BA82}"/>
              </a:ext>
            </a:extLst>
          </p:cNvPr>
          <p:cNvSpPr txBox="1"/>
          <p:nvPr/>
        </p:nvSpPr>
        <p:spPr>
          <a:xfrm>
            <a:off x="6495723" y="281338"/>
            <a:ext cx="2110953" cy="264688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fr-FR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2025 </a:t>
            </a:r>
            <a:r>
              <a:rPr lang="fr-FR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endParaRPr lang="fr-F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FD29A5D-1991-1634-50BD-F9E7DE03CC04}"/>
              </a:ext>
            </a:extLst>
          </p:cNvPr>
          <p:cNvSpPr txBox="1"/>
          <p:nvPr/>
        </p:nvSpPr>
        <p:spPr>
          <a:xfrm>
            <a:off x="6359886" y="2782323"/>
            <a:ext cx="2199386" cy="264688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fr-FR" sz="1400" dirty="0">
                <a:solidFill>
                  <a:srgbClr val="FC6E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OLD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2024 </a:t>
            </a:r>
            <a:r>
              <a:rPr lang="fr-FR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endParaRPr lang="fr-F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522FCA8-8F93-9593-FD81-2577F907A18B}"/>
              </a:ext>
            </a:extLst>
          </p:cNvPr>
          <p:cNvCxnSpPr>
            <a:cxnSpLocks/>
          </p:cNvCxnSpPr>
          <p:nvPr/>
        </p:nvCxnSpPr>
        <p:spPr>
          <a:xfrm>
            <a:off x="5991619" y="2571750"/>
            <a:ext cx="2981282" cy="0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722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lèche vers la droite 102">
            <a:extLst>
              <a:ext uri="{FF2B5EF4-FFF2-40B4-BE49-F238E27FC236}">
                <a16:creationId xmlns:a16="http://schemas.microsoft.com/office/drawing/2014/main" id="{5DF9DB2E-0378-3043-E0E0-D8A109EFA41F}"/>
              </a:ext>
            </a:extLst>
          </p:cNvPr>
          <p:cNvSpPr/>
          <p:nvPr/>
        </p:nvSpPr>
        <p:spPr>
          <a:xfrm>
            <a:off x="76146" y="323667"/>
            <a:ext cx="7369112" cy="445947"/>
          </a:xfrm>
          <a:prstGeom prst="rightArrow">
            <a:avLst>
              <a:gd name="adj1" fmla="val 50000"/>
              <a:gd name="adj2" fmla="val 42991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A8AC34E6-14B5-A829-5231-0DF53B46F1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err="1"/>
              <a:t>TutoRIAL</a:t>
            </a:r>
            <a:endParaRPr lang="en-GB" dirty="0">
              <a:solidFill>
                <a:schemeClr val="accent4"/>
              </a:solidFill>
            </a:endParaRP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C603E133-F879-F715-DDDB-376E58E59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How to switch 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old</a:t>
            </a:r>
            <a:r>
              <a:rPr lang="fr-FR" dirty="0"/>
              <a:t> </a:t>
            </a:r>
            <a:r>
              <a:rPr lang="fr-FR" dirty="0" err="1"/>
              <a:t>theme</a:t>
            </a:r>
            <a:r>
              <a:rPr lang="fr-FR" dirty="0"/>
              <a:t> to the new </a:t>
            </a:r>
            <a:r>
              <a:rPr lang="fr-FR" dirty="0" err="1"/>
              <a:t>theme</a:t>
            </a:r>
            <a:r>
              <a:rPr lang="fr-FR" dirty="0"/>
              <a:t>?</a:t>
            </a:r>
            <a:endParaRPr lang="en-GB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1767CAF-82FF-4F33-EC31-29CD3658795B}"/>
              </a:ext>
            </a:extLst>
          </p:cNvPr>
          <p:cNvSpPr txBox="1"/>
          <p:nvPr/>
        </p:nvSpPr>
        <p:spPr>
          <a:xfrm>
            <a:off x="145685" y="841656"/>
            <a:ext cx="1737475" cy="766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fr-FR" sz="1200" b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r>
              <a:rPr lang="fr-FR" sz="105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Open an </a:t>
            </a:r>
            <a:r>
              <a:rPr lang="fr-FR" sz="1050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</a:t>
            </a:r>
            <a:r>
              <a:rPr lang="fr-FR" sz="105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50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</a:t>
            </a:r>
            <a:r>
              <a:rPr lang="fr-FR" sz="105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fr-FR" sz="1050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fr-FR" sz="105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fr-FR" sz="1050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</a:t>
            </a:r>
            <a:r>
              <a:rPr lang="fr-FR" sz="105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50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theme</a:t>
            </a:r>
            <a:r>
              <a:rPr lang="fr-FR" sz="105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fr-FR" sz="1200" b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 </a:t>
            </a:r>
            <a:r>
              <a:rPr lang="fr-FR" sz="105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 a slide.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F6E7ACC-CEA3-BC52-9F93-4DC2855CDFEC}"/>
              </a:ext>
            </a:extLst>
          </p:cNvPr>
          <p:cNvSpPr txBox="1"/>
          <p:nvPr/>
        </p:nvSpPr>
        <p:spPr>
          <a:xfrm>
            <a:off x="145685" y="3809525"/>
            <a:ext cx="170161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paste content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 new one, paste the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entire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slide (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never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paste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just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one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element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avoid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losing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formatting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</p:txBody>
      </p:sp>
      <p:pic>
        <p:nvPicPr>
          <p:cNvPr id="23" name="Image 22" descr="Une image contenant ordinateur, logiciel,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5C5E9A6-90A7-C49C-3697-B16C87E019C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5733" y="1818850"/>
            <a:ext cx="1581566" cy="904565"/>
          </a:xfrm>
          <a:prstGeom prst="rect">
            <a:avLst/>
          </a:prstGeom>
          <a:effectLst>
            <a:outerShdw blurRad="105582" sx="101000" sy="101000" algn="ctr" rotWithShape="0">
              <a:prstClr val="black">
                <a:alpha val="20000"/>
              </a:prstClr>
            </a:outerShdw>
          </a:effectLst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83D6C13A-93CF-2C6E-578D-394C53BD86F3}"/>
              </a:ext>
            </a:extLst>
          </p:cNvPr>
          <p:cNvSpPr txBox="1"/>
          <p:nvPr/>
        </p:nvSpPr>
        <p:spPr>
          <a:xfrm>
            <a:off x="145685" y="1600611"/>
            <a:ext cx="4916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fr-FR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Ex:</a:t>
            </a:r>
          </a:p>
        </p:txBody>
      </p:sp>
      <p:sp>
        <p:nvSpPr>
          <p:cNvPr id="28" name="Flèche vers la droite 27">
            <a:extLst>
              <a:ext uri="{FF2B5EF4-FFF2-40B4-BE49-F238E27FC236}">
                <a16:creationId xmlns:a16="http://schemas.microsoft.com/office/drawing/2014/main" id="{C057D536-C178-AF1F-1E2D-4087FCA37143}"/>
              </a:ext>
            </a:extLst>
          </p:cNvPr>
          <p:cNvSpPr/>
          <p:nvPr/>
        </p:nvSpPr>
        <p:spPr>
          <a:xfrm rot="5400000">
            <a:off x="3493735" y="3208268"/>
            <a:ext cx="296959" cy="28595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F2BF130B-1C8B-AD1F-892A-AE46FBB40FA8}"/>
              </a:ext>
            </a:extLst>
          </p:cNvPr>
          <p:cNvGrpSpPr/>
          <p:nvPr/>
        </p:nvGrpSpPr>
        <p:grpSpPr>
          <a:xfrm>
            <a:off x="2255852" y="3525559"/>
            <a:ext cx="2344204" cy="1302565"/>
            <a:chOff x="2556054" y="3233576"/>
            <a:chExt cx="2878678" cy="1599547"/>
          </a:xfrm>
        </p:grpSpPr>
        <p:pic>
          <p:nvPicPr>
            <p:cNvPr id="29" name="Image 28" descr="Une image contenant capture d’écran, logiciel, Logiciel multimédia, ordinateur&#10;&#10;Le contenu généré par l’IA peut être incorrect.">
              <a:extLst>
                <a:ext uri="{FF2B5EF4-FFF2-40B4-BE49-F238E27FC236}">
                  <a16:creationId xmlns:a16="http://schemas.microsoft.com/office/drawing/2014/main" id="{BB1142F2-AEFD-7C89-7A00-8181F2074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556054" y="3293779"/>
              <a:ext cx="2819458" cy="1539344"/>
            </a:xfrm>
            <a:prstGeom prst="rect">
              <a:avLst/>
            </a:prstGeom>
            <a:ln>
              <a:noFill/>
            </a:ln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94CAABF-2FD0-C3A5-18C3-5F092DCC708F}"/>
                </a:ext>
              </a:extLst>
            </p:cNvPr>
            <p:cNvSpPr/>
            <p:nvPr/>
          </p:nvSpPr>
          <p:spPr>
            <a:xfrm>
              <a:off x="2992443" y="3427882"/>
              <a:ext cx="2442289" cy="1405241"/>
            </a:xfrm>
            <a:prstGeom prst="rect">
              <a:avLst/>
            </a:prstGeom>
            <a:solidFill>
              <a:srgbClr val="E9E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0" name="Image 29" descr="Une image contenant ordinateur, logiciel,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451066EF-F4AB-8769-7659-99A26F934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083900" y="3560952"/>
              <a:ext cx="1998060" cy="1142775"/>
            </a:xfrm>
            <a:prstGeom prst="rect">
              <a:avLst/>
            </a:prstGeom>
            <a:effectLst/>
          </p:spPr>
        </p:pic>
        <p:pic>
          <p:nvPicPr>
            <p:cNvPr id="32" name="Image 31" descr="Une image contenant ordinateur, texte, logiciel, Logiciel multimédia&#10;&#10;Le contenu généré par l’IA peut être incorrect.">
              <a:extLst>
                <a:ext uri="{FF2B5EF4-FFF2-40B4-BE49-F238E27FC236}">
                  <a16:creationId xmlns:a16="http://schemas.microsoft.com/office/drawing/2014/main" id="{576BF364-8908-ED04-CE1A-B868DA1A5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566091" y="3233576"/>
              <a:ext cx="2809421" cy="194306"/>
            </a:xfrm>
            <a:prstGeom prst="rect">
              <a:avLst/>
            </a:prstGeom>
          </p:spPr>
        </p:pic>
      </p:grpSp>
      <p:sp>
        <p:nvSpPr>
          <p:cNvPr id="37" name="ZoneTexte 36">
            <a:extLst>
              <a:ext uri="{FF2B5EF4-FFF2-40B4-BE49-F238E27FC236}">
                <a16:creationId xmlns:a16="http://schemas.microsoft.com/office/drawing/2014/main" id="{F636D347-CCF8-DB01-78EE-4AB5468AE335}"/>
              </a:ext>
            </a:extLst>
          </p:cNvPr>
          <p:cNvSpPr txBox="1"/>
          <p:nvPr/>
        </p:nvSpPr>
        <p:spPr>
          <a:xfrm>
            <a:off x="2113682" y="4864344"/>
            <a:ext cx="258031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fr-FR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slide </a:t>
            </a:r>
            <a:r>
              <a:rPr lang="fr-FR" sz="10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fr-FR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fr-FR" sz="10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</a:t>
            </a:r>
            <a:r>
              <a:rPr lang="fr-FR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theme</a:t>
            </a:r>
            <a:r>
              <a:rPr lang="fr-FR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will</a:t>
            </a:r>
            <a:r>
              <a:rPr lang="fr-FR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fr-FR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pasted</a:t>
            </a:r>
            <a:r>
              <a:rPr lang="fr-FR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14B59E3B-B9CB-1815-B6AA-ED6A333FDC15}"/>
              </a:ext>
            </a:extLst>
          </p:cNvPr>
          <p:cNvSpPr txBox="1"/>
          <p:nvPr/>
        </p:nvSpPr>
        <p:spPr>
          <a:xfrm>
            <a:off x="2180023" y="838677"/>
            <a:ext cx="2580319" cy="766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fr-FR" sz="1200" b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r>
              <a:rPr lang="fr-FR" sz="105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Open </a:t>
            </a:r>
            <a:r>
              <a:rPr lang="fr-FR" sz="105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‘ALTEN_Templates_2025.pptx’.</a:t>
            </a:r>
          </a:p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fr-FR" sz="1200" b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r>
              <a:rPr lang="fr-FR" sz="105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5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Right-click </a:t>
            </a:r>
            <a:r>
              <a:rPr lang="fr-FR" sz="105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 the slide bar and click on the Paste </a:t>
            </a:r>
            <a:r>
              <a:rPr lang="fr-FR" sz="105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Options </a:t>
            </a:r>
            <a:r>
              <a:rPr lang="fr-FR" sz="105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</a:t>
            </a:r>
            <a:r>
              <a:rPr lang="fr-FR" sz="105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&gt; ‘</a:t>
            </a:r>
            <a:r>
              <a:rPr lang="fr-FR" sz="105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Keep</a:t>
            </a:r>
            <a:r>
              <a:rPr lang="fr-FR" sz="105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Source </a:t>
            </a:r>
            <a:r>
              <a:rPr lang="fr-FR" sz="105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Formatting</a:t>
            </a:r>
            <a:r>
              <a:rPr lang="fr-FR" sz="105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’.</a:t>
            </a:r>
          </a:p>
        </p:txBody>
      </p: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B463095C-DDE5-7382-9797-A1687E6DC66E}"/>
              </a:ext>
            </a:extLst>
          </p:cNvPr>
          <p:cNvCxnSpPr>
            <a:cxnSpLocks/>
          </p:cNvCxnSpPr>
          <p:nvPr/>
        </p:nvCxnSpPr>
        <p:spPr>
          <a:xfrm>
            <a:off x="1982904" y="948449"/>
            <a:ext cx="0" cy="401432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713DFF0A-67AB-DF1C-B04B-0F38D5CB8DEF}"/>
              </a:ext>
            </a:extLst>
          </p:cNvPr>
          <p:cNvSpPr txBox="1"/>
          <p:nvPr/>
        </p:nvSpPr>
        <p:spPr>
          <a:xfrm>
            <a:off x="265733" y="3499726"/>
            <a:ext cx="680404" cy="23775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1050" b="1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 1</a:t>
            </a:r>
            <a:endParaRPr lang="fr-FR" sz="1050" b="1" i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666BE47-6F5A-3E84-F435-EAF9AABA467F}"/>
              </a:ext>
            </a:extLst>
          </p:cNvPr>
          <p:cNvSpPr txBox="1"/>
          <p:nvPr/>
        </p:nvSpPr>
        <p:spPr>
          <a:xfrm>
            <a:off x="1982904" y="108991"/>
            <a:ext cx="1049465" cy="30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⑤ steps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7B0EBD90-E3DA-5D28-0507-9814FCB14E96}"/>
              </a:ext>
            </a:extLst>
          </p:cNvPr>
          <p:cNvCxnSpPr>
            <a:cxnSpLocks/>
          </p:cNvCxnSpPr>
          <p:nvPr/>
        </p:nvCxnSpPr>
        <p:spPr>
          <a:xfrm>
            <a:off x="4726104" y="948449"/>
            <a:ext cx="0" cy="4014320"/>
          </a:xfrm>
          <a:prstGeom prst="line">
            <a:avLst/>
          </a:prstGeom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ZoneTexte 77">
            <a:extLst>
              <a:ext uri="{FF2B5EF4-FFF2-40B4-BE49-F238E27FC236}">
                <a16:creationId xmlns:a16="http://schemas.microsoft.com/office/drawing/2014/main" id="{11B6ADE6-63E8-A49A-7ADF-BCA101A132F3}"/>
              </a:ext>
            </a:extLst>
          </p:cNvPr>
          <p:cNvSpPr txBox="1"/>
          <p:nvPr/>
        </p:nvSpPr>
        <p:spPr>
          <a:xfrm>
            <a:off x="4864709" y="840414"/>
            <a:ext cx="2640717" cy="56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fr-FR" sz="1200" b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⑤</a:t>
            </a:r>
            <a:r>
              <a:rPr lang="fr-FR" sz="110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Change the </a:t>
            </a:r>
            <a:r>
              <a:rPr lang="fr-FR" sz="110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theme</a:t>
            </a:r>
            <a:r>
              <a:rPr lang="fr-FR" sz="110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Click on</a:t>
            </a:r>
            <a:r>
              <a:rPr lang="fr-FR" sz="110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‘</a:t>
            </a:r>
            <a:r>
              <a:rPr lang="fr-FR" sz="110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Layout</a:t>
            </a:r>
            <a:r>
              <a:rPr lang="fr-FR" sz="110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’, </a:t>
            </a:r>
            <a:r>
              <a:rPr lang="fr-FR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 change the active master </a:t>
            </a:r>
            <a:b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here</a:t>
            </a:r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: select </a:t>
            </a:r>
            <a:r>
              <a:rPr lang="fr-FR" sz="110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‘</a:t>
            </a:r>
            <a:r>
              <a:rPr lang="fr-FR" sz="110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Title-Subtitle</a:t>
            </a:r>
            <a:r>
              <a:rPr lang="fr-FR" sz="110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fr-FR" sz="1100" dirty="0">
              <a:solidFill>
                <a:schemeClr val="accent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9" name="Groupe 78">
            <a:extLst>
              <a:ext uri="{FF2B5EF4-FFF2-40B4-BE49-F238E27FC236}">
                <a16:creationId xmlns:a16="http://schemas.microsoft.com/office/drawing/2014/main" id="{5451B176-B8B8-4B95-C037-1EF2B6230A6C}"/>
              </a:ext>
            </a:extLst>
          </p:cNvPr>
          <p:cNvGrpSpPr/>
          <p:nvPr/>
        </p:nvGrpSpPr>
        <p:grpSpPr>
          <a:xfrm>
            <a:off x="4956365" y="3525674"/>
            <a:ext cx="2477900" cy="1272642"/>
            <a:chOff x="5390941" y="3770233"/>
            <a:chExt cx="2809421" cy="1442910"/>
          </a:xfrm>
        </p:grpSpPr>
        <p:pic>
          <p:nvPicPr>
            <p:cNvPr id="80" name="Image 79" descr="Une image contenant ordinateur, texte, logiciel, Logiciel multimédia&#10;&#10;Le contenu généré par l’IA peut être incorrect.">
              <a:extLst>
                <a:ext uri="{FF2B5EF4-FFF2-40B4-BE49-F238E27FC236}">
                  <a16:creationId xmlns:a16="http://schemas.microsoft.com/office/drawing/2014/main" id="{55C2FACC-C7A0-C700-5510-F24BFF7AD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390941" y="3770233"/>
              <a:ext cx="2809421" cy="1442910"/>
            </a:xfrm>
            <a:prstGeom prst="rect">
              <a:avLst/>
            </a:prstGeom>
            <a:effectLst>
              <a:outerShdw blurRad="105582" sx="101000" sy="101000" algn="ctr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81" name="Image 80" descr="Une image contenant capture d’écran, logiciel, Logiciel multimédia, ordinateur&#10;&#10;Le contenu généré par l’IA peut être incorrect.">
              <a:extLst>
                <a:ext uri="{FF2B5EF4-FFF2-40B4-BE49-F238E27FC236}">
                  <a16:creationId xmlns:a16="http://schemas.microsoft.com/office/drawing/2014/main" id="{52011F8A-FF1A-B07A-5871-13BB4EF1D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390941" y="3946486"/>
              <a:ext cx="399936" cy="1266657"/>
            </a:xfrm>
            <a:prstGeom prst="rect">
              <a:avLst/>
            </a:prstGeom>
          </p:spPr>
        </p:pic>
      </p:grpSp>
      <p:sp>
        <p:nvSpPr>
          <p:cNvPr id="87" name="ZoneTexte 86">
            <a:extLst>
              <a:ext uri="{FF2B5EF4-FFF2-40B4-BE49-F238E27FC236}">
                <a16:creationId xmlns:a16="http://schemas.microsoft.com/office/drawing/2014/main" id="{C849A013-1E2C-9FDD-08D9-56BFC1D7735F}"/>
              </a:ext>
            </a:extLst>
          </p:cNvPr>
          <p:cNvSpPr txBox="1"/>
          <p:nvPr/>
        </p:nvSpPr>
        <p:spPr>
          <a:xfrm>
            <a:off x="4875429" y="4847353"/>
            <a:ext cx="25938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fr-FR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slide </a:t>
            </a:r>
            <a:r>
              <a:rPr lang="fr-FR" sz="10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will</a:t>
            </a:r>
            <a:r>
              <a:rPr lang="fr-FR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change to the new </a:t>
            </a:r>
            <a:r>
              <a:rPr lang="fr-FR" sz="10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theme</a:t>
            </a:r>
            <a:r>
              <a:rPr lang="fr-FR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DE0DC60-83AD-C170-DE84-E0C5D1EA6F39}"/>
              </a:ext>
            </a:extLst>
          </p:cNvPr>
          <p:cNvSpPr/>
          <p:nvPr/>
        </p:nvSpPr>
        <p:spPr>
          <a:xfrm>
            <a:off x="7654488" y="757361"/>
            <a:ext cx="1486293" cy="26061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FFF86761-A836-E2EF-66E9-BFB8EEEC8703}"/>
              </a:ext>
            </a:extLst>
          </p:cNvPr>
          <p:cNvSpPr txBox="1"/>
          <p:nvPr/>
        </p:nvSpPr>
        <p:spPr>
          <a:xfrm>
            <a:off x="7708459" y="1313922"/>
            <a:ext cx="1404608" cy="466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Or, if </a:t>
            </a:r>
            <a:r>
              <a:rPr lang="fr-FR" sz="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lang="fr-FR" sz="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window</a:t>
            </a:r>
            <a:r>
              <a:rPr lang="fr-FR" sz="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FR" sz="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small</a:t>
            </a:r>
            <a:r>
              <a:rPr lang="fr-FR" sz="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click on ‘</a:t>
            </a:r>
            <a:r>
              <a:rPr lang="fr-FR" sz="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Slide</a:t>
            </a:r>
            <a:r>
              <a:rPr lang="fr-FR" sz="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 </a:t>
            </a:r>
            <a:r>
              <a:rPr lang="fr-FR" sz="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fr-FR" sz="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‘</a:t>
            </a:r>
            <a:r>
              <a:rPr lang="fr-FR" sz="9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Layout</a:t>
            </a:r>
            <a:r>
              <a:rPr lang="fr-FR" sz="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’.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86E8A6CA-ECE1-A323-814C-2D7DA7B86AF7}"/>
              </a:ext>
            </a:extLst>
          </p:cNvPr>
          <p:cNvSpPr/>
          <p:nvPr/>
        </p:nvSpPr>
        <p:spPr>
          <a:xfrm rot="16200000">
            <a:off x="7386564" y="972232"/>
            <a:ext cx="421908" cy="221881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Flèche vers la droite 98">
            <a:extLst>
              <a:ext uri="{FF2B5EF4-FFF2-40B4-BE49-F238E27FC236}">
                <a16:creationId xmlns:a16="http://schemas.microsoft.com/office/drawing/2014/main" id="{3BECBD4B-8622-9875-5E9A-2E9D7C291226}"/>
              </a:ext>
            </a:extLst>
          </p:cNvPr>
          <p:cNvSpPr/>
          <p:nvPr/>
        </p:nvSpPr>
        <p:spPr>
          <a:xfrm rot="5400000">
            <a:off x="5981894" y="3045924"/>
            <a:ext cx="355532" cy="264194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24BAE27E-8175-2DA8-610C-2C790702D525}"/>
              </a:ext>
            </a:extLst>
          </p:cNvPr>
          <p:cNvSpPr txBox="1"/>
          <p:nvPr/>
        </p:nvSpPr>
        <p:spPr>
          <a:xfrm>
            <a:off x="7625756" y="3718769"/>
            <a:ext cx="15294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also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do the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same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switch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new slides to the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theme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(by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selecting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appropriate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master in </a:t>
            </a:r>
            <a:r>
              <a:rPr lang="fr-FR" sz="1000" i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</a:t>
            </a:r>
            <a:r>
              <a:rPr lang="fr-FR" sz="10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5).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0A434109-2DB2-6B2F-2C6E-FA7545D08762}"/>
              </a:ext>
            </a:extLst>
          </p:cNvPr>
          <p:cNvSpPr txBox="1"/>
          <p:nvPr/>
        </p:nvSpPr>
        <p:spPr>
          <a:xfrm>
            <a:off x="7700789" y="3499726"/>
            <a:ext cx="680404" cy="23775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1050" b="1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 2</a:t>
            </a:r>
            <a:endParaRPr lang="fr-FR" sz="1050" b="1" i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5576422C-3D7F-64C3-776F-17C8236AFA82}"/>
              </a:ext>
            </a:extLst>
          </p:cNvPr>
          <p:cNvGrpSpPr/>
          <p:nvPr/>
        </p:nvGrpSpPr>
        <p:grpSpPr>
          <a:xfrm>
            <a:off x="3302495" y="1671154"/>
            <a:ext cx="1128267" cy="1477010"/>
            <a:chOff x="247308" y="2857288"/>
            <a:chExt cx="1128267" cy="1477010"/>
          </a:xfrm>
        </p:grpSpPr>
        <p:pic>
          <p:nvPicPr>
            <p:cNvPr id="5" name="Image 4" descr="Une image contenant ordinateur, logiciel,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1B9FBDE5-1E52-E9C5-7107-B4599DCDF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49153" y="2858569"/>
              <a:ext cx="1126422" cy="1475729"/>
            </a:xfrm>
            <a:prstGeom prst="rect">
              <a:avLst/>
            </a:prstGeom>
            <a:effectLst>
              <a:outerShdw blurRad="105582" sx="101000" sy="101000" algn="ctr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7" name="Image 6" descr="Une image contenant texte, logiciel, Icône d’ordinateur, Page web&#10;&#10;Le contenu généré par l’IA peut être incorrect.">
              <a:extLst>
                <a:ext uri="{FF2B5EF4-FFF2-40B4-BE49-F238E27FC236}">
                  <a16:creationId xmlns:a16="http://schemas.microsoft.com/office/drawing/2014/main" id="{DB871CD1-EE1B-4AAF-B757-4C75C4AA1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183"/>
            <a:stretch/>
          </p:blipFill>
          <p:spPr>
            <a:xfrm>
              <a:off x="247308" y="2857288"/>
              <a:ext cx="1126422" cy="402784"/>
            </a:xfrm>
            <a:prstGeom prst="rect">
              <a:avLst/>
            </a:prstGeom>
          </p:spPr>
        </p:pic>
        <p:pic>
          <p:nvPicPr>
            <p:cNvPr id="8" name="Image 7" descr="Une image contenant texte, capture d’écran, logiciel, Site web&#10;&#10;Le contenu généré par l’IA peut être incorrect.">
              <a:extLst>
                <a:ext uri="{FF2B5EF4-FFF2-40B4-BE49-F238E27FC236}">
                  <a16:creationId xmlns:a16="http://schemas.microsoft.com/office/drawing/2014/main" id="{4D1F8E00-157B-47DF-AEEB-5FEF8AC50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8647" y="2948117"/>
              <a:ext cx="606928" cy="1356647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48B03A-6AB2-59B8-D71E-E60274CAD6C7}"/>
                </a:ext>
              </a:extLst>
            </p:cNvPr>
            <p:cNvSpPr/>
            <p:nvPr/>
          </p:nvSpPr>
          <p:spPr>
            <a:xfrm>
              <a:off x="934895" y="3260071"/>
              <a:ext cx="101579" cy="91184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Image 9" descr="Une image contenant texte, capture d’écran, logiciel, Site web&#10;&#10;Le contenu généré par l’IA peut être incorrect.">
              <a:extLst>
                <a:ext uri="{FF2B5EF4-FFF2-40B4-BE49-F238E27FC236}">
                  <a16:creationId xmlns:a16="http://schemas.microsoft.com/office/drawing/2014/main" id="{0442A1C0-D562-6D6F-7D37-440A58F9B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8647" y="2948117"/>
              <a:ext cx="606928" cy="1356647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CE1AE6-AFB4-5849-70A2-264608045AF3}"/>
                </a:ext>
              </a:extLst>
            </p:cNvPr>
            <p:cNvSpPr/>
            <p:nvPr/>
          </p:nvSpPr>
          <p:spPr>
            <a:xfrm>
              <a:off x="938638" y="3261545"/>
              <a:ext cx="93020" cy="88076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5E00B1A0-A50C-51A3-3EA3-E634229E8A14}"/>
              </a:ext>
            </a:extLst>
          </p:cNvPr>
          <p:cNvGrpSpPr/>
          <p:nvPr/>
        </p:nvGrpSpPr>
        <p:grpSpPr>
          <a:xfrm>
            <a:off x="2247513" y="1671154"/>
            <a:ext cx="945390" cy="475266"/>
            <a:chOff x="2925312" y="2040387"/>
            <a:chExt cx="945390" cy="475266"/>
          </a:xfrm>
        </p:grpSpPr>
        <p:pic>
          <p:nvPicPr>
            <p:cNvPr id="15" name="Image 14" descr="Une image contenant texte, capture d’écran, logiciel, Site web&#10;&#10;Le contenu généré par l’IA peut être incorrect.">
              <a:extLst>
                <a:ext uri="{FF2B5EF4-FFF2-40B4-BE49-F238E27FC236}">
                  <a16:creationId xmlns:a16="http://schemas.microsoft.com/office/drawing/2014/main" id="{C1EB02FB-9F72-CC38-9583-9B814DCAC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925312" y="2040387"/>
              <a:ext cx="945390" cy="475266"/>
            </a:xfrm>
            <a:prstGeom prst="rect">
              <a:avLst/>
            </a:prstGeom>
            <a:effectLst>
              <a:outerShdw blurRad="105582" sx="101000" sy="101000" algn="ct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9BC59C3-3761-DFE4-4CF5-F5FFB1BF2725}"/>
                </a:ext>
              </a:extLst>
            </p:cNvPr>
            <p:cNvSpPr/>
            <p:nvPr/>
          </p:nvSpPr>
          <p:spPr>
            <a:xfrm>
              <a:off x="3159324" y="2149436"/>
              <a:ext cx="161188" cy="183059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41B63650-CE6F-CD77-5CF3-A6833389FC6B}"/>
              </a:ext>
            </a:extLst>
          </p:cNvPr>
          <p:cNvGrpSpPr/>
          <p:nvPr/>
        </p:nvGrpSpPr>
        <p:grpSpPr>
          <a:xfrm>
            <a:off x="5188794" y="1594479"/>
            <a:ext cx="1878235" cy="1405776"/>
            <a:chOff x="4599617" y="1520327"/>
            <a:chExt cx="1878235" cy="1405776"/>
          </a:xfrm>
        </p:grpSpPr>
        <p:pic>
          <p:nvPicPr>
            <p:cNvPr id="27" name="Image 26" descr="Une image contenant texte, logiciel, Icône d’ordinateur, Page web&#10;&#10;Le contenu généré par l’IA peut être incorrect.">
              <a:extLst>
                <a:ext uri="{FF2B5EF4-FFF2-40B4-BE49-F238E27FC236}">
                  <a16:creationId xmlns:a16="http://schemas.microsoft.com/office/drawing/2014/main" id="{370199F6-A9FC-41F7-36E4-3467A0C95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99617" y="1520327"/>
              <a:ext cx="1878234" cy="1405776"/>
            </a:xfrm>
            <a:prstGeom prst="rect">
              <a:avLst/>
            </a:prstGeom>
            <a:effectLst>
              <a:outerShdw blurRad="105582" sx="101000" sy="101000" algn="ctr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40" name="Image 39" descr="Une image contenant capture d’écran, logiciel, Logiciel multimédia, ordinateur&#10;&#10;Le contenu généré par l’IA peut être incorrect.">
              <a:extLst>
                <a:ext uri="{FF2B5EF4-FFF2-40B4-BE49-F238E27FC236}">
                  <a16:creationId xmlns:a16="http://schemas.microsoft.com/office/drawing/2014/main" id="{861F2CDC-1C27-79B9-4A22-3E54B365C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913152" y="1779923"/>
              <a:ext cx="564700" cy="1116736"/>
            </a:xfrm>
            <a:prstGeom prst="rect">
              <a:avLst/>
            </a:prstGeom>
            <a:effectLst>
              <a:outerShdw blurRad="105582" sx="101000" sy="101000" algn="ct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3A4C841-95E1-83F2-A93D-D231E24D15BB}"/>
                </a:ext>
              </a:extLst>
            </p:cNvPr>
            <p:cNvSpPr/>
            <p:nvPr/>
          </p:nvSpPr>
          <p:spPr>
            <a:xfrm>
              <a:off x="4942990" y="1614519"/>
              <a:ext cx="970160" cy="1255904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763A8-818F-09B2-762B-F7934DE0D12E}"/>
                </a:ext>
              </a:extLst>
            </p:cNvPr>
            <p:cNvSpPr/>
            <p:nvPr/>
          </p:nvSpPr>
          <p:spPr>
            <a:xfrm>
              <a:off x="5320903" y="2399905"/>
              <a:ext cx="188131" cy="146159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961526C8-543C-417D-DE2D-EBEA9FD0F263}"/>
              </a:ext>
            </a:extLst>
          </p:cNvPr>
          <p:cNvGrpSpPr/>
          <p:nvPr/>
        </p:nvGrpSpPr>
        <p:grpSpPr>
          <a:xfrm>
            <a:off x="7810236" y="819978"/>
            <a:ext cx="1182121" cy="506297"/>
            <a:chOff x="7675929" y="176192"/>
            <a:chExt cx="1254425" cy="537265"/>
          </a:xfrm>
        </p:grpSpPr>
        <p:pic>
          <p:nvPicPr>
            <p:cNvPr id="44" name="Image 43" descr="Une image contenant texte, logiciel, Icône d’ordinateur, Page web&#10;&#10;Le contenu généré par l’IA peut être incorrect.">
              <a:extLst>
                <a:ext uri="{FF2B5EF4-FFF2-40B4-BE49-F238E27FC236}">
                  <a16:creationId xmlns:a16="http://schemas.microsoft.com/office/drawing/2014/main" id="{DA9A7CB6-8281-5730-470A-3247FD641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75929" y="176192"/>
              <a:ext cx="1254425" cy="537265"/>
            </a:xfrm>
            <a:prstGeom prst="rect">
              <a:avLst/>
            </a:prstGeom>
            <a:effectLst>
              <a:outerShdw blurRad="105582" sx="101000" sy="101000" algn="ct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6DE5850-7A06-461E-9640-2C0D9F691947}"/>
                </a:ext>
              </a:extLst>
            </p:cNvPr>
            <p:cNvSpPr/>
            <p:nvPr/>
          </p:nvSpPr>
          <p:spPr>
            <a:xfrm>
              <a:off x="8522849" y="310168"/>
              <a:ext cx="407505" cy="101798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75"/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6E7E8ED5-3B39-E7CA-2BD8-310D980915DF}"/>
              </a:ext>
            </a:extLst>
          </p:cNvPr>
          <p:cNvGrpSpPr/>
          <p:nvPr/>
        </p:nvGrpSpPr>
        <p:grpSpPr>
          <a:xfrm>
            <a:off x="7845288" y="1799998"/>
            <a:ext cx="1168942" cy="1519659"/>
            <a:chOff x="7625977" y="1254482"/>
            <a:chExt cx="1346554" cy="1750559"/>
          </a:xfrm>
        </p:grpSpPr>
        <p:pic>
          <p:nvPicPr>
            <p:cNvPr id="47" name="Image 46" descr="Une image contenant capture d’écran, texte, logiciel&#10;&#10;Le contenu généré par l’IA peut être incorrect.">
              <a:extLst>
                <a:ext uri="{FF2B5EF4-FFF2-40B4-BE49-F238E27FC236}">
                  <a16:creationId xmlns:a16="http://schemas.microsoft.com/office/drawing/2014/main" id="{6A72006B-1C23-3A35-DE6B-DB4DAE55F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5977" y="1254482"/>
              <a:ext cx="1304377" cy="644540"/>
            </a:xfrm>
            <a:prstGeom prst="rect">
              <a:avLst/>
            </a:prstGeom>
            <a:effectLst>
              <a:outerShdw blurRad="105582" sx="101000" sy="101000" algn="ct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188DB33-777C-9FA9-E855-82C91D5FFDB3}"/>
                </a:ext>
              </a:extLst>
            </p:cNvPr>
            <p:cNvSpPr/>
            <p:nvPr/>
          </p:nvSpPr>
          <p:spPr>
            <a:xfrm>
              <a:off x="8303141" y="1401538"/>
              <a:ext cx="316397" cy="439459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75"/>
            </a:p>
          </p:txBody>
        </p:sp>
        <p:pic>
          <p:nvPicPr>
            <p:cNvPr id="51" name="Image 50" descr="Une image contenant capture d’écran, texte, Police, logiciel&#10;&#10;Le contenu généré par l’IA peut être incorrect.">
              <a:extLst>
                <a:ext uri="{FF2B5EF4-FFF2-40B4-BE49-F238E27FC236}">
                  <a16:creationId xmlns:a16="http://schemas.microsoft.com/office/drawing/2014/main" id="{902BCE76-F07E-0CF2-D1F8-FF2C6EAA5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140"/>
            <a:stretch/>
          </p:blipFill>
          <p:spPr>
            <a:xfrm>
              <a:off x="7625977" y="1976176"/>
              <a:ext cx="1346554" cy="1028865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A876D41-33A3-5C7E-3200-B32D012335A1}"/>
                </a:ext>
              </a:extLst>
            </p:cNvPr>
            <p:cNvSpPr/>
            <p:nvPr/>
          </p:nvSpPr>
          <p:spPr>
            <a:xfrm>
              <a:off x="8522849" y="2532848"/>
              <a:ext cx="407505" cy="138478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75"/>
            </a:p>
          </p:txBody>
        </p:sp>
      </p:grpSp>
    </p:spTree>
    <p:extLst>
      <p:ext uri="{BB962C8B-B14F-4D97-AF65-F5344CB8AC3E}">
        <p14:creationId xmlns:p14="http://schemas.microsoft.com/office/powerpoint/2010/main" val="2071010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944D7A1-BBBE-6434-3B5B-78D74D6E9FAC}"/>
              </a:ext>
            </a:extLst>
          </p:cNvPr>
          <p:cNvSpPr/>
          <p:nvPr/>
        </p:nvSpPr>
        <p:spPr>
          <a:xfrm>
            <a:off x="6169896" y="0"/>
            <a:ext cx="2974104" cy="5143500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8FB80669-F762-7BE5-6F19-F21B007A66B6}"/>
              </a:ext>
            </a:extLst>
          </p:cNvPr>
          <p:cNvCxnSpPr>
            <a:cxnSpLocks/>
          </p:cNvCxnSpPr>
          <p:nvPr/>
        </p:nvCxnSpPr>
        <p:spPr>
          <a:xfrm>
            <a:off x="1220955" y="2571750"/>
            <a:ext cx="7751946" cy="0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88961CF9-20E8-7CA4-4ABE-3A5D160A3841}"/>
              </a:ext>
            </a:extLst>
          </p:cNvPr>
          <p:cNvGrpSpPr/>
          <p:nvPr/>
        </p:nvGrpSpPr>
        <p:grpSpPr>
          <a:xfrm>
            <a:off x="1217715" y="202537"/>
            <a:ext cx="4888435" cy="4870541"/>
            <a:chOff x="921814" y="202537"/>
            <a:chExt cx="4888435" cy="4870541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01D7333E-6C28-33ED-8505-3A4737EA4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87493" y="209508"/>
              <a:ext cx="2715425" cy="2210740"/>
            </a:xfrm>
            <a:prstGeom prst="rect">
              <a:avLst/>
            </a:prstGeom>
            <a:effectLst>
              <a:outerShdw blurRad="381000" sx="101000" sy="101000" algn="ct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482C8CF-97C1-C8A5-797A-9F6CF1156FA4}"/>
                </a:ext>
              </a:extLst>
            </p:cNvPr>
            <p:cNvSpPr/>
            <p:nvPr/>
          </p:nvSpPr>
          <p:spPr>
            <a:xfrm>
              <a:off x="2558467" y="368969"/>
              <a:ext cx="755749" cy="11977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75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1452A2D0-E685-6AE5-1A76-AC0A79B98BE8}"/>
                </a:ext>
              </a:extLst>
            </p:cNvPr>
            <p:cNvSpPr txBox="1"/>
            <p:nvPr/>
          </p:nvSpPr>
          <p:spPr>
            <a:xfrm>
              <a:off x="1045779" y="565441"/>
              <a:ext cx="1207063" cy="341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fr-FR" sz="10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Active slide in the 2024 </a:t>
              </a:r>
              <a:r>
                <a:rPr lang="fr-FR" sz="1000" dirty="0" err="1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theme</a:t>
              </a:r>
              <a:endParaRPr lang="fr-FR" sz="1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739B5077-026E-AFCF-75C2-2D7E26B73054}"/>
                </a:ext>
              </a:extLst>
            </p:cNvPr>
            <p:cNvCxnSpPr>
              <a:cxnSpLocks/>
            </p:cNvCxnSpPr>
            <p:nvPr/>
          </p:nvCxnSpPr>
          <p:spPr>
            <a:xfrm>
              <a:off x="2252842" y="676379"/>
              <a:ext cx="338287" cy="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lèche vers la droite 30">
              <a:extLst>
                <a:ext uri="{FF2B5EF4-FFF2-40B4-BE49-F238E27FC236}">
                  <a16:creationId xmlns:a16="http://schemas.microsoft.com/office/drawing/2014/main" id="{D2A6D5BA-50B0-A8AF-2AFE-CE290544F3F1}"/>
                </a:ext>
              </a:extLst>
            </p:cNvPr>
            <p:cNvSpPr/>
            <p:nvPr/>
          </p:nvSpPr>
          <p:spPr>
            <a:xfrm>
              <a:off x="5302919" y="908385"/>
              <a:ext cx="507330" cy="343513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75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E2AED97-6ECA-1E81-1A54-F08D93127205}"/>
                </a:ext>
              </a:extLst>
            </p:cNvPr>
            <p:cNvSpPr/>
            <p:nvPr/>
          </p:nvSpPr>
          <p:spPr>
            <a:xfrm>
              <a:off x="3681312" y="1491916"/>
              <a:ext cx="539783" cy="44917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75"/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2BEACDED-CFFE-9F0D-CEA1-24B8F3C5EF46}"/>
                </a:ext>
              </a:extLst>
            </p:cNvPr>
            <p:cNvSpPr txBox="1"/>
            <p:nvPr/>
          </p:nvSpPr>
          <p:spPr>
            <a:xfrm>
              <a:off x="921814" y="1583208"/>
              <a:ext cx="1515556" cy="5019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fr-FR" sz="1100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Click on the </a:t>
              </a:r>
              <a:r>
                <a:rPr lang="fr-FR" sz="1100" b="1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new</a:t>
              </a:r>
              <a:r>
                <a:rPr lang="fr-FR" sz="1100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master (</a:t>
              </a:r>
              <a:r>
                <a:rPr lang="fr-FR" sz="1100" dirty="0" err="1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corresponding</a:t>
              </a:r>
              <a:r>
                <a:rPr lang="fr-FR" sz="1100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active slide) to change.</a:t>
              </a:r>
              <a:endParaRPr lang="fr-FR" sz="1100" b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40358D41-29BC-E5F0-F459-0A52C9781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91128" y="2862338"/>
              <a:ext cx="2708156" cy="2210740"/>
            </a:xfrm>
            <a:prstGeom prst="rect">
              <a:avLst/>
            </a:prstGeom>
            <a:effectLst>
              <a:outerShdw blurRad="381000" sx="101000" sy="101000" algn="ct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8C4A578-3B2C-CD63-2947-A3660E5539ED}"/>
                </a:ext>
              </a:extLst>
            </p:cNvPr>
            <p:cNvSpPr/>
            <p:nvPr/>
          </p:nvSpPr>
          <p:spPr>
            <a:xfrm>
              <a:off x="2558467" y="3000816"/>
              <a:ext cx="755749" cy="11977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75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C44A0803-5FBE-86FE-DF31-C381E7F0D186}"/>
                </a:ext>
              </a:extLst>
            </p:cNvPr>
            <p:cNvSpPr txBox="1"/>
            <p:nvPr/>
          </p:nvSpPr>
          <p:spPr>
            <a:xfrm>
              <a:off x="1029449" y="3199412"/>
              <a:ext cx="1207062" cy="341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fr-FR" sz="10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Active slide in the 2025 </a:t>
              </a:r>
              <a:r>
                <a:rPr lang="fr-FR" sz="1000" dirty="0" err="1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theme</a:t>
              </a:r>
              <a:endParaRPr lang="fr-FR" sz="1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406448DD-5A32-1756-4F0E-494BF40F9919}"/>
                </a:ext>
              </a:extLst>
            </p:cNvPr>
            <p:cNvCxnSpPr>
              <a:cxnSpLocks/>
            </p:cNvCxnSpPr>
            <p:nvPr/>
          </p:nvCxnSpPr>
          <p:spPr>
            <a:xfrm>
              <a:off x="2252842" y="3308226"/>
              <a:ext cx="1438364" cy="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6437CD6C-DEBC-8B8D-AAB0-BB5037FC92B4}"/>
                </a:ext>
              </a:extLst>
            </p:cNvPr>
            <p:cNvCxnSpPr>
              <a:cxnSpLocks/>
            </p:cNvCxnSpPr>
            <p:nvPr/>
          </p:nvCxnSpPr>
          <p:spPr>
            <a:xfrm>
              <a:off x="2252841" y="288714"/>
              <a:ext cx="339481" cy="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C0940834-170E-C561-6A10-2C59D2CEE5E4}"/>
                </a:ext>
              </a:extLst>
            </p:cNvPr>
            <p:cNvSpPr txBox="1"/>
            <p:nvPr/>
          </p:nvSpPr>
          <p:spPr>
            <a:xfrm>
              <a:off x="1276034" y="202537"/>
              <a:ext cx="950085" cy="341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fr-FR" sz="10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"</a:t>
              </a:r>
              <a:r>
                <a:rPr lang="fr-FR" sz="1000" dirty="0" err="1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Layout</a:t>
              </a:r>
              <a:r>
                <a:rPr lang="fr-FR" sz="10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" </a:t>
              </a:r>
              <a:r>
                <a:rPr lang="fr-FR" sz="1000" dirty="0" err="1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button</a:t>
              </a:r>
              <a:endParaRPr lang="fr-FR" sz="1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Flèche vers la droite 22">
              <a:extLst>
                <a:ext uri="{FF2B5EF4-FFF2-40B4-BE49-F238E27FC236}">
                  <a16:creationId xmlns:a16="http://schemas.microsoft.com/office/drawing/2014/main" id="{FA6039F8-C644-27EF-C3B6-9B3B60F126DC}"/>
                </a:ext>
              </a:extLst>
            </p:cNvPr>
            <p:cNvSpPr/>
            <p:nvPr/>
          </p:nvSpPr>
          <p:spPr>
            <a:xfrm>
              <a:off x="5302919" y="3742971"/>
              <a:ext cx="507330" cy="343513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75"/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2B558680-50A6-B942-6AA4-A6163B2CB94C}"/>
                </a:ext>
              </a:extLst>
            </p:cNvPr>
            <p:cNvSpPr txBox="1"/>
            <p:nvPr/>
          </p:nvSpPr>
          <p:spPr>
            <a:xfrm>
              <a:off x="1075488" y="3829767"/>
              <a:ext cx="1602329" cy="5019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fr-FR" sz="1100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Click on the </a:t>
              </a:r>
              <a:r>
                <a:rPr lang="fr-FR" sz="1100" b="1" dirty="0" err="1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old</a:t>
              </a:r>
              <a:r>
                <a:rPr lang="fr-FR" sz="1100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master (</a:t>
              </a:r>
              <a:r>
                <a:rPr lang="fr-FR" sz="1100" dirty="0" err="1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corresponding</a:t>
              </a:r>
              <a:r>
                <a:rPr lang="fr-FR" sz="1100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active slide) to change.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4A0EEEC-3D8C-C96B-859E-16DD22ACE3E7}"/>
                </a:ext>
              </a:extLst>
            </p:cNvPr>
            <p:cNvSpPr/>
            <p:nvPr/>
          </p:nvSpPr>
          <p:spPr>
            <a:xfrm>
              <a:off x="2601650" y="4168879"/>
              <a:ext cx="507940" cy="3643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75"/>
            </a:p>
          </p:txBody>
        </p: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id="{A6576657-D8F4-3A29-DA5E-2394F7D82391}"/>
                </a:ext>
              </a:extLst>
            </p:cNvPr>
            <p:cNvCxnSpPr>
              <a:cxnSpLocks/>
            </p:cNvCxnSpPr>
            <p:nvPr/>
          </p:nvCxnSpPr>
          <p:spPr>
            <a:xfrm>
              <a:off x="2113076" y="1688976"/>
              <a:ext cx="1578130" cy="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45">
              <a:extLst>
                <a:ext uri="{FF2B5EF4-FFF2-40B4-BE49-F238E27FC236}">
                  <a16:creationId xmlns:a16="http://schemas.microsoft.com/office/drawing/2014/main" id="{FBB6CB4F-142F-CB1C-CF46-2CF98F3387C3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 flipV="1">
              <a:off x="2055926" y="4351036"/>
              <a:ext cx="545724" cy="494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Image 5" descr="Une image contenant Appareils électroniques, ordinateur, ordinateur portable, texte&#10;&#10;Le contenu généré par l’IA peut être incorrect.">
            <a:extLst>
              <a:ext uri="{FF2B5EF4-FFF2-40B4-BE49-F238E27FC236}">
                <a16:creationId xmlns:a16="http://schemas.microsoft.com/office/drawing/2014/main" id="{F9BE64B2-D0B9-12C9-2F3D-C278282888F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7694" y="3267411"/>
            <a:ext cx="2634577" cy="1483500"/>
          </a:xfrm>
          <a:prstGeom prst="rect">
            <a:avLst/>
          </a:prstGeom>
          <a:effectLst>
            <a:outerShdw blurRad="381000" sx="101000" sy="101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10" name="Image 9" descr="Une image contenant ordinateur, logiciel,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A92785E-2344-57A8-0F62-EDFA18FA2D2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7754" y="609309"/>
            <a:ext cx="2614456" cy="1495319"/>
          </a:xfrm>
          <a:prstGeom prst="rect">
            <a:avLst/>
          </a:prstGeom>
          <a:effectLst>
            <a:outerShdw blurRad="105582" sx="101000" sy="101000" algn="ctr" rotWithShape="0">
              <a:prstClr val="black">
                <a:alpha val="20000"/>
              </a:prstClr>
            </a:outerShdw>
          </a:effec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21121E99-74CA-ECF3-CE84-52ADB66B632A}"/>
              </a:ext>
            </a:extLst>
          </p:cNvPr>
          <p:cNvSpPr txBox="1"/>
          <p:nvPr/>
        </p:nvSpPr>
        <p:spPr>
          <a:xfrm>
            <a:off x="67099" y="160831"/>
            <a:ext cx="1054129" cy="5355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fr-FR" sz="16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 2 </a:t>
            </a:r>
            <a:r>
              <a:rPr lang="fr-FR" sz="16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Focus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5DF3623-E4F5-15B6-9DA2-8D08FCA4E837}"/>
              </a:ext>
            </a:extLst>
          </p:cNvPr>
          <p:cNvSpPr txBox="1"/>
          <p:nvPr/>
        </p:nvSpPr>
        <p:spPr>
          <a:xfrm>
            <a:off x="6495723" y="281338"/>
            <a:ext cx="2110953" cy="264688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fr-FR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2025 </a:t>
            </a:r>
            <a:r>
              <a:rPr lang="fr-FR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endParaRPr lang="fr-F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19EE4CE-E49A-AE33-F644-B2A4243A5C2A}"/>
              </a:ext>
            </a:extLst>
          </p:cNvPr>
          <p:cNvSpPr txBox="1"/>
          <p:nvPr/>
        </p:nvSpPr>
        <p:spPr>
          <a:xfrm>
            <a:off x="6359886" y="2782323"/>
            <a:ext cx="2199386" cy="264688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fr-FR" sz="1400" dirty="0">
                <a:solidFill>
                  <a:srgbClr val="FC6E0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OLD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2024 </a:t>
            </a:r>
            <a:r>
              <a:rPr lang="fr-FR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endParaRPr lang="fr-F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704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BA67B6D-EDA8-4BE2-72A9-EE2073F95BC3}"/>
              </a:ext>
            </a:extLst>
          </p:cNvPr>
          <p:cNvSpPr txBox="1"/>
          <p:nvPr/>
        </p:nvSpPr>
        <p:spPr>
          <a:xfrm>
            <a:off x="3379445" y="2297059"/>
            <a:ext cx="2385110" cy="549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endParaRPr lang="fr-FR" sz="3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752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5DD8F76-D1F8-F345-86DA-21A3356BD3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/>
              <a:t>Right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8949B8-10D3-5088-25F4-3CDC90C897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 err="1"/>
              <a:t>Subtile</a:t>
            </a:r>
            <a:endParaRPr lang="en-GB" dirty="0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B064694-DEAD-DB4D-832C-41CEA805BEAB}"/>
              </a:ext>
            </a:extLst>
          </p:cNvPr>
          <p:cNvSpPr txBox="1">
            <a:spLocks/>
          </p:cNvSpPr>
          <p:nvPr/>
        </p:nvSpPr>
        <p:spPr>
          <a:xfrm>
            <a:off x="783987" y="3431560"/>
            <a:ext cx="3674419" cy="510756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b="1" ker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GB" sz="900" b="1" kern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GB" sz="900" ker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b="1" ker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GB" sz="900" b="1" kern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GB" sz="900" ker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b="1" ker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GB" sz="900" b="1" kern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GB" sz="900" ker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0AD4402-7C77-E24E-A141-C715FB9A2EA2}"/>
              </a:ext>
            </a:extLst>
          </p:cNvPr>
          <p:cNvSpPr txBox="1">
            <a:spLocks/>
          </p:cNvSpPr>
          <p:nvPr/>
        </p:nvSpPr>
        <p:spPr>
          <a:xfrm>
            <a:off x="711127" y="3043656"/>
            <a:ext cx="2717874" cy="349805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Lorem ipsum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GB" sz="900" kern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en-GB" sz="900" kern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8657278B-F938-9844-AE1D-7BA063B13C7E}"/>
              </a:ext>
            </a:extLst>
          </p:cNvPr>
          <p:cNvSpPr txBox="1">
            <a:spLocks/>
          </p:cNvSpPr>
          <p:nvPr/>
        </p:nvSpPr>
        <p:spPr>
          <a:xfrm>
            <a:off x="711127" y="2815056"/>
            <a:ext cx="3099327" cy="236695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400" b="1" kern="0" cap="all" spc="15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Lorem IPSUM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EBB785AC-999F-2141-AD31-97595FA959E2}"/>
              </a:ext>
            </a:extLst>
          </p:cNvPr>
          <p:cNvGrpSpPr/>
          <p:nvPr/>
        </p:nvGrpSpPr>
        <p:grpSpPr>
          <a:xfrm>
            <a:off x="841394" y="4047077"/>
            <a:ext cx="3131001" cy="183731"/>
            <a:chOff x="1832687" y="5961946"/>
            <a:chExt cx="7975311" cy="468000"/>
          </a:xfrm>
        </p:grpSpPr>
        <p:sp>
          <p:nvSpPr>
            <p:cNvPr id="23" name="Titre 1">
              <a:extLst>
                <a:ext uri="{FF2B5EF4-FFF2-40B4-BE49-F238E27FC236}">
                  <a16:creationId xmlns:a16="http://schemas.microsoft.com/office/drawing/2014/main" id="{9EF9010E-1C8D-674B-BAAA-28ABDFE7E349}"/>
                </a:ext>
              </a:extLst>
            </p:cNvPr>
            <p:cNvSpPr txBox="1">
              <a:spLocks/>
            </p:cNvSpPr>
            <p:nvPr/>
          </p:nvSpPr>
          <p:spPr>
            <a:xfrm>
              <a:off x="1832687" y="5961946"/>
              <a:ext cx="1250345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</a:p>
          </p:txBody>
        </p:sp>
        <p:sp>
          <p:nvSpPr>
            <p:cNvPr id="24" name="Titre 1">
              <a:extLst>
                <a:ext uri="{FF2B5EF4-FFF2-40B4-BE49-F238E27FC236}">
                  <a16:creationId xmlns:a16="http://schemas.microsoft.com/office/drawing/2014/main" id="{2125E959-5275-B84C-8262-E185CF9193D7}"/>
                </a:ext>
              </a:extLst>
            </p:cNvPr>
            <p:cNvSpPr txBox="1">
              <a:spLocks/>
            </p:cNvSpPr>
            <p:nvPr/>
          </p:nvSpPr>
          <p:spPr>
            <a:xfrm>
              <a:off x="3210493" y="5961946"/>
              <a:ext cx="1418414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  <a:endParaRPr lang="en-US" sz="800" b="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Titre 1">
              <a:extLst>
                <a:ext uri="{FF2B5EF4-FFF2-40B4-BE49-F238E27FC236}">
                  <a16:creationId xmlns:a16="http://schemas.microsoft.com/office/drawing/2014/main" id="{1CF084E1-FAB8-C749-81C6-18FE7A245DCD}"/>
                </a:ext>
              </a:extLst>
            </p:cNvPr>
            <p:cNvSpPr txBox="1">
              <a:spLocks/>
            </p:cNvSpPr>
            <p:nvPr/>
          </p:nvSpPr>
          <p:spPr>
            <a:xfrm>
              <a:off x="4756368" y="5961946"/>
              <a:ext cx="2370471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</a:t>
              </a:r>
            </a:p>
          </p:txBody>
        </p:sp>
        <p:sp>
          <p:nvSpPr>
            <p:cNvPr id="26" name="Titre 1">
              <a:extLst>
                <a:ext uri="{FF2B5EF4-FFF2-40B4-BE49-F238E27FC236}">
                  <a16:creationId xmlns:a16="http://schemas.microsoft.com/office/drawing/2014/main" id="{E273C740-72CB-144E-BC48-80B09658544F}"/>
                </a:ext>
              </a:extLst>
            </p:cNvPr>
            <p:cNvSpPr txBox="1">
              <a:spLocks/>
            </p:cNvSpPr>
            <p:nvPr/>
          </p:nvSpPr>
          <p:spPr>
            <a:xfrm>
              <a:off x="8592199" y="5961946"/>
              <a:ext cx="1215799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  <a:endParaRPr lang="en-US" sz="800" b="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itre 1">
              <a:extLst>
                <a:ext uri="{FF2B5EF4-FFF2-40B4-BE49-F238E27FC236}">
                  <a16:creationId xmlns:a16="http://schemas.microsoft.com/office/drawing/2014/main" id="{00343EC7-39DA-504C-BA5F-51D78303ABC5}"/>
                </a:ext>
              </a:extLst>
            </p:cNvPr>
            <p:cNvSpPr txBox="1">
              <a:spLocks/>
            </p:cNvSpPr>
            <p:nvPr/>
          </p:nvSpPr>
          <p:spPr>
            <a:xfrm>
              <a:off x="7248939" y="5961946"/>
              <a:ext cx="1215799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</a:p>
          </p:txBody>
        </p:sp>
      </p:grpSp>
      <p:sp>
        <p:nvSpPr>
          <p:cNvPr id="28" name="Titre 1">
            <a:extLst>
              <a:ext uri="{FF2B5EF4-FFF2-40B4-BE49-F238E27FC236}">
                <a16:creationId xmlns:a16="http://schemas.microsoft.com/office/drawing/2014/main" id="{03A4676F-1327-FF5C-25DF-78E8ED0A6708}"/>
              </a:ext>
            </a:extLst>
          </p:cNvPr>
          <p:cNvSpPr txBox="1">
            <a:spLocks/>
          </p:cNvSpPr>
          <p:nvPr/>
        </p:nvSpPr>
        <p:spPr>
          <a:xfrm>
            <a:off x="782670" y="1669328"/>
            <a:ext cx="4208430" cy="839391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b="1" ker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Lorem Lorem </a:t>
            </a:r>
            <a:r>
              <a:rPr lang="en-GB" sz="900" b="1" kern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GB" sz="900" ker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b="1" ker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GB" sz="900" b="1" kern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GB" sz="900" ker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b="1" ker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GB" sz="900" b="1" kern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GB" sz="900" ker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b="1" ker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GB" sz="900" b="1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: Lorem ipsum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GB" sz="900" ker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itre 1">
            <a:extLst>
              <a:ext uri="{FF2B5EF4-FFF2-40B4-BE49-F238E27FC236}">
                <a16:creationId xmlns:a16="http://schemas.microsoft.com/office/drawing/2014/main" id="{5C7C74D6-7252-B31D-8D53-60FDEFB045D4}"/>
              </a:ext>
            </a:extLst>
          </p:cNvPr>
          <p:cNvSpPr txBox="1">
            <a:spLocks/>
          </p:cNvSpPr>
          <p:nvPr/>
        </p:nvSpPr>
        <p:spPr>
          <a:xfrm>
            <a:off x="711127" y="1288327"/>
            <a:ext cx="4279973" cy="326497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amet, consectetur adipiscing elit, Lorem ipsum dolor sit amet, consectetur adipiscing elit</a:t>
            </a:r>
          </a:p>
          <a:p>
            <a:pPr>
              <a:defRPr/>
            </a:pPr>
            <a:endParaRPr lang="en-GB" sz="900" kern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itre 1">
            <a:extLst>
              <a:ext uri="{FF2B5EF4-FFF2-40B4-BE49-F238E27FC236}">
                <a16:creationId xmlns:a16="http://schemas.microsoft.com/office/drawing/2014/main" id="{660512DA-C063-EDC9-C0E6-49332B422D02}"/>
              </a:ext>
            </a:extLst>
          </p:cNvPr>
          <p:cNvSpPr txBox="1">
            <a:spLocks/>
          </p:cNvSpPr>
          <p:nvPr/>
        </p:nvSpPr>
        <p:spPr>
          <a:xfrm>
            <a:off x="711127" y="1059727"/>
            <a:ext cx="2914335" cy="243121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GB" sz="1400" b="1" kern="0" cap="all" spc="15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Lorem ipsum</a:t>
            </a:r>
          </a:p>
        </p:txBody>
      </p:sp>
      <p:pic>
        <p:nvPicPr>
          <p:cNvPr id="5" name="Image 4" descr="Une image contenant ordinateur portable, ordinateur, capture d’écran, léger&#10;&#10;Description générée automatiquement">
            <a:extLst>
              <a:ext uri="{FF2B5EF4-FFF2-40B4-BE49-F238E27FC236}">
                <a16:creationId xmlns:a16="http://schemas.microsoft.com/office/drawing/2014/main" id="{AEE9F7D6-A3C0-B151-5D35-C9960F96D81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3397" y="912694"/>
            <a:ext cx="6948256" cy="39069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A6CA4FD-4FC6-E2D5-17F3-70548ED1CDBC}"/>
              </a:ext>
            </a:extLst>
          </p:cNvPr>
          <p:cNvSpPr/>
          <p:nvPr/>
        </p:nvSpPr>
        <p:spPr>
          <a:xfrm rot="912038">
            <a:off x="6987855" y="5979"/>
            <a:ext cx="2495177" cy="60093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/>
              <a:t>New Theme 2025 Template</a:t>
            </a:r>
          </a:p>
        </p:txBody>
      </p:sp>
    </p:spTree>
    <p:extLst>
      <p:ext uri="{BB962C8B-B14F-4D97-AF65-F5344CB8AC3E}">
        <p14:creationId xmlns:p14="http://schemas.microsoft.com/office/powerpoint/2010/main" val="2997609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5DD8F76-D1F8-F345-86DA-21A3356BD3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/>
              <a:t>Right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8949B8-10D3-5088-25F4-3CDC90C897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 err="1"/>
              <a:t>Subtile</a:t>
            </a:r>
            <a:endParaRPr lang="en-GB" dirty="0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B064694-DEAD-DB4D-832C-41CEA805BEAB}"/>
              </a:ext>
            </a:extLst>
          </p:cNvPr>
          <p:cNvSpPr txBox="1">
            <a:spLocks/>
          </p:cNvSpPr>
          <p:nvPr/>
        </p:nvSpPr>
        <p:spPr>
          <a:xfrm>
            <a:off x="783987" y="3431560"/>
            <a:ext cx="3674419" cy="510756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b="1" ker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GB" sz="900" b="1" kern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GB" sz="900" ker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b="1" ker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GB" sz="900" b="1" kern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GB" sz="900" ker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b="1" ker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GB" sz="900" b="1" kern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GB" sz="900" ker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0AD4402-7C77-E24E-A141-C715FB9A2EA2}"/>
              </a:ext>
            </a:extLst>
          </p:cNvPr>
          <p:cNvSpPr txBox="1">
            <a:spLocks/>
          </p:cNvSpPr>
          <p:nvPr/>
        </p:nvSpPr>
        <p:spPr>
          <a:xfrm>
            <a:off x="711127" y="3043656"/>
            <a:ext cx="2717874" cy="349805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Lorem ipsum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GB" sz="900" kern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en-GB" sz="900" kern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8657278B-F938-9844-AE1D-7BA063B13C7E}"/>
              </a:ext>
            </a:extLst>
          </p:cNvPr>
          <p:cNvSpPr txBox="1">
            <a:spLocks/>
          </p:cNvSpPr>
          <p:nvPr/>
        </p:nvSpPr>
        <p:spPr>
          <a:xfrm>
            <a:off x="711127" y="2815056"/>
            <a:ext cx="3099327" cy="236695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400" b="1" kern="0" cap="all" spc="15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Lorem IPSUM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EBB785AC-999F-2141-AD31-97595FA959E2}"/>
              </a:ext>
            </a:extLst>
          </p:cNvPr>
          <p:cNvGrpSpPr/>
          <p:nvPr/>
        </p:nvGrpSpPr>
        <p:grpSpPr>
          <a:xfrm>
            <a:off x="841394" y="4047077"/>
            <a:ext cx="3131001" cy="183731"/>
            <a:chOff x="1832687" y="5961946"/>
            <a:chExt cx="7975311" cy="468000"/>
          </a:xfrm>
        </p:grpSpPr>
        <p:sp>
          <p:nvSpPr>
            <p:cNvPr id="23" name="Titre 1">
              <a:extLst>
                <a:ext uri="{FF2B5EF4-FFF2-40B4-BE49-F238E27FC236}">
                  <a16:creationId xmlns:a16="http://schemas.microsoft.com/office/drawing/2014/main" id="{9EF9010E-1C8D-674B-BAAA-28ABDFE7E349}"/>
                </a:ext>
              </a:extLst>
            </p:cNvPr>
            <p:cNvSpPr txBox="1">
              <a:spLocks/>
            </p:cNvSpPr>
            <p:nvPr/>
          </p:nvSpPr>
          <p:spPr>
            <a:xfrm>
              <a:off x="1832687" y="5961946"/>
              <a:ext cx="1250345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</a:p>
          </p:txBody>
        </p:sp>
        <p:sp>
          <p:nvSpPr>
            <p:cNvPr id="24" name="Titre 1">
              <a:extLst>
                <a:ext uri="{FF2B5EF4-FFF2-40B4-BE49-F238E27FC236}">
                  <a16:creationId xmlns:a16="http://schemas.microsoft.com/office/drawing/2014/main" id="{2125E959-5275-B84C-8262-E185CF9193D7}"/>
                </a:ext>
              </a:extLst>
            </p:cNvPr>
            <p:cNvSpPr txBox="1">
              <a:spLocks/>
            </p:cNvSpPr>
            <p:nvPr/>
          </p:nvSpPr>
          <p:spPr>
            <a:xfrm>
              <a:off x="3210493" y="5961946"/>
              <a:ext cx="1418414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  <a:endParaRPr lang="en-US" sz="800" b="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Titre 1">
              <a:extLst>
                <a:ext uri="{FF2B5EF4-FFF2-40B4-BE49-F238E27FC236}">
                  <a16:creationId xmlns:a16="http://schemas.microsoft.com/office/drawing/2014/main" id="{1CF084E1-FAB8-C749-81C6-18FE7A245DCD}"/>
                </a:ext>
              </a:extLst>
            </p:cNvPr>
            <p:cNvSpPr txBox="1">
              <a:spLocks/>
            </p:cNvSpPr>
            <p:nvPr/>
          </p:nvSpPr>
          <p:spPr>
            <a:xfrm>
              <a:off x="4756368" y="5961946"/>
              <a:ext cx="2370471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</a:t>
              </a:r>
            </a:p>
          </p:txBody>
        </p:sp>
        <p:sp>
          <p:nvSpPr>
            <p:cNvPr id="26" name="Titre 1">
              <a:extLst>
                <a:ext uri="{FF2B5EF4-FFF2-40B4-BE49-F238E27FC236}">
                  <a16:creationId xmlns:a16="http://schemas.microsoft.com/office/drawing/2014/main" id="{E273C740-72CB-144E-BC48-80B09658544F}"/>
                </a:ext>
              </a:extLst>
            </p:cNvPr>
            <p:cNvSpPr txBox="1">
              <a:spLocks/>
            </p:cNvSpPr>
            <p:nvPr/>
          </p:nvSpPr>
          <p:spPr>
            <a:xfrm>
              <a:off x="8592199" y="5961946"/>
              <a:ext cx="1215799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  <a:endParaRPr lang="en-US" sz="800" b="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itre 1">
              <a:extLst>
                <a:ext uri="{FF2B5EF4-FFF2-40B4-BE49-F238E27FC236}">
                  <a16:creationId xmlns:a16="http://schemas.microsoft.com/office/drawing/2014/main" id="{00343EC7-39DA-504C-BA5F-51D78303ABC5}"/>
                </a:ext>
              </a:extLst>
            </p:cNvPr>
            <p:cNvSpPr txBox="1">
              <a:spLocks/>
            </p:cNvSpPr>
            <p:nvPr/>
          </p:nvSpPr>
          <p:spPr>
            <a:xfrm>
              <a:off x="7248939" y="5961946"/>
              <a:ext cx="1215799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</a:p>
          </p:txBody>
        </p:sp>
      </p:grpSp>
      <p:sp>
        <p:nvSpPr>
          <p:cNvPr id="28" name="Titre 1">
            <a:extLst>
              <a:ext uri="{FF2B5EF4-FFF2-40B4-BE49-F238E27FC236}">
                <a16:creationId xmlns:a16="http://schemas.microsoft.com/office/drawing/2014/main" id="{03A4676F-1327-FF5C-25DF-78E8ED0A6708}"/>
              </a:ext>
            </a:extLst>
          </p:cNvPr>
          <p:cNvSpPr txBox="1">
            <a:spLocks/>
          </p:cNvSpPr>
          <p:nvPr/>
        </p:nvSpPr>
        <p:spPr>
          <a:xfrm>
            <a:off x="782670" y="1669328"/>
            <a:ext cx="4208430" cy="839391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b="1" ker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Lorem Lorem </a:t>
            </a:r>
            <a:r>
              <a:rPr lang="en-GB" sz="900" b="1" kern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GB" sz="900" ker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b="1" ker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GB" sz="900" b="1" kern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GB" sz="900" ker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b="1" ker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GB" sz="900" b="1" kern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GB" sz="900" ker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b="1" ker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GB" sz="900" b="1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: Lorem ipsum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sit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GB" sz="900" ker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900" kern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GB" sz="900" ker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itre 1">
            <a:extLst>
              <a:ext uri="{FF2B5EF4-FFF2-40B4-BE49-F238E27FC236}">
                <a16:creationId xmlns:a16="http://schemas.microsoft.com/office/drawing/2014/main" id="{5C7C74D6-7252-B31D-8D53-60FDEFB045D4}"/>
              </a:ext>
            </a:extLst>
          </p:cNvPr>
          <p:cNvSpPr txBox="1">
            <a:spLocks/>
          </p:cNvSpPr>
          <p:nvPr/>
        </p:nvSpPr>
        <p:spPr>
          <a:xfrm>
            <a:off x="711127" y="1288327"/>
            <a:ext cx="4279973" cy="326497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900" kern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amet, consectetur adipiscing elit, Lorem ipsum dolor sit amet, consectetur adipiscing elit</a:t>
            </a:r>
          </a:p>
          <a:p>
            <a:pPr>
              <a:defRPr/>
            </a:pPr>
            <a:endParaRPr lang="en-GB" sz="900" kern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itre 1">
            <a:extLst>
              <a:ext uri="{FF2B5EF4-FFF2-40B4-BE49-F238E27FC236}">
                <a16:creationId xmlns:a16="http://schemas.microsoft.com/office/drawing/2014/main" id="{660512DA-C063-EDC9-C0E6-49332B422D02}"/>
              </a:ext>
            </a:extLst>
          </p:cNvPr>
          <p:cNvSpPr txBox="1">
            <a:spLocks/>
          </p:cNvSpPr>
          <p:nvPr/>
        </p:nvSpPr>
        <p:spPr>
          <a:xfrm>
            <a:off x="711127" y="1059727"/>
            <a:ext cx="2914335" cy="243121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GB" sz="1400" b="1" kern="0" cap="all" spc="15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Lorem ipsum</a:t>
            </a:r>
          </a:p>
        </p:txBody>
      </p:sp>
      <p:pic>
        <p:nvPicPr>
          <p:cNvPr id="5" name="Image 4" descr="Une image contenant ordinateur portable, ordinateur, capture d’écran, léger&#10;&#10;Description générée automatiquement">
            <a:extLst>
              <a:ext uri="{FF2B5EF4-FFF2-40B4-BE49-F238E27FC236}">
                <a16:creationId xmlns:a16="http://schemas.microsoft.com/office/drawing/2014/main" id="{AEE9F7D6-A3C0-B151-5D35-C9960F96D81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3397" y="912694"/>
            <a:ext cx="6948256" cy="39069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8554C42-090B-E9F9-B02F-03E8026E8532}"/>
              </a:ext>
            </a:extLst>
          </p:cNvPr>
          <p:cNvSpPr/>
          <p:nvPr/>
        </p:nvSpPr>
        <p:spPr>
          <a:xfrm rot="912038">
            <a:off x="6987855" y="5979"/>
            <a:ext cx="2495177" cy="60093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/>
              <a:t>Old Theme 2024 Template</a:t>
            </a:r>
          </a:p>
        </p:txBody>
      </p:sp>
    </p:spTree>
    <p:extLst>
      <p:ext uri="{BB962C8B-B14F-4D97-AF65-F5344CB8AC3E}">
        <p14:creationId xmlns:p14="http://schemas.microsoft.com/office/powerpoint/2010/main" val="660945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A0AE935-E01D-86E5-6201-5D81A2307F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1D6CA6F-45BA-FFB0-1B34-7F519547B4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1FD241-67BC-A575-FA98-63E43BA2EA00}"/>
              </a:ext>
            </a:extLst>
          </p:cNvPr>
          <p:cNvSpPr/>
          <p:nvPr/>
        </p:nvSpPr>
        <p:spPr>
          <a:xfrm rot="912038">
            <a:off x="6987855" y="5979"/>
            <a:ext cx="2495177" cy="60093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/>
              <a:t>New Theme 2025 Template</a:t>
            </a:r>
          </a:p>
        </p:txBody>
      </p:sp>
    </p:spTree>
    <p:extLst>
      <p:ext uri="{BB962C8B-B14F-4D97-AF65-F5344CB8AC3E}">
        <p14:creationId xmlns:p14="http://schemas.microsoft.com/office/powerpoint/2010/main" val="833824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7863708-BFD9-6BDD-29F7-1A6226C944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B100EE3-A59B-A7BF-026D-D80BE4C9DD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4F4218-B618-98BC-C291-4BADF842810F}"/>
              </a:ext>
            </a:extLst>
          </p:cNvPr>
          <p:cNvSpPr/>
          <p:nvPr/>
        </p:nvSpPr>
        <p:spPr>
          <a:xfrm rot="912038">
            <a:off x="6987855" y="5979"/>
            <a:ext cx="2495177" cy="60093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/>
              <a:t>Old Theme 2024 Template</a:t>
            </a:r>
          </a:p>
        </p:txBody>
      </p:sp>
    </p:spTree>
    <p:extLst>
      <p:ext uri="{BB962C8B-B14F-4D97-AF65-F5344CB8AC3E}">
        <p14:creationId xmlns:p14="http://schemas.microsoft.com/office/powerpoint/2010/main" val="294283487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-ALTEN-2025">
  <a:themeElements>
    <a:clrScheme name="ALTEN Group">
      <a:dk1>
        <a:srgbClr val="063C67"/>
      </a:dk1>
      <a:lt1>
        <a:srgbClr val="FFFFFF"/>
      </a:lt1>
      <a:dk2>
        <a:srgbClr val="858591"/>
      </a:dk2>
      <a:lt2>
        <a:srgbClr val="FFFFFF"/>
      </a:lt2>
      <a:accent1>
        <a:srgbClr val="FFDA65"/>
      </a:accent1>
      <a:accent2>
        <a:srgbClr val="C0C0C8"/>
      </a:accent2>
      <a:accent3>
        <a:srgbClr val="063C67"/>
      </a:accent3>
      <a:accent4>
        <a:srgbClr val="1D93C9"/>
      </a:accent4>
      <a:accent5>
        <a:srgbClr val="7ECBEE"/>
      </a:accent5>
      <a:accent6>
        <a:srgbClr val="176F98"/>
      </a:accent6>
      <a:hlink>
        <a:srgbClr val="2980B6"/>
      </a:hlink>
      <a:folHlink>
        <a:srgbClr val="2980B6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ésentation7" id="{792A4A8E-2698-284F-A5DD-CF7AEE1A7BDF}" vid="{812D01E4-2CD7-3240-A71E-224225F79232}"/>
    </a:ext>
  </a:extLst>
</a:theme>
</file>

<file path=ppt/theme/theme2.xml><?xml version="1.0" encoding="utf-8"?>
<a:theme xmlns:a="http://schemas.openxmlformats.org/drawingml/2006/main" name="1_Theme-ALTEN-2024">
  <a:themeElements>
    <a:clrScheme name="ALTEN 2024">
      <a:dk1>
        <a:srgbClr val="063C67"/>
      </a:dk1>
      <a:lt1>
        <a:srgbClr val="FFFFFF"/>
      </a:lt1>
      <a:dk2>
        <a:srgbClr val="858591"/>
      </a:dk2>
      <a:lt2>
        <a:srgbClr val="FFFFFF"/>
      </a:lt2>
      <a:accent1>
        <a:srgbClr val="FFDA65"/>
      </a:accent1>
      <a:accent2>
        <a:srgbClr val="C0C0C8"/>
      </a:accent2>
      <a:accent3>
        <a:srgbClr val="063C67"/>
      </a:accent3>
      <a:accent4>
        <a:srgbClr val="1D93C9"/>
      </a:accent4>
      <a:accent5>
        <a:srgbClr val="7ECBEE"/>
      </a:accent5>
      <a:accent6>
        <a:srgbClr val="176F98"/>
      </a:accent6>
      <a:hlink>
        <a:srgbClr val="2980B6"/>
      </a:hlink>
      <a:folHlink>
        <a:srgbClr val="2980B6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26F5421-C04B-46E4-BEE0-4733D2AB8202}" vid="{FF7FCB4E-8C9E-4398-9A09-2164A089799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a16cde6-8788-44be-9919-f39432e71d93" xsi:nil="true"/>
    <lcf76f155ced4ddcb4097134ff3c332f xmlns="84f86851-9b97-434e-ba48-f349ea2c51a7">
      <Terms xmlns="http://schemas.microsoft.com/office/infopath/2007/PartnerControls"/>
    </lcf76f155ced4ddcb4097134ff3c332f>
    <Pays xmlns="84f86851-9b97-434e-ba48-f349ea2c51a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063BA3C2604944B5E8912AC0ADC7BC" ma:contentTypeVersion="21" ma:contentTypeDescription="Crée un document." ma:contentTypeScope="" ma:versionID="a6b7d9fc8d9d16e2837499c4505a5f0a">
  <xsd:schema xmlns:xsd="http://www.w3.org/2001/XMLSchema" xmlns:xs="http://www.w3.org/2001/XMLSchema" xmlns:p="http://schemas.microsoft.com/office/2006/metadata/properties" xmlns:ns2="84f86851-9b97-434e-ba48-f349ea2c51a7" xmlns:ns3="9a16cde6-8788-44be-9919-f39432e71d93" targetNamespace="http://schemas.microsoft.com/office/2006/metadata/properties" ma:root="true" ma:fieldsID="55f314ccfa7cb775645e880268393210" ns2:_="" ns3:_="">
    <xsd:import namespace="84f86851-9b97-434e-ba48-f349ea2c51a7"/>
    <xsd:import namespace="9a16cde6-8788-44be-9919-f39432e71d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Pays" minOccurs="0"/>
                <xsd:element ref="ns2:MediaLengthInSeconds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86851-9b97-434e-ba48-f349ea2c51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38717ee0-2267-4aad-bdb1-d697e710bb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Pays" ma:index="17" nillable="true" ma:displayName="Pays" ma:format="Dropdown" ma:internalName="Pays">
      <xsd:simpleType>
        <xsd:restriction base="dms:Choice">
          <xsd:enumeration value="World"/>
          <xsd:enumeration value="France"/>
          <xsd:enumeration value="Mexico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16cde6-8788-44be-9919-f39432e71d9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53ce5e6-812b-4603-87c1-52c5388d9f58}" ma:internalName="TaxCatchAll" ma:showField="CatchAllData" ma:web="9a16cde6-8788-44be-9919-f39432e71d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9A2162-6C17-4659-999E-AA06E007BD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D23B24-DECD-49D1-8988-676965A82551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http://purl.org/dc/dcmitype/"/>
    <ds:schemaRef ds:uri="7e0ff1d0-191c-4af5-a689-dfc1942f2562"/>
    <ds:schemaRef ds:uri="f4725b04-a012-4117-8301-041470c72051"/>
    <ds:schemaRef ds:uri="http://purl.org/dc/elements/1.1/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284A3B6-F35D-423F-ACD9-F814EFC8DF71}"/>
</file>

<file path=docMetadata/LabelInfo.xml><?xml version="1.0" encoding="utf-8"?>
<clbl:labelList xmlns:clbl="http://schemas.microsoft.com/office/2020/mipLabelMetadata">
  <clbl:label id="{9bc3d1cd-55ca-4e13-b5a2-a9e9deaeba3f}" enabled="0" method="" siteId="{9bc3d1cd-55ca-4e13-b5a2-a9e9deaeba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Theme-ALTEN-2025</Template>
  <TotalTime>427</TotalTime>
  <Words>603</Words>
  <Application>Microsoft Macintosh PowerPoint</Application>
  <PresentationFormat>Affichage à l'écran (16:9)</PresentationFormat>
  <Paragraphs>79</Paragraphs>
  <Slides>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Theme-ALTEN-2025</vt:lpstr>
      <vt:lpstr>1_Theme-ALTEN-2024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Annabelle STRAFORINI</dc:creator>
  <cp:lastModifiedBy>Annabelle STRAFORINI</cp:lastModifiedBy>
  <cp:revision>18</cp:revision>
  <cp:lastPrinted>2022-01-12T08:06:34Z</cp:lastPrinted>
  <dcterms:created xsi:type="dcterms:W3CDTF">2025-03-18T17:18:06Z</dcterms:created>
  <dcterms:modified xsi:type="dcterms:W3CDTF">2025-04-23T08:35:25Z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0x010100D0063BA3C2604944B5E8912AC0ADC7BC</vt:lpwstr>
  </property>
  <property fmtid="{D5CDD505-2E9C-101B-9397-08002B2CF9AE}" pid="3" name="MediaServiceImageTags">
    <vt:lpwstr/>
  </property>
</Properties>
</file>