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4"/>
  </p:sldMasterIdLst>
  <p:notesMasterIdLst>
    <p:notesMasterId r:id="rId9"/>
  </p:notesMasterIdLst>
  <p:handoutMasterIdLst>
    <p:handoutMasterId r:id="rId10"/>
  </p:handoutMasterIdLst>
  <p:sldIdLst>
    <p:sldId id="311" r:id="rId5"/>
    <p:sldId id="310" r:id="rId6"/>
    <p:sldId id="312" r:id="rId7"/>
    <p:sldId id="313" r:id="rId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47" userDrawn="1">
          <p15:clr>
            <a:srgbClr val="A4A3A4"/>
          </p15:clr>
        </p15:guide>
        <p15:guide id="2" orient="horz" pos="22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94F403-90E0-7965-5695-CE6EABC493A7}" name="Christina VO" initials="CV" userId="S::christina.vo2@alten.com::bf1ca650-5cf0-4144-89a7-c701ff612a41" providerId="AD"/>
  <p188:author id="{13439939-7DBD-30F1-3A6B-2BB2EF7322B9}" name="Anais LAURENT" initials="A" userId="S::anais.laurent@alten.com::f501aba2-4eaa-4f18-8cd5-fdaa36168647" providerId="AD"/>
  <p188:author id="{0F34E86B-E0E5-24EA-1835-83C88A9BD449}" name="Javier SUAREZ GOSALVEZ" initials="JS" userId="S::javier.suarezg@alten.es::54d8138c-04b4-4281-8170-bb037c0f3586" providerId="AD"/>
  <p188:author id="{0F3E6C72-2C0A-7D87-0F52-08A10CC2FF4F}" name="Maximilian HAFFEN LAMM" initials="MHL" userId="S::maximilian.haffenlamm@alten.se::d2d9a753-3d24-4fe5-bd9f-302e3d7337e4" providerId="AD"/>
  <p188:author id="{2D709A9B-D9F4-A448-FF11-C6CF84D37C99}" name="Marion VALLE" initials="MV" userId="S::marion.valle@alten.es::6409003b-cb6e-4432-82e2-a1be37b6327b" providerId="AD"/>
  <p188:author id="{1DE863AF-7C7B-B54B-1F68-3F6CD8795C22}" name="María CLOPPET" initials="MC" userId="S::maria.cloppet@alten.es::81519f04-dd73-4ed7-9aff-0e4c362da8e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CBEE"/>
    <a:srgbClr val="52B4DE"/>
    <a:srgbClr val="97DE50"/>
    <a:srgbClr val="FFFFFF"/>
    <a:srgbClr val="3171A4"/>
    <a:srgbClr val="007BBD"/>
    <a:srgbClr val="034471"/>
    <a:srgbClr val="61A9A8"/>
    <a:srgbClr val="9EBC8E"/>
    <a:srgbClr val="B8C4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79"/>
    <p:restoredTop sz="94633"/>
  </p:normalViewPr>
  <p:slideViewPr>
    <p:cSldViewPr snapToGrid="0">
      <p:cViewPr varScale="1">
        <p:scale>
          <a:sx n="115" d="100"/>
          <a:sy n="115" d="100"/>
        </p:scale>
        <p:origin x="216" y="840"/>
      </p:cViewPr>
      <p:guideLst>
        <p:guide pos="247"/>
        <p:guide orient="horz" pos="2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CA33AFC-444D-9773-98BC-3C85CF9F82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fecha 2">
            <a:extLst>
              <a:ext uri="{FF2B5EF4-FFF2-40B4-BE49-F238E27FC236}">
                <a16:creationId xmlns:a16="http://schemas.microsoft.com/office/drawing/2014/main" id="{9190996E-7F62-CF54-D01A-C15EFF7383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2E2BDF-F3D8-42D3-B76F-EA042BDE5FBC}" type="datetimeFigureOut">
              <a:rPr lang="en-GB" smtClean="0"/>
              <a:t>09/07/2026</a:t>
            </a:fld>
            <a:endParaRPr lang="en-GB"/>
          </a:p>
        </p:txBody>
      </p:sp>
      <p:sp>
        <p:nvSpPr>
          <p:cNvPr id="4" name="Marcador de pie de página 3">
            <a:extLst>
              <a:ext uri="{FF2B5EF4-FFF2-40B4-BE49-F238E27FC236}">
                <a16:creationId xmlns:a16="http://schemas.microsoft.com/office/drawing/2014/main" id="{6FFD765A-22A5-C543-5D37-2F863A9EF5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Marcador de número de diapositiva 4">
            <a:extLst>
              <a:ext uri="{FF2B5EF4-FFF2-40B4-BE49-F238E27FC236}">
                <a16:creationId xmlns:a16="http://schemas.microsoft.com/office/drawing/2014/main" id="{7777F7AD-4751-D867-6EA4-7B47D64B3D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A10E0D-D49F-479F-8EFE-C3F60339B14B}" type="slidenum">
              <a:rPr lang="en-GB" smtClean="0"/>
              <a:t>‹N°›</a:t>
            </a:fld>
            <a:endParaRPr lang="en-GB"/>
          </a:p>
        </p:txBody>
      </p:sp>
    </p:spTree>
    <p:extLst>
      <p:ext uri="{BB962C8B-B14F-4D97-AF65-F5344CB8AC3E}">
        <p14:creationId xmlns:p14="http://schemas.microsoft.com/office/powerpoint/2010/main" val="18323584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5B73B9-A74E-40EF-9E29-8F1960025A6A}" type="datetimeFigureOut">
              <a:rPr lang="en-GB" smtClean="0"/>
              <a:t>09/07/2026</a:t>
            </a:fld>
            <a:endParaRPr lang="en-GB"/>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BBC291-9ACC-48CA-90A9-5CA898CA1081}" type="slidenum">
              <a:rPr lang="en-GB" smtClean="0"/>
              <a:t>‹N°›</a:t>
            </a:fld>
            <a:endParaRPr lang="en-GB"/>
          </a:p>
        </p:txBody>
      </p:sp>
    </p:spTree>
    <p:extLst>
      <p:ext uri="{BB962C8B-B14F-4D97-AF65-F5344CB8AC3E}">
        <p14:creationId xmlns:p14="http://schemas.microsoft.com/office/powerpoint/2010/main" val="7945443"/>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C478-D20F-C871-5A1A-31368E0B57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4883AF-CCAA-2E04-4EE7-40BCF92574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A8903C6-3AFD-8E45-688A-E11DC3BF928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4DDF42E-CDEC-13DA-B5AD-1F4BD8116635}"/>
              </a:ext>
            </a:extLst>
          </p:cNvPr>
          <p:cNvSpPr>
            <a:spLocks noGrp="1"/>
          </p:cNvSpPr>
          <p:nvPr>
            <p:ph type="sldNum" sz="quarter" idx="5"/>
          </p:nvPr>
        </p:nvSpPr>
        <p:spPr/>
        <p:txBody>
          <a:bodyPr/>
          <a:lstStyle/>
          <a:p>
            <a:fld id="{F2BBC291-9ACC-48CA-90A9-5CA898CA1081}" type="slidenum">
              <a:rPr lang="en-GB" smtClean="0"/>
              <a:t>1</a:t>
            </a:fld>
            <a:endParaRPr lang="en-GB"/>
          </a:p>
        </p:txBody>
      </p:sp>
    </p:spTree>
    <p:extLst>
      <p:ext uri="{BB962C8B-B14F-4D97-AF65-F5344CB8AC3E}">
        <p14:creationId xmlns:p14="http://schemas.microsoft.com/office/powerpoint/2010/main" val="1488986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C478-D20F-C871-5A1A-31368E0B57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4883AF-CCAA-2E04-4EE7-40BCF92574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A8903C6-3AFD-8E45-688A-E11DC3BF928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4DDF42E-CDEC-13DA-B5AD-1F4BD8116635}"/>
              </a:ext>
            </a:extLst>
          </p:cNvPr>
          <p:cNvSpPr>
            <a:spLocks noGrp="1"/>
          </p:cNvSpPr>
          <p:nvPr>
            <p:ph type="sldNum" sz="quarter" idx="5"/>
          </p:nvPr>
        </p:nvSpPr>
        <p:spPr/>
        <p:txBody>
          <a:bodyPr/>
          <a:lstStyle/>
          <a:p>
            <a:fld id="{F2BBC291-9ACC-48CA-90A9-5CA898CA1081}" type="slidenum">
              <a:rPr lang="en-GB" smtClean="0"/>
              <a:t>2</a:t>
            </a:fld>
            <a:endParaRPr lang="en-GB"/>
          </a:p>
        </p:txBody>
      </p:sp>
    </p:spTree>
    <p:extLst>
      <p:ext uri="{BB962C8B-B14F-4D97-AF65-F5344CB8AC3E}">
        <p14:creationId xmlns:p14="http://schemas.microsoft.com/office/powerpoint/2010/main" val="1327574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C478-D20F-C871-5A1A-31368E0B57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4883AF-CCAA-2E04-4EE7-40BCF92574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A8903C6-3AFD-8E45-688A-E11DC3BF928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4DDF42E-CDEC-13DA-B5AD-1F4BD8116635}"/>
              </a:ext>
            </a:extLst>
          </p:cNvPr>
          <p:cNvSpPr>
            <a:spLocks noGrp="1"/>
          </p:cNvSpPr>
          <p:nvPr>
            <p:ph type="sldNum" sz="quarter" idx="5"/>
          </p:nvPr>
        </p:nvSpPr>
        <p:spPr/>
        <p:txBody>
          <a:bodyPr/>
          <a:lstStyle/>
          <a:p>
            <a:fld id="{F2BBC291-9ACC-48CA-90A9-5CA898CA1081}" type="slidenum">
              <a:rPr lang="en-GB" smtClean="0"/>
              <a:t>3</a:t>
            </a:fld>
            <a:endParaRPr lang="en-GB"/>
          </a:p>
        </p:txBody>
      </p:sp>
    </p:spTree>
    <p:extLst>
      <p:ext uri="{BB962C8B-B14F-4D97-AF65-F5344CB8AC3E}">
        <p14:creationId xmlns:p14="http://schemas.microsoft.com/office/powerpoint/2010/main" val="1449722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C478-D20F-C871-5A1A-31368E0B57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4883AF-CCAA-2E04-4EE7-40BCF92574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A8903C6-3AFD-8E45-688A-E11DC3BF928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4DDF42E-CDEC-13DA-B5AD-1F4BD8116635}"/>
              </a:ext>
            </a:extLst>
          </p:cNvPr>
          <p:cNvSpPr>
            <a:spLocks noGrp="1"/>
          </p:cNvSpPr>
          <p:nvPr>
            <p:ph type="sldNum" sz="quarter" idx="5"/>
          </p:nvPr>
        </p:nvSpPr>
        <p:spPr/>
        <p:txBody>
          <a:bodyPr/>
          <a:lstStyle/>
          <a:p>
            <a:fld id="{F2BBC291-9ACC-48CA-90A9-5CA898CA1081}" type="slidenum">
              <a:rPr lang="en-GB" smtClean="0"/>
              <a:t>4</a:t>
            </a:fld>
            <a:endParaRPr lang="en-GB"/>
          </a:p>
        </p:txBody>
      </p:sp>
    </p:spTree>
    <p:extLst>
      <p:ext uri="{BB962C8B-B14F-4D97-AF65-F5344CB8AC3E}">
        <p14:creationId xmlns:p14="http://schemas.microsoft.com/office/powerpoint/2010/main" val="4260825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f-Project-Title-Sub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6C71E4-5522-8637-B73C-6B09CDB3CB8E}"/>
              </a:ext>
            </a:extLst>
          </p:cNvPr>
          <p:cNvSpPr/>
          <p:nvPr userDrawn="1"/>
        </p:nvSpPr>
        <p:spPr>
          <a:xfrm>
            <a:off x="6333380" y="0"/>
            <a:ext cx="2844000" cy="5143500"/>
          </a:xfrm>
          <a:prstGeom prst="rect">
            <a:avLst/>
          </a:prstGeom>
          <a:gradFill flip="none" rotWithShape="1">
            <a:gsLst>
              <a:gs pos="0">
                <a:srgbClr val="1470A1"/>
              </a:gs>
              <a:gs pos="9000">
                <a:schemeClr val="tx1"/>
              </a:gs>
              <a:gs pos="99000">
                <a:schemeClr val="accent4"/>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44000" rIns="180000" rtlCol="0" anchor="t" anchorCtr="0"/>
          <a:lstStyle/>
          <a:p>
            <a:pPr marL="180000" indent="-180000">
              <a:spcBef>
                <a:spcPts val="0"/>
              </a:spcBef>
              <a:spcAft>
                <a:spcPts val="1500"/>
              </a:spcAft>
              <a:buClr>
                <a:srgbClr val="1D94C9"/>
              </a:buClr>
              <a:buSzPct val="100000"/>
              <a:buFont typeface="Wingdings" panose="05000000000000000000" pitchFamily="2" charset="2"/>
              <a:buChar char="ü"/>
              <a:defRPr/>
            </a:pPr>
            <a:endParaRPr lang="en-GB" sz="1100" noProof="1"/>
          </a:p>
        </p:txBody>
      </p:sp>
      <p:sp>
        <p:nvSpPr>
          <p:cNvPr id="22" name="Picture Placeholder 2">
            <a:extLst>
              <a:ext uri="{FF2B5EF4-FFF2-40B4-BE49-F238E27FC236}">
                <a16:creationId xmlns:a16="http://schemas.microsoft.com/office/drawing/2014/main" id="{6537A1B7-8F6C-A46A-A755-5F4BE012E6EC}"/>
              </a:ext>
            </a:extLst>
          </p:cNvPr>
          <p:cNvSpPr>
            <a:spLocks noGrp="1"/>
          </p:cNvSpPr>
          <p:nvPr>
            <p:ph type="pic" sz="quarter" idx="14"/>
          </p:nvPr>
        </p:nvSpPr>
        <p:spPr>
          <a:xfrm>
            <a:off x="6330578" y="621691"/>
            <a:ext cx="2844000" cy="1926050"/>
          </a:xfrm>
          <a:prstGeom prst="rect">
            <a:avLst/>
          </a:prstGeom>
        </p:spPr>
        <p:txBody>
          <a:bodyPr/>
          <a:lstStyle>
            <a:lvl1pPr>
              <a:defRPr sz="600"/>
            </a:lvl1pPr>
          </a:lstStyle>
          <a:p>
            <a:endParaRPr lang="uk-UA"/>
          </a:p>
        </p:txBody>
      </p:sp>
      <p:sp>
        <p:nvSpPr>
          <p:cNvPr id="9" name="Rectangle 8">
            <a:extLst>
              <a:ext uri="{FF2B5EF4-FFF2-40B4-BE49-F238E27FC236}">
                <a16:creationId xmlns:a16="http://schemas.microsoft.com/office/drawing/2014/main" id="{581D9872-BBF1-1D1F-21A0-2CD659028CCB}"/>
              </a:ext>
            </a:extLst>
          </p:cNvPr>
          <p:cNvSpPr/>
          <p:nvPr userDrawn="1"/>
        </p:nvSpPr>
        <p:spPr>
          <a:xfrm>
            <a:off x="1" y="0"/>
            <a:ext cx="77822" cy="5143500"/>
          </a:xfrm>
          <a:prstGeom prst="rect">
            <a:avLst/>
          </a:prstGeom>
          <a:gradFill>
            <a:gsLst>
              <a:gs pos="100000">
                <a:schemeClr val="accent1"/>
              </a:gs>
              <a:gs pos="48000">
                <a:schemeClr val="accent4"/>
              </a:gs>
              <a:gs pos="0">
                <a:schemeClr val="tx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75"/>
          </a:p>
        </p:txBody>
      </p:sp>
      <p:sp>
        <p:nvSpPr>
          <p:cNvPr id="2" name="Text Placeholder 9">
            <a:extLst>
              <a:ext uri="{FF2B5EF4-FFF2-40B4-BE49-F238E27FC236}">
                <a16:creationId xmlns:a16="http://schemas.microsoft.com/office/drawing/2014/main" id="{E50D7ACB-1C73-7195-F86A-3451958105DF}"/>
              </a:ext>
            </a:extLst>
          </p:cNvPr>
          <p:cNvSpPr>
            <a:spLocks noGrp="1"/>
          </p:cNvSpPr>
          <p:nvPr>
            <p:ph type="body" sz="quarter" idx="10" hasCustomPrompt="1"/>
          </p:nvPr>
        </p:nvSpPr>
        <p:spPr>
          <a:xfrm>
            <a:off x="265734" y="132453"/>
            <a:ext cx="5907922" cy="260710"/>
          </a:xfrm>
          <a:prstGeom prst="rect">
            <a:avLst/>
          </a:prstGeom>
        </p:spPr>
        <p:txBody>
          <a:bodyPr lIns="0" tIns="0" rIns="0" bIns="0" anchor="t" anchorCtr="0"/>
          <a:lstStyle>
            <a:lvl1pPr marL="0" indent="0" algn="l">
              <a:lnSpc>
                <a:spcPct val="90000"/>
              </a:lnSpc>
              <a:spcBef>
                <a:spcPts val="0"/>
              </a:spcBef>
              <a:buNone/>
              <a:defRPr sz="2400" b="1" i="0" cap="all" spc="0" baseline="0">
                <a:solidFill>
                  <a:srgbClr val="043962"/>
                </a:solidFill>
                <a:latin typeface="Arial Black" panose="020B0604020202020204" pitchFamily="34" charset="0"/>
                <a:ea typeface="Arial Black" panose="020B0604020202020204" pitchFamily="34" charset="0"/>
                <a:cs typeface="Arial Black" panose="020B0604020202020204" pitchFamily="34" charset="0"/>
              </a:defRPr>
            </a:lvl1pPr>
          </a:lstStyle>
          <a:p>
            <a:pPr lvl="0"/>
            <a:r>
              <a:rPr lang="en-US"/>
              <a:t>TITLE</a:t>
            </a:r>
          </a:p>
        </p:txBody>
      </p:sp>
      <p:sp>
        <p:nvSpPr>
          <p:cNvPr id="3" name="Text Placeholder 9">
            <a:extLst>
              <a:ext uri="{FF2B5EF4-FFF2-40B4-BE49-F238E27FC236}">
                <a16:creationId xmlns:a16="http://schemas.microsoft.com/office/drawing/2014/main" id="{CECF1818-FB2D-D8DF-4BB8-8D671B1F2374}"/>
              </a:ext>
            </a:extLst>
          </p:cNvPr>
          <p:cNvSpPr>
            <a:spLocks noGrp="1"/>
          </p:cNvSpPr>
          <p:nvPr>
            <p:ph type="body" sz="quarter" idx="11" hasCustomPrompt="1"/>
          </p:nvPr>
        </p:nvSpPr>
        <p:spPr>
          <a:xfrm>
            <a:off x="265734" y="439774"/>
            <a:ext cx="5907922" cy="161162"/>
          </a:xfrm>
          <a:prstGeom prst="rect">
            <a:avLst/>
          </a:prstGeom>
        </p:spPr>
        <p:txBody>
          <a:bodyPr lIns="0" tIns="0" rIns="0" bIns="0" anchor="t" anchorCtr="0"/>
          <a:lstStyle>
            <a:lvl1pPr marL="0" indent="0" algn="l">
              <a:lnSpc>
                <a:spcPct val="90000"/>
              </a:lnSpc>
              <a:spcBef>
                <a:spcPts val="0"/>
              </a:spcBef>
              <a:buNone/>
              <a:defRPr sz="1600" b="1" i="0" cap="none" spc="0" baseline="0">
                <a:gradFill>
                  <a:gsLst>
                    <a:gs pos="0">
                      <a:srgbClr val="063C67"/>
                    </a:gs>
                    <a:gs pos="100000">
                      <a:srgbClr val="1D93C9"/>
                    </a:gs>
                  </a:gsLst>
                  <a:lin ang="0" scaled="0"/>
                </a:gradFill>
                <a:latin typeface="Arial" panose="020B0604020202020204" pitchFamily="34" charset="0"/>
                <a:ea typeface="Arial" panose="020B0604020202020204" pitchFamily="34" charset="0"/>
                <a:cs typeface="Arial" panose="020B0604020202020204" pitchFamily="34" charset="0"/>
              </a:defRPr>
            </a:lvl1pPr>
          </a:lstStyle>
          <a:p>
            <a:pPr lvl="0"/>
            <a:r>
              <a:rPr lang="en-US"/>
              <a:t>Subtitle</a:t>
            </a:r>
          </a:p>
        </p:txBody>
      </p:sp>
      <p:sp>
        <p:nvSpPr>
          <p:cNvPr id="4" name="Text Placeholder 9">
            <a:extLst>
              <a:ext uri="{FF2B5EF4-FFF2-40B4-BE49-F238E27FC236}">
                <a16:creationId xmlns:a16="http://schemas.microsoft.com/office/drawing/2014/main" id="{AE0B8430-9B9D-DA2C-B134-DF8639CA3227}"/>
              </a:ext>
            </a:extLst>
          </p:cNvPr>
          <p:cNvSpPr txBox="1">
            <a:spLocks/>
          </p:cNvSpPr>
          <p:nvPr userDrawn="1"/>
        </p:nvSpPr>
        <p:spPr>
          <a:xfrm>
            <a:off x="7230535" y="4841261"/>
            <a:ext cx="1116770" cy="280222"/>
          </a:xfrm>
          <a:prstGeom prst="rect">
            <a:avLst/>
          </a:prstGeom>
        </p:spPr>
        <p:txBody>
          <a:bodyPr lIns="0" tIns="0" rIns="0" bIns="0" anchor="ctr" anchorCtr="0"/>
          <a:lstStyle>
            <a:lvl1pPr marL="0" indent="0" algn="l" defTabSz="914446" rtl="0" eaLnBrk="1" latinLnBrk="0" hangingPunct="1">
              <a:lnSpc>
                <a:spcPct val="100000"/>
              </a:lnSpc>
              <a:spcBef>
                <a:spcPts val="0"/>
              </a:spcBef>
              <a:buFont typeface="Arial" panose="020B0604020202020204" pitchFamily="34" charset="0"/>
              <a:buNone/>
              <a:defRPr sz="1600" b="0" i="0" kern="1200" cap="none" spc="0"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685818" rtl="0" eaLnBrk="1" fontAlgn="auto" latinLnBrk="0" hangingPunct="1">
              <a:lnSpc>
                <a:spcPct val="100000"/>
              </a:lnSpc>
              <a:spcBef>
                <a:spcPts val="0"/>
              </a:spcBef>
              <a:spcAft>
                <a:spcPts val="0"/>
              </a:spcAft>
              <a:buClrTx/>
              <a:buSzTx/>
              <a:buFont typeface="Arial" panose="020B0604020202020204" pitchFamily="34" charset="0"/>
              <a:buNone/>
              <a:tabLst/>
              <a:defRPr/>
            </a:pPr>
            <a:fld id="{8C90F0F0-F509-4FF6-8FC9-CBFE1D58EDC0}" type="slidenum">
              <a:rPr kumimoji="0" lang="de-DE" sz="900" b="0" i="0" u="none" strike="noStrike" kern="1200" cap="none" spc="0" normalizeH="0" baseline="0" noProof="0" smtClean="0">
                <a:ln>
                  <a:noFill/>
                </a:ln>
                <a:solidFill>
                  <a:schemeClr val="accent2"/>
                </a:solidFill>
                <a:effectLst/>
                <a:uLnTx/>
                <a:uFillTx/>
                <a:latin typeface="Calibri" panose="020F0502020204030204" pitchFamily="34" charset="0"/>
                <a:cs typeface="Calibri" panose="020F0502020204030204" pitchFamily="34" charset="0"/>
              </a:rPr>
              <a:pPr marL="0" marR="0" lvl="0" indent="0" algn="r" defTabSz="685818" rtl="0" eaLnBrk="1" fontAlgn="auto" latinLnBrk="0" hangingPunct="1">
                <a:lnSpc>
                  <a:spcPct val="100000"/>
                </a:lnSpc>
                <a:spcBef>
                  <a:spcPts val="0"/>
                </a:spcBef>
                <a:spcAft>
                  <a:spcPts val="0"/>
                </a:spcAft>
                <a:buClrTx/>
                <a:buSzTx/>
                <a:buFont typeface="Arial" panose="020B0604020202020204" pitchFamily="34" charset="0"/>
                <a:buNone/>
                <a:tabLst/>
                <a:defRPr/>
              </a:pPr>
              <a:t>‹N°›</a:t>
            </a:fld>
            <a:r>
              <a:rPr kumimoji="0" lang="de-DE" sz="900" b="0" i="0" u="none" strike="noStrike" kern="1200" cap="none" spc="0" normalizeH="0" baseline="0" noProof="0">
                <a:ln>
                  <a:noFill/>
                </a:ln>
                <a:solidFill>
                  <a:schemeClr val="accent2"/>
                </a:solidFill>
                <a:effectLst/>
                <a:uLnTx/>
                <a:uFillTx/>
                <a:latin typeface="Calibri" panose="020F0502020204030204" pitchFamily="34" charset="0"/>
                <a:cs typeface="Calibri" panose="020F0502020204030204" pitchFamily="34" charset="0"/>
              </a:rPr>
              <a:t> | </a:t>
            </a:r>
          </a:p>
        </p:txBody>
      </p:sp>
      <p:grpSp>
        <p:nvGrpSpPr>
          <p:cNvPr id="5" name="Groupe 4">
            <a:extLst>
              <a:ext uri="{FF2B5EF4-FFF2-40B4-BE49-F238E27FC236}">
                <a16:creationId xmlns:a16="http://schemas.microsoft.com/office/drawing/2014/main" id="{73B402F2-631B-3C6F-0C4D-823140FF4F85}"/>
              </a:ext>
            </a:extLst>
          </p:cNvPr>
          <p:cNvGrpSpPr/>
          <p:nvPr userDrawn="1"/>
        </p:nvGrpSpPr>
        <p:grpSpPr>
          <a:xfrm>
            <a:off x="8459738" y="4950996"/>
            <a:ext cx="531831" cy="52913"/>
            <a:chOff x="3651333" y="2486396"/>
            <a:chExt cx="1823261" cy="181400"/>
          </a:xfrm>
          <a:solidFill>
            <a:schemeClr val="bg1"/>
          </a:solidFill>
        </p:grpSpPr>
        <p:sp>
          <p:nvSpPr>
            <p:cNvPr id="6" name="Forme libre 5">
              <a:extLst>
                <a:ext uri="{FF2B5EF4-FFF2-40B4-BE49-F238E27FC236}">
                  <a16:creationId xmlns:a16="http://schemas.microsoft.com/office/drawing/2014/main" id="{4F4A313D-7B42-BBB8-C8F1-9238FD69AD51}"/>
                </a:ext>
              </a:extLst>
            </p:cNvPr>
            <p:cNvSpPr/>
            <p:nvPr/>
          </p:nvSpPr>
          <p:spPr>
            <a:xfrm>
              <a:off x="3651333" y="2486396"/>
              <a:ext cx="318618" cy="177899"/>
            </a:xfrm>
            <a:custGeom>
              <a:avLst/>
              <a:gdLst>
                <a:gd name="csX0" fmla="*/ 99580 w 318618"/>
                <a:gd name="csY0" fmla="*/ 141373 h 177899"/>
                <a:gd name="csX1" fmla="*/ 71142 w 318618"/>
                <a:gd name="csY1" fmla="*/ 177900 h 177899"/>
                <a:gd name="csX2" fmla="*/ 0 w 318618"/>
                <a:gd name="csY2" fmla="*/ 177900 h 177899"/>
                <a:gd name="csX3" fmla="*/ 134961 w 318618"/>
                <a:gd name="csY3" fmla="*/ 0 h 177899"/>
                <a:gd name="csX4" fmla="*/ 187272 w 318618"/>
                <a:gd name="csY4" fmla="*/ 0 h 177899"/>
                <a:gd name="csX5" fmla="*/ 318619 w 318618"/>
                <a:gd name="csY5" fmla="*/ 177900 h 177899"/>
                <a:gd name="csX6" fmla="*/ 246525 w 318618"/>
                <a:gd name="csY6" fmla="*/ 177900 h 177899"/>
                <a:gd name="csX7" fmla="*/ 219895 w 318618"/>
                <a:gd name="csY7" fmla="*/ 141373 h 177899"/>
                <a:gd name="csX8" fmla="*/ 99580 w 318618"/>
                <a:gd name="csY8" fmla="*/ 141373 h 177899"/>
                <a:gd name="csX9" fmla="*/ 157883 w 318618"/>
                <a:gd name="csY9" fmla="*/ 50815 h 177899"/>
                <a:gd name="csX10" fmla="*/ 156932 w 318618"/>
                <a:gd name="csY10" fmla="*/ 50815 h 177899"/>
                <a:gd name="csX11" fmla="*/ 118793 w 318618"/>
                <a:gd name="csY11" fmla="*/ 113742 h 177899"/>
                <a:gd name="csX12" fmla="*/ 200968 w 318618"/>
                <a:gd name="csY12" fmla="*/ 113742 h 177899"/>
                <a:gd name="csX13" fmla="*/ 157788 w 318618"/>
                <a:gd name="csY13" fmla="*/ 50815 h 177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18618" h="177899">
                  <a:moveTo>
                    <a:pt x="99580" y="141373"/>
                  </a:moveTo>
                  <a:lnTo>
                    <a:pt x="71142" y="177900"/>
                  </a:lnTo>
                  <a:lnTo>
                    <a:pt x="0" y="177900"/>
                  </a:lnTo>
                  <a:lnTo>
                    <a:pt x="134961" y="0"/>
                  </a:lnTo>
                  <a:lnTo>
                    <a:pt x="187272" y="0"/>
                  </a:lnTo>
                  <a:lnTo>
                    <a:pt x="318619" y="177900"/>
                  </a:lnTo>
                  <a:lnTo>
                    <a:pt x="246525" y="177900"/>
                  </a:lnTo>
                  <a:lnTo>
                    <a:pt x="219895" y="141373"/>
                  </a:lnTo>
                  <a:lnTo>
                    <a:pt x="99580" y="141373"/>
                  </a:lnTo>
                  <a:close/>
                  <a:moveTo>
                    <a:pt x="157883" y="50815"/>
                  </a:moveTo>
                  <a:lnTo>
                    <a:pt x="156932" y="50815"/>
                  </a:lnTo>
                  <a:lnTo>
                    <a:pt x="118793" y="113742"/>
                  </a:lnTo>
                  <a:lnTo>
                    <a:pt x="200968" y="113742"/>
                  </a:lnTo>
                  <a:lnTo>
                    <a:pt x="157788" y="50815"/>
                  </a:lnTo>
                  <a:close/>
                </a:path>
              </a:pathLst>
            </a:custGeom>
            <a:grpFill/>
            <a:ln w="9483" cap="flat">
              <a:noFill/>
              <a:prstDash val="solid"/>
              <a:miter/>
            </a:ln>
          </p:spPr>
          <p:txBody>
            <a:bodyPr/>
            <a:lstStyle/>
            <a:p>
              <a:endParaRPr lang="en-GB" sz="1800"/>
            </a:p>
          </p:txBody>
        </p:sp>
        <p:sp>
          <p:nvSpPr>
            <p:cNvPr id="7" name="Forme libre 6">
              <a:extLst>
                <a:ext uri="{FF2B5EF4-FFF2-40B4-BE49-F238E27FC236}">
                  <a16:creationId xmlns:a16="http://schemas.microsoft.com/office/drawing/2014/main" id="{DFD2059B-85C4-60FF-96DC-160C6B0FB426}"/>
                </a:ext>
              </a:extLst>
            </p:cNvPr>
            <p:cNvSpPr/>
            <p:nvPr/>
          </p:nvSpPr>
          <p:spPr>
            <a:xfrm>
              <a:off x="4132781" y="2491032"/>
              <a:ext cx="163018" cy="173262"/>
            </a:xfrm>
            <a:custGeom>
              <a:avLst/>
              <a:gdLst>
                <a:gd name="csX0" fmla="*/ 67528 w 163018"/>
                <a:gd name="csY0" fmla="*/ 143834 h 173262"/>
                <a:gd name="csX1" fmla="*/ 163019 w 163018"/>
                <a:gd name="csY1" fmla="*/ 143834 h 173262"/>
                <a:gd name="csX2" fmla="*/ 163019 w 163018"/>
                <a:gd name="csY2" fmla="*/ 173263 h 173262"/>
                <a:gd name="csX3" fmla="*/ 0 w 163018"/>
                <a:gd name="csY3" fmla="*/ 173263 h 173262"/>
                <a:gd name="csX4" fmla="*/ 0 w 163018"/>
                <a:gd name="csY4" fmla="*/ 0 h 173262"/>
                <a:gd name="csX5" fmla="*/ 67528 w 163018"/>
                <a:gd name="csY5" fmla="*/ 0 h 173262"/>
                <a:gd name="csX6" fmla="*/ 67528 w 163018"/>
                <a:gd name="csY6" fmla="*/ 143834 h 1732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3018" h="173262">
                  <a:moveTo>
                    <a:pt x="67528" y="143834"/>
                  </a:moveTo>
                  <a:lnTo>
                    <a:pt x="163019" y="143834"/>
                  </a:lnTo>
                  <a:lnTo>
                    <a:pt x="163019" y="173263"/>
                  </a:lnTo>
                  <a:lnTo>
                    <a:pt x="0" y="173263"/>
                  </a:lnTo>
                  <a:lnTo>
                    <a:pt x="0" y="0"/>
                  </a:lnTo>
                  <a:lnTo>
                    <a:pt x="67528" y="0"/>
                  </a:lnTo>
                  <a:lnTo>
                    <a:pt x="67528" y="143834"/>
                  </a:lnTo>
                  <a:close/>
                </a:path>
              </a:pathLst>
            </a:custGeom>
            <a:grpFill/>
            <a:ln w="9483" cap="flat">
              <a:noFill/>
              <a:prstDash val="solid"/>
              <a:miter/>
            </a:ln>
          </p:spPr>
          <p:txBody>
            <a:bodyPr/>
            <a:lstStyle/>
            <a:p>
              <a:endParaRPr lang="en-GB" sz="1800"/>
            </a:p>
          </p:txBody>
        </p:sp>
        <p:sp>
          <p:nvSpPr>
            <p:cNvPr id="8" name="Forme libre 7">
              <a:extLst>
                <a:ext uri="{FF2B5EF4-FFF2-40B4-BE49-F238E27FC236}">
                  <a16:creationId xmlns:a16="http://schemas.microsoft.com/office/drawing/2014/main" id="{7F8BFF55-5CE4-3882-B127-EF397CCAAA02}"/>
                </a:ext>
              </a:extLst>
            </p:cNvPr>
            <p:cNvSpPr/>
            <p:nvPr/>
          </p:nvSpPr>
          <p:spPr>
            <a:xfrm>
              <a:off x="4434756" y="2491032"/>
              <a:ext cx="207054" cy="173262"/>
            </a:xfrm>
            <a:custGeom>
              <a:avLst/>
              <a:gdLst>
                <a:gd name="csX0" fmla="*/ 137339 w 207054"/>
                <a:gd name="csY0" fmla="*/ 173263 h 173262"/>
                <a:gd name="csX1" fmla="*/ 69811 w 207054"/>
                <a:gd name="csY1" fmla="*/ 173263 h 173262"/>
                <a:gd name="csX2" fmla="*/ 69811 w 207054"/>
                <a:gd name="csY2" fmla="*/ 29429 h 173262"/>
                <a:gd name="csX3" fmla="*/ 0 w 207054"/>
                <a:gd name="csY3" fmla="*/ 29429 h 173262"/>
                <a:gd name="csX4" fmla="*/ 0 w 207054"/>
                <a:gd name="csY4" fmla="*/ 0 h 173262"/>
                <a:gd name="csX5" fmla="*/ 207055 w 207054"/>
                <a:gd name="csY5" fmla="*/ 0 h 173262"/>
                <a:gd name="csX6" fmla="*/ 207055 w 207054"/>
                <a:gd name="csY6" fmla="*/ 29429 h 173262"/>
                <a:gd name="csX7" fmla="*/ 137244 w 207054"/>
                <a:gd name="csY7" fmla="*/ 29429 h 173262"/>
                <a:gd name="csX8" fmla="*/ 137244 w 207054"/>
                <a:gd name="csY8" fmla="*/ 173263 h 173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7054" h="173262">
                  <a:moveTo>
                    <a:pt x="137339" y="173263"/>
                  </a:moveTo>
                  <a:lnTo>
                    <a:pt x="69811" y="173263"/>
                  </a:lnTo>
                  <a:lnTo>
                    <a:pt x="69811" y="29429"/>
                  </a:lnTo>
                  <a:lnTo>
                    <a:pt x="0" y="29429"/>
                  </a:lnTo>
                  <a:lnTo>
                    <a:pt x="0" y="0"/>
                  </a:lnTo>
                  <a:lnTo>
                    <a:pt x="207055" y="0"/>
                  </a:lnTo>
                  <a:lnTo>
                    <a:pt x="207055" y="29429"/>
                  </a:lnTo>
                  <a:lnTo>
                    <a:pt x="137244" y="29429"/>
                  </a:lnTo>
                  <a:lnTo>
                    <a:pt x="137244" y="173263"/>
                  </a:lnTo>
                  <a:close/>
                </a:path>
              </a:pathLst>
            </a:custGeom>
            <a:grpFill/>
            <a:ln w="9483" cap="flat">
              <a:noFill/>
              <a:prstDash val="solid"/>
              <a:miter/>
            </a:ln>
          </p:spPr>
          <p:txBody>
            <a:bodyPr/>
            <a:lstStyle/>
            <a:p>
              <a:endParaRPr lang="en-GB" sz="1800"/>
            </a:p>
          </p:txBody>
        </p:sp>
        <p:sp>
          <p:nvSpPr>
            <p:cNvPr id="10" name="Forme libre 9">
              <a:extLst>
                <a:ext uri="{FF2B5EF4-FFF2-40B4-BE49-F238E27FC236}">
                  <a16:creationId xmlns:a16="http://schemas.microsoft.com/office/drawing/2014/main" id="{DE956BA0-5293-49B8-8F8D-3B85D7AFFCAF}"/>
                </a:ext>
              </a:extLst>
            </p:cNvPr>
            <p:cNvSpPr/>
            <p:nvPr/>
          </p:nvSpPr>
          <p:spPr>
            <a:xfrm>
              <a:off x="4808919" y="2491032"/>
              <a:ext cx="179092" cy="173262"/>
            </a:xfrm>
            <a:custGeom>
              <a:avLst/>
              <a:gdLst>
                <a:gd name="csX0" fmla="*/ 67528 w 179092"/>
                <a:gd name="csY0" fmla="*/ 29429 h 173262"/>
                <a:gd name="csX1" fmla="*/ 67528 w 179092"/>
                <a:gd name="csY1" fmla="*/ 67564 h 173262"/>
                <a:gd name="csX2" fmla="*/ 175003 w 179092"/>
                <a:gd name="csY2" fmla="*/ 67564 h 173262"/>
                <a:gd name="csX3" fmla="*/ 175003 w 179092"/>
                <a:gd name="csY3" fmla="*/ 96993 h 173262"/>
                <a:gd name="csX4" fmla="*/ 67528 w 179092"/>
                <a:gd name="csY4" fmla="*/ 96993 h 173262"/>
                <a:gd name="csX5" fmla="*/ 67528 w 179092"/>
                <a:gd name="csY5" fmla="*/ 143834 h 173262"/>
                <a:gd name="csX6" fmla="*/ 179092 w 179092"/>
                <a:gd name="csY6" fmla="*/ 143834 h 173262"/>
                <a:gd name="csX7" fmla="*/ 179092 w 179092"/>
                <a:gd name="csY7" fmla="*/ 173263 h 173262"/>
                <a:gd name="csX8" fmla="*/ 0 w 179092"/>
                <a:gd name="csY8" fmla="*/ 173263 h 173262"/>
                <a:gd name="csX9" fmla="*/ 0 w 179092"/>
                <a:gd name="csY9" fmla="*/ 0 h 173262"/>
                <a:gd name="csX10" fmla="*/ 179092 w 179092"/>
                <a:gd name="csY10" fmla="*/ 0 h 173262"/>
                <a:gd name="csX11" fmla="*/ 179092 w 179092"/>
                <a:gd name="csY11" fmla="*/ 29429 h 173262"/>
                <a:gd name="csX12" fmla="*/ 67528 w 179092"/>
                <a:gd name="csY12" fmla="*/ 29429 h 173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9092" h="173262">
                  <a:moveTo>
                    <a:pt x="67528" y="29429"/>
                  </a:moveTo>
                  <a:lnTo>
                    <a:pt x="67528" y="67564"/>
                  </a:lnTo>
                  <a:lnTo>
                    <a:pt x="175003" y="67564"/>
                  </a:lnTo>
                  <a:lnTo>
                    <a:pt x="175003" y="96993"/>
                  </a:lnTo>
                  <a:lnTo>
                    <a:pt x="67528" y="96993"/>
                  </a:lnTo>
                  <a:lnTo>
                    <a:pt x="67528" y="143834"/>
                  </a:lnTo>
                  <a:lnTo>
                    <a:pt x="179092" y="143834"/>
                  </a:lnTo>
                  <a:lnTo>
                    <a:pt x="179092" y="173263"/>
                  </a:lnTo>
                  <a:lnTo>
                    <a:pt x="0" y="173263"/>
                  </a:lnTo>
                  <a:lnTo>
                    <a:pt x="0" y="0"/>
                  </a:lnTo>
                  <a:lnTo>
                    <a:pt x="179092" y="0"/>
                  </a:lnTo>
                  <a:lnTo>
                    <a:pt x="179092" y="29429"/>
                  </a:lnTo>
                  <a:lnTo>
                    <a:pt x="67528" y="29429"/>
                  </a:lnTo>
                  <a:close/>
                </a:path>
              </a:pathLst>
            </a:custGeom>
            <a:grpFill/>
            <a:ln w="9483" cap="flat">
              <a:noFill/>
              <a:prstDash val="solid"/>
              <a:miter/>
            </a:ln>
          </p:spPr>
          <p:txBody>
            <a:bodyPr/>
            <a:lstStyle/>
            <a:p>
              <a:endParaRPr lang="en-GB" sz="1800"/>
            </a:p>
          </p:txBody>
        </p:sp>
        <p:sp>
          <p:nvSpPr>
            <p:cNvPr id="11" name="Forme libre 10">
              <a:extLst>
                <a:ext uri="{FF2B5EF4-FFF2-40B4-BE49-F238E27FC236}">
                  <a16:creationId xmlns:a16="http://schemas.microsoft.com/office/drawing/2014/main" id="{64DDEB34-CEF8-0228-13C4-4320D410B40F}"/>
                </a:ext>
              </a:extLst>
            </p:cNvPr>
            <p:cNvSpPr/>
            <p:nvPr/>
          </p:nvSpPr>
          <p:spPr>
            <a:xfrm>
              <a:off x="5175188" y="2486396"/>
              <a:ext cx="299406" cy="181400"/>
            </a:xfrm>
            <a:custGeom>
              <a:avLst/>
              <a:gdLst>
                <a:gd name="csX0" fmla="*/ 0 w 299406"/>
                <a:gd name="csY0" fmla="*/ 0 h 181400"/>
                <a:gd name="csX1" fmla="*/ 48696 w 299406"/>
                <a:gd name="csY1" fmla="*/ 0 h 181400"/>
                <a:gd name="csX2" fmla="*/ 230927 w 299406"/>
                <a:gd name="csY2" fmla="*/ 121123 h 181400"/>
                <a:gd name="csX3" fmla="*/ 231879 w 299406"/>
                <a:gd name="csY3" fmla="*/ 121123 h 181400"/>
                <a:gd name="csX4" fmla="*/ 231879 w 299406"/>
                <a:gd name="csY4" fmla="*/ 4637 h 181400"/>
                <a:gd name="csX5" fmla="*/ 299407 w 299406"/>
                <a:gd name="csY5" fmla="*/ 4637 h 181400"/>
                <a:gd name="csX6" fmla="*/ 299407 w 299406"/>
                <a:gd name="csY6" fmla="*/ 181401 h 181400"/>
                <a:gd name="csX7" fmla="*/ 250710 w 299406"/>
                <a:gd name="csY7" fmla="*/ 181401 h 181400"/>
                <a:gd name="csX8" fmla="*/ 68479 w 299406"/>
                <a:gd name="csY8" fmla="*/ 60278 h 181400"/>
                <a:gd name="csX9" fmla="*/ 67528 w 299406"/>
                <a:gd name="csY9" fmla="*/ 60278 h 181400"/>
                <a:gd name="csX10" fmla="*/ 67528 w 299406"/>
                <a:gd name="csY10" fmla="*/ 177900 h 181400"/>
                <a:gd name="csX11" fmla="*/ 0 w 299406"/>
                <a:gd name="csY11" fmla="*/ 177900 h 181400"/>
                <a:gd name="csX12" fmla="*/ 0 w 299406"/>
                <a:gd name="csY12" fmla="*/ 0 h 18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99406" h="181400">
                  <a:moveTo>
                    <a:pt x="0" y="0"/>
                  </a:moveTo>
                  <a:lnTo>
                    <a:pt x="48696" y="0"/>
                  </a:lnTo>
                  <a:lnTo>
                    <a:pt x="230927" y="121123"/>
                  </a:lnTo>
                  <a:lnTo>
                    <a:pt x="231879" y="121123"/>
                  </a:lnTo>
                  <a:lnTo>
                    <a:pt x="231879" y="4637"/>
                  </a:lnTo>
                  <a:lnTo>
                    <a:pt x="299407" y="4637"/>
                  </a:lnTo>
                  <a:lnTo>
                    <a:pt x="299407" y="181401"/>
                  </a:lnTo>
                  <a:lnTo>
                    <a:pt x="250710" y="181401"/>
                  </a:lnTo>
                  <a:lnTo>
                    <a:pt x="68479" y="60278"/>
                  </a:lnTo>
                  <a:lnTo>
                    <a:pt x="67528" y="60278"/>
                  </a:lnTo>
                  <a:lnTo>
                    <a:pt x="67528" y="177900"/>
                  </a:lnTo>
                  <a:lnTo>
                    <a:pt x="0" y="177900"/>
                  </a:lnTo>
                  <a:lnTo>
                    <a:pt x="0" y="0"/>
                  </a:lnTo>
                  <a:close/>
                </a:path>
              </a:pathLst>
            </a:custGeom>
            <a:grpFill/>
            <a:ln w="9483" cap="flat">
              <a:noFill/>
              <a:prstDash val="solid"/>
              <a:miter/>
            </a:ln>
          </p:spPr>
          <p:txBody>
            <a:bodyPr/>
            <a:lstStyle/>
            <a:p>
              <a:endParaRPr lang="en-GB" sz="1800"/>
            </a:p>
          </p:txBody>
        </p:sp>
      </p:grpSp>
      <p:sp>
        <p:nvSpPr>
          <p:cNvPr id="13" name="Rectangle 12">
            <a:extLst>
              <a:ext uri="{FF2B5EF4-FFF2-40B4-BE49-F238E27FC236}">
                <a16:creationId xmlns:a16="http://schemas.microsoft.com/office/drawing/2014/main" id="{37301962-3F70-87E5-7673-C401F30EB695}"/>
              </a:ext>
            </a:extLst>
          </p:cNvPr>
          <p:cNvSpPr>
            <a:spLocks/>
          </p:cNvSpPr>
          <p:nvPr userDrawn="1"/>
        </p:nvSpPr>
        <p:spPr>
          <a:xfrm rot="16200000">
            <a:off x="3910723" y="2632255"/>
            <a:ext cx="489237" cy="4350474"/>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2939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Ref-Project-Long-Title-Sub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6C71E4-5522-8637-B73C-6B09CDB3CB8E}"/>
              </a:ext>
            </a:extLst>
          </p:cNvPr>
          <p:cNvSpPr/>
          <p:nvPr userDrawn="1"/>
        </p:nvSpPr>
        <p:spPr>
          <a:xfrm>
            <a:off x="6333380" y="0"/>
            <a:ext cx="2844000" cy="5143500"/>
          </a:xfrm>
          <a:prstGeom prst="rect">
            <a:avLst/>
          </a:prstGeom>
          <a:gradFill flip="none" rotWithShape="1">
            <a:gsLst>
              <a:gs pos="0">
                <a:srgbClr val="1470A1"/>
              </a:gs>
              <a:gs pos="9000">
                <a:schemeClr val="tx1"/>
              </a:gs>
              <a:gs pos="99000">
                <a:schemeClr val="accent4"/>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44000" rIns="180000" rtlCol="0" anchor="t" anchorCtr="0"/>
          <a:lstStyle/>
          <a:p>
            <a:pPr marL="180000" indent="-180000">
              <a:spcBef>
                <a:spcPts val="0"/>
              </a:spcBef>
              <a:spcAft>
                <a:spcPts val="1500"/>
              </a:spcAft>
              <a:buClr>
                <a:srgbClr val="1D94C9"/>
              </a:buClr>
              <a:buSzPct val="100000"/>
              <a:buFont typeface="Wingdings" panose="05000000000000000000" pitchFamily="2" charset="2"/>
              <a:buChar char="ü"/>
              <a:defRPr/>
            </a:pPr>
            <a:endParaRPr lang="en-GB" sz="1100" noProof="1"/>
          </a:p>
        </p:txBody>
      </p:sp>
      <p:sp>
        <p:nvSpPr>
          <p:cNvPr id="22" name="Picture Placeholder 2">
            <a:extLst>
              <a:ext uri="{FF2B5EF4-FFF2-40B4-BE49-F238E27FC236}">
                <a16:creationId xmlns:a16="http://schemas.microsoft.com/office/drawing/2014/main" id="{6537A1B7-8F6C-A46A-A755-5F4BE012E6EC}"/>
              </a:ext>
            </a:extLst>
          </p:cNvPr>
          <p:cNvSpPr>
            <a:spLocks noGrp="1"/>
          </p:cNvSpPr>
          <p:nvPr>
            <p:ph type="pic" sz="quarter" idx="14"/>
          </p:nvPr>
        </p:nvSpPr>
        <p:spPr>
          <a:xfrm>
            <a:off x="6330578" y="621691"/>
            <a:ext cx="2844000" cy="1926050"/>
          </a:xfrm>
          <a:prstGeom prst="rect">
            <a:avLst/>
          </a:prstGeom>
        </p:spPr>
        <p:txBody>
          <a:bodyPr/>
          <a:lstStyle>
            <a:lvl1pPr>
              <a:defRPr sz="600"/>
            </a:lvl1pPr>
          </a:lstStyle>
          <a:p>
            <a:endParaRPr lang="uk-UA"/>
          </a:p>
        </p:txBody>
      </p:sp>
      <p:sp>
        <p:nvSpPr>
          <p:cNvPr id="9" name="Rectangle 8">
            <a:extLst>
              <a:ext uri="{FF2B5EF4-FFF2-40B4-BE49-F238E27FC236}">
                <a16:creationId xmlns:a16="http://schemas.microsoft.com/office/drawing/2014/main" id="{581D9872-BBF1-1D1F-21A0-2CD659028CCB}"/>
              </a:ext>
            </a:extLst>
          </p:cNvPr>
          <p:cNvSpPr/>
          <p:nvPr userDrawn="1"/>
        </p:nvSpPr>
        <p:spPr>
          <a:xfrm>
            <a:off x="1" y="0"/>
            <a:ext cx="77822" cy="5143500"/>
          </a:xfrm>
          <a:prstGeom prst="rect">
            <a:avLst/>
          </a:prstGeom>
          <a:gradFill>
            <a:gsLst>
              <a:gs pos="100000">
                <a:schemeClr val="accent1"/>
              </a:gs>
              <a:gs pos="48000">
                <a:schemeClr val="accent4"/>
              </a:gs>
              <a:gs pos="0">
                <a:schemeClr val="tx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75"/>
          </a:p>
        </p:txBody>
      </p:sp>
      <p:sp>
        <p:nvSpPr>
          <p:cNvPr id="4" name="Text Placeholder 9">
            <a:extLst>
              <a:ext uri="{FF2B5EF4-FFF2-40B4-BE49-F238E27FC236}">
                <a16:creationId xmlns:a16="http://schemas.microsoft.com/office/drawing/2014/main" id="{AE0B8430-9B9D-DA2C-B134-DF8639CA3227}"/>
              </a:ext>
            </a:extLst>
          </p:cNvPr>
          <p:cNvSpPr txBox="1">
            <a:spLocks/>
          </p:cNvSpPr>
          <p:nvPr userDrawn="1"/>
        </p:nvSpPr>
        <p:spPr>
          <a:xfrm>
            <a:off x="7230535" y="4841261"/>
            <a:ext cx="1116770" cy="280222"/>
          </a:xfrm>
          <a:prstGeom prst="rect">
            <a:avLst/>
          </a:prstGeom>
        </p:spPr>
        <p:txBody>
          <a:bodyPr lIns="0" tIns="0" rIns="0" bIns="0" anchor="ctr" anchorCtr="0"/>
          <a:lstStyle>
            <a:lvl1pPr marL="0" indent="0" algn="l" defTabSz="914446" rtl="0" eaLnBrk="1" latinLnBrk="0" hangingPunct="1">
              <a:lnSpc>
                <a:spcPct val="100000"/>
              </a:lnSpc>
              <a:spcBef>
                <a:spcPts val="0"/>
              </a:spcBef>
              <a:buFont typeface="Arial" panose="020B0604020202020204" pitchFamily="34" charset="0"/>
              <a:buNone/>
              <a:defRPr sz="1600" b="0" i="0" kern="1200" cap="none" spc="0"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685818" rtl="0" eaLnBrk="1" fontAlgn="auto" latinLnBrk="0" hangingPunct="1">
              <a:lnSpc>
                <a:spcPct val="100000"/>
              </a:lnSpc>
              <a:spcBef>
                <a:spcPts val="0"/>
              </a:spcBef>
              <a:spcAft>
                <a:spcPts val="0"/>
              </a:spcAft>
              <a:buClrTx/>
              <a:buSzTx/>
              <a:buFont typeface="Arial" panose="020B0604020202020204" pitchFamily="34" charset="0"/>
              <a:buNone/>
              <a:tabLst/>
              <a:defRPr/>
            </a:pPr>
            <a:fld id="{8C90F0F0-F509-4FF6-8FC9-CBFE1D58EDC0}" type="slidenum">
              <a:rPr kumimoji="0" lang="de-DE" sz="900" b="0" i="0" u="none" strike="noStrike" kern="1200" cap="none" spc="0" normalizeH="0" baseline="0" noProof="0" smtClean="0">
                <a:ln>
                  <a:noFill/>
                </a:ln>
                <a:solidFill>
                  <a:schemeClr val="accent2"/>
                </a:solidFill>
                <a:effectLst/>
                <a:uLnTx/>
                <a:uFillTx/>
                <a:latin typeface="Calibri" panose="020F0502020204030204" pitchFamily="34" charset="0"/>
                <a:cs typeface="Calibri" panose="020F0502020204030204" pitchFamily="34" charset="0"/>
              </a:rPr>
              <a:pPr marL="0" marR="0" lvl="0" indent="0" algn="r" defTabSz="685818" rtl="0" eaLnBrk="1" fontAlgn="auto" latinLnBrk="0" hangingPunct="1">
                <a:lnSpc>
                  <a:spcPct val="100000"/>
                </a:lnSpc>
                <a:spcBef>
                  <a:spcPts val="0"/>
                </a:spcBef>
                <a:spcAft>
                  <a:spcPts val="0"/>
                </a:spcAft>
                <a:buClrTx/>
                <a:buSzTx/>
                <a:buFont typeface="Arial" panose="020B0604020202020204" pitchFamily="34" charset="0"/>
                <a:buNone/>
                <a:tabLst/>
                <a:defRPr/>
              </a:pPr>
              <a:t>‹N°›</a:t>
            </a:fld>
            <a:r>
              <a:rPr kumimoji="0" lang="de-DE" sz="900" b="0" i="0" u="none" strike="noStrike" kern="1200" cap="none" spc="0" normalizeH="0" baseline="0" noProof="0">
                <a:ln>
                  <a:noFill/>
                </a:ln>
                <a:solidFill>
                  <a:schemeClr val="accent2"/>
                </a:solidFill>
                <a:effectLst/>
                <a:uLnTx/>
                <a:uFillTx/>
                <a:latin typeface="Calibri" panose="020F0502020204030204" pitchFamily="34" charset="0"/>
                <a:cs typeface="Calibri" panose="020F0502020204030204" pitchFamily="34" charset="0"/>
              </a:rPr>
              <a:t> | </a:t>
            </a:r>
          </a:p>
        </p:txBody>
      </p:sp>
      <p:grpSp>
        <p:nvGrpSpPr>
          <p:cNvPr id="5" name="Groupe 4">
            <a:extLst>
              <a:ext uri="{FF2B5EF4-FFF2-40B4-BE49-F238E27FC236}">
                <a16:creationId xmlns:a16="http://schemas.microsoft.com/office/drawing/2014/main" id="{73B402F2-631B-3C6F-0C4D-823140FF4F85}"/>
              </a:ext>
            </a:extLst>
          </p:cNvPr>
          <p:cNvGrpSpPr/>
          <p:nvPr userDrawn="1"/>
        </p:nvGrpSpPr>
        <p:grpSpPr>
          <a:xfrm>
            <a:off x="8459738" y="4950996"/>
            <a:ext cx="531831" cy="52913"/>
            <a:chOff x="3651333" y="2486396"/>
            <a:chExt cx="1823261" cy="181400"/>
          </a:xfrm>
          <a:solidFill>
            <a:schemeClr val="bg1"/>
          </a:solidFill>
        </p:grpSpPr>
        <p:sp>
          <p:nvSpPr>
            <p:cNvPr id="6" name="Forme libre 5">
              <a:extLst>
                <a:ext uri="{FF2B5EF4-FFF2-40B4-BE49-F238E27FC236}">
                  <a16:creationId xmlns:a16="http://schemas.microsoft.com/office/drawing/2014/main" id="{4F4A313D-7B42-BBB8-C8F1-9238FD69AD51}"/>
                </a:ext>
              </a:extLst>
            </p:cNvPr>
            <p:cNvSpPr/>
            <p:nvPr/>
          </p:nvSpPr>
          <p:spPr>
            <a:xfrm>
              <a:off x="3651333" y="2486396"/>
              <a:ext cx="318618" cy="177899"/>
            </a:xfrm>
            <a:custGeom>
              <a:avLst/>
              <a:gdLst>
                <a:gd name="csX0" fmla="*/ 99580 w 318618"/>
                <a:gd name="csY0" fmla="*/ 141373 h 177899"/>
                <a:gd name="csX1" fmla="*/ 71142 w 318618"/>
                <a:gd name="csY1" fmla="*/ 177900 h 177899"/>
                <a:gd name="csX2" fmla="*/ 0 w 318618"/>
                <a:gd name="csY2" fmla="*/ 177900 h 177899"/>
                <a:gd name="csX3" fmla="*/ 134961 w 318618"/>
                <a:gd name="csY3" fmla="*/ 0 h 177899"/>
                <a:gd name="csX4" fmla="*/ 187272 w 318618"/>
                <a:gd name="csY4" fmla="*/ 0 h 177899"/>
                <a:gd name="csX5" fmla="*/ 318619 w 318618"/>
                <a:gd name="csY5" fmla="*/ 177900 h 177899"/>
                <a:gd name="csX6" fmla="*/ 246525 w 318618"/>
                <a:gd name="csY6" fmla="*/ 177900 h 177899"/>
                <a:gd name="csX7" fmla="*/ 219895 w 318618"/>
                <a:gd name="csY7" fmla="*/ 141373 h 177899"/>
                <a:gd name="csX8" fmla="*/ 99580 w 318618"/>
                <a:gd name="csY8" fmla="*/ 141373 h 177899"/>
                <a:gd name="csX9" fmla="*/ 157883 w 318618"/>
                <a:gd name="csY9" fmla="*/ 50815 h 177899"/>
                <a:gd name="csX10" fmla="*/ 156932 w 318618"/>
                <a:gd name="csY10" fmla="*/ 50815 h 177899"/>
                <a:gd name="csX11" fmla="*/ 118793 w 318618"/>
                <a:gd name="csY11" fmla="*/ 113742 h 177899"/>
                <a:gd name="csX12" fmla="*/ 200968 w 318618"/>
                <a:gd name="csY12" fmla="*/ 113742 h 177899"/>
                <a:gd name="csX13" fmla="*/ 157788 w 318618"/>
                <a:gd name="csY13" fmla="*/ 50815 h 177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18618" h="177899">
                  <a:moveTo>
                    <a:pt x="99580" y="141373"/>
                  </a:moveTo>
                  <a:lnTo>
                    <a:pt x="71142" y="177900"/>
                  </a:lnTo>
                  <a:lnTo>
                    <a:pt x="0" y="177900"/>
                  </a:lnTo>
                  <a:lnTo>
                    <a:pt x="134961" y="0"/>
                  </a:lnTo>
                  <a:lnTo>
                    <a:pt x="187272" y="0"/>
                  </a:lnTo>
                  <a:lnTo>
                    <a:pt x="318619" y="177900"/>
                  </a:lnTo>
                  <a:lnTo>
                    <a:pt x="246525" y="177900"/>
                  </a:lnTo>
                  <a:lnTo>
                    <a:pt x="219895" y="141373"/>
                  </a:lnTo>
                  <a:lnTo>
                    <a:pt x="99580" y="141373"/>
                  </a:lnTo>
                  <a:close/>
                  <a:moveTo>
                    <a:pt x="157883" y="50815"/>
                  </a:moveTo>
                  <a:lnTo>
                    <a:pt x="156932" y="50815"/>
                  </a:lnTo>
                  <a:lnTo>
                    <a:pt x="118793" y="113742"/>
                  </a:lnTo>
                  <a:lnTo>
                    <a:pt x="200968" y="113742"/>
                  </a:lnTo>
                  <a:lnTo>
                    <a:pt x="157788" y="50815"/>
                  </a:lnTo>
                  <a:close/>
                </a:path>
              </a:pathLst>
            </a:custGeom>
            <a:grpFill/>
            <a:ln w="9483" cap="flat">
              <a:noFill/>
              <a:prstDash val="solid"/>
              <a:miter/>
            </a:ln>
          </p:spPr>
          <p:txBody>
            <a:bodyPr/>
            <a:lstStyle/>
            <a:p>
              <a:endParaRPr lang="en-GB" sz="1800"/>
            </a:p>
          </p:txBody>
        </p:sp>
        <p:sp>
          <p:nvSpPr>
            <p:cNvPr id="7" name="Forme libre 6">
              <a:extLst>
                <a:ext uri="{FF2B5EF4-FFF2-40B4-BE49-F238E27FC236}">
                  <a16:creationId xmlns:a16="http://schemas.microsoft.com/office/drawing/2014/main" id="{DFD2059B-85C4-60FF-96DC-160C6B0FB426}"/>
                </a:ext>
              </a:extLst>
            </p:cNvPr>
            <p:cNvSpPr/>
            <p:nvPr/>
          </p:nvSpPr>
          <p:spPr>
            <a:xfrm>
              <a:off x="4132781" y="2491032"/>
              <a:ext cx="163018" cy="173262"/>
            </a:xfrm>
            <a:custGeom>
              <a:avLst/>
              <a:gdLst>
                <a:gd name="csX0" fmla="*/ 67528 w 163018"/>
                <a:gd name="csY0" fmla="*/ 143834 h 173262"/>
                <a:gd name="csX1" fmla="*/ 163019 w 163018"/>
                <a:gd name="csY1" fmla="*/ 143834 h 173262"/>
                <a:gd name="csX2" fmla="*/ 163019 w 163018"/>
                <a:gd name="csY2" fmla="*/ 173263 h 173262"/>
                <a:gd name="csX3" fmla="*/ 0 w 163018"/>
                <a:gd name="csY3" fmla="*/ 173263 h 173262"/>
                <a:gd name="csX4" fmla="*/ 0 w 163018"/>
                <a:gd name="csY4" fmla="*/ 0 h 173262"/>
                <a:gd name="csX5" fmla="*/ 67528 w 163018"/>
                <a:gd name="csY5" fmla="*/ 0 h 173262"/>
                <a:gd name="csX6" fmla="*/ 67528 w 163018"/>
                <a:gd name="csY6" fmla="*/ 143834 h 1732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3018" h="173262">
                  <a:moveTo>
                    <a:pt x="67528" y="143834"/>
                  </a:moveTo>
                  <a:lnTo>
                    <a:pt x="163019" y="143834"/>
                  </a:lnTo>
                  <a:lnTo>
                    <a:pt x="163019" y="173263"/>
                  </a:lnTo>
                  <a:lnTo>
                    <a:pt x="0" y="173263"/>
                  </a:lnTo>
                  <a:lnTo>
                    <a:pt x="0" y="0"/>
                  </a:lnTo>
                  <a:lnTo>
                    <a:pt x="67528" y="0"/>
                  </a:lnTo>
                  <a:lnTo>
                    <a:pt x="67528" y="143834"/>
                  </a:lnTo>
                  <a:close/>
                </a:path>
              </a:pathLst>
            </a:custGeom>
            <a:grpFill/>
            <a:ln w="9483" cap="flat">
              <a:noFill/>
              <a:prstDash val="solid"/>
              <a:miter/>
            </a:ln>
          </p:spPr>
          <p:txBody>
            <a:bodyPr/>
            <a:lstStyle/>
            <a:p>
              <a:endParaRPr lang="en-GB" sz="1800"/>
            </a:p>
          </p:txBody>
        </p:sp>
        <p:sp>
          <p:nvSpPr>
            <p:cNvPr id="8" name="Forme libre 7">
              <a:extLst>
                <a:ext uri="{FF2B5EF4-FFF2-40B4-BE49-F238E27FC236}">
                  <a16:creationId xmlns:a16="http://schemas.microsoft.com/office/drawing/2014/main" id="{7F8BFF55-5CE4-3882-B127-EF397CCAAA02}"/>
                </a:ext>
              </a:extLst>
            </p:cNvPr>
            <p:cNvSpPr/>
            <p:nvPr/>
          </p:nvSpPr>
          <p:spPr>
            <a:xfrm>
              <a:off x="4434756" y="2491032"/>
              <a:ext cx="207054" cy="173262"/>
            </a:xfrm>
            <a:custGeom>
              <a:avLst/>
              <a:gdLst>
                <a:gd name="csX0" fmla="*/ 137339 w 207054"/>
                <a:gd name="csY0" fmla="*/ 173263 h 173262"/>
                <a:gd name="csX1" fmla="*/ 69811 w 207054"/>
                <a:gd name="csY1" fmla="*/ 173263 h 173262"/>
                <a:gd name="csX2" fmla="*/ 69811 w 207054"/>
                <a:gd name="csY2" fmla="*/ 29429 h 173262"/>
                <a:gd name="csX3" fmla="*/ 0 w 207054"/>
                <a:gd name="csY3" fmla="*/ 29429 h 173262"/>
                <a:gd name="csX4" fmla="*/ 0 w 207054"/>
                <a:gd name="csY4" fmla="*/ 0 h 173262"/>
                <a:gd name="csX5" fmla="*/ 207055 w 207054"/>
                <a:gd name="csY5" fmla="*/ 0 h 173262"/>
                <a:gd name="csX6" fmla="*/ 207055 w 207054"/>
                <a:gd name="csY6" fmla="*/ 29429 h 173262"/>
                <a:gd name="csX7" fmla="*/ 137244 w 207054"/>
                <a:gd name="csY7" fmla="*/ 29429 h 173262"/>
                <a:gd name="csX8" fmla="*/ 137244 w 207054"/>
                <a:gd name="csY8" fmla="*/ 173263 h 173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7054" h="173262">
                  <a:moveTo>
                    <a:pt x="137339" y="173263"/>
                  </a:moveTo>
                  <a:lnTo>
                    <a:pt x="69811" y="173263"/>
                  </a:lnTo>
                  <a:lnTo>
                    <a:pt x="69811" y="29429"/>
                  </a:lnTo>
                  <a:lnTo>
                    <a:pt x="0" y="29429"/>
                  </a:lnTo>
                  <a:lnTo>
                    <a:pt x="0" y="0"/>
                  </a:lnTo>
                  <a:lnTo>
                    <a:pt x="207055" y="0"/>
                  </a:lnTo>
                  <a:lnTo>
                    <a:pt x="207055" y="29429"/>
                  </a:lnTo>
                  <a:lnTo>
                    <a:pt x="137244" y="29429"/>
                  </a:lnTo>
                  <a:lnTo>
                    <a:pt x="137244" y="173263"/>
                  </a:lnTo>
                  <a:close/>
                </a:path>
              </a:pathLst>
            </a:custGeom>
            <a:grpFill/>
            <a:ln w="9483" cap="flat">
              <a:noFill/>
              <a:prstDash val="solid"/>
              <a:miter/>
            </a:ln>
          </p:spPr>
          <p:txBody>
            <a:bodyPr/>
            <a:lstStyle/>
            <a:p>
              <a:endParaRPr lang="en-GB" sz="1800"/>
            </a:p>
          </p:txBody>
        </p:sp>
        <p:sp>
          <p:nvSpPr>
            <p:cNvPr id="10" name="Forme libre 9">
              <a:extLst>
                <a:ext uri="{FF2B5EF4-FFF2-40B4-BE49-F238E27FC236}">
                  <a16:creationId xmlns:a16="http://schemas.microsoft.com/office/drawing/2014/main" id="{DE956BA0-5293-49B8-8F8D-3B85D7AFFCAF}"/>
                </a:ext>
              </a:extLst>
            </p:cNvPr>
            <p:cNvSpPr/>
            <p:nvPr/>
          </p:nvSpPr>
          <p:spPr>
            <a:xfrm>
              <a:off x="4808919" y="2491032"/>
              <a:ext cx="179092" cy="173262"/>
            </a:xfrm>
            <a:custGeom>
              <a:avLst/>
              <a:gdLst>
                <a:gd name="csX0" fmla="*/ 67528 w 179092"/>
                <a:gd name="csY0" fmla="*/ 29429 h 173262"/>
                <a:gd name="csX1" fmla="*/ 67528 w 179092"/>
                <a:gd name="csY1" fmla="*/ 67564 h 173262"/>
                <a:gd name="csX2" fmla="*/ 175003 w 179092"/>
                <a:gd name="csY2" fmla="*/ 67564 h 173262"/>
                <a:gd name="csX3" fmla="*/ 175003 w 179092"/>
                <a:gd name="csY3" fmla="*/ 96993 h 173262"/>
                <a:gd name="csX4" fmla="*/ 67528 w 179092"/>
                <a:gd name="csY4" fmla="*/ 96993 h 173262"/>
                <a:gd name="csX5" fmla="*/ 67528 w 179092"/>
                <a:gd name="csY5" fmla="*/ 143834 h 173262"/>
                <a:gd name="csX6" fmla="*/ 179092 w 179092"/>
                <a:gd name="csY6" fmla="*/ 143834 h 173262"/>
                <a:gd name="csX7" fmla="*/ 179092 w 179092"/>
                <a:gd name="csY7" fmla="*/ 173263 h 173262"/>
                <a:gd name="csX8" fmla="*/ 0 w 179092"/>
                <a:gd name="csY8" fmla="*/ 173263 h 173262"/>
                <a:gd name="csX9" fmla="*/ 0 w 179092"/>
                <a:gd name="csY9" fmla="*/ 0 h 173262"/>
                <a:gd name="csX10" fmla="*/ 179092 w 179092"/>
                <a:gd name="csY10" fmla="*/ 0 h 173262"/>
                <a:gd name="csX11" fmla="*/ 179092 w 179092"/>
                <a:gd name="csY11" fmla="*/ 29429 h 173262"/>
                <a:gd name="csX12" fmla="*/ 67528 w 179092"/>
                <a:gd name="csY12" fmla="*/ 29429 h 173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9092" h="173262">
                  <a:moveTo>
                    <a:pt x="67528" y="29429"/>
                  </a:moveTo>
                  <a:lnTo>
                    <a:pt x="67528" y="67564"/>
                  </a:lnTo>
                  <a:lnTo>
                    <a:pt x="175003" y="67564"/>
                  </a:lnTo>
                  <a:lnTo>
                    <a:pt x="175003" y="96993"/>
                  </a:lnTo>
                  <a:lnTo>
                    <a:pt x="67528" y="96993"/>
                  </a:lnTo>
                  <a:lnTo>
                    <a:pt x="67528" y="143834"/>
                  </a:lnTo>
                  <a:lnTo>
                    <a:pt x="179092" y="143834"/>
                  </a:lnTo>
                  <a:lnTo>
                    <a:pt x="179092" y="173263"/>
                  </a:lnTo>
                  <a:lnTo>
                    <a:pt x="0" y="173263"/>
                  </a:lnTo>
                  <a:lnTo>
                    <a:pt x="0" y="0"/>
                  </a:lnTo>
                  <a:lnTo>
                    <a:pt x="179092" y="0"/>
                  </a:lnTo>
                  <a:lnTo>
                    <a:pt x="179092" y="29429"/>
                  </a:lnTo>
                  <a:lnTo>
                    <a:pt x="67528" y="29429"/>
                  </a:lnTo>
                  <a:close/>
                </a:path>
              </a:pathLst>
            </a:custGeom>
            <a:grpFill/>
            <a:ln w="9483" cap="flat">
              <a:noFill/>
              <a:prstDash val="solid"/>
              <a:miter/>
            </a:ln>
          </p:spPr>
          <p:txBody>
            <a:bodyPr/>
            <a:lstStyle/>
            <a:p>
              <a:endParaRPr lang="en-GB" sz="1800"/>
            </a:p>
          </p:txBody>
        </p:sp>
        <p:sp>
          <p:nvSpPr>
            <p:cNvPr id="11" name="Forme libre 10">
              <a:extLst>
                <a:ext uri="{FF2B5EF4-FFF2-40B4-BE49-F238E27FC236}">
                  <a16:creationId xmlns:a16="http://schemas.microsoft.com/office/drawing/2014/main" id="{64DDEB34-CEF8-0228-13C4-4320D410B40F}"/>
                </a:ext>
              </a:extLst>
            </p:cNvPr>
            <p:cNvSpPr/>
            <p:nvPr/>
          </p:nvSpPr>
          <p:spPr>
            <a:xfrm>
              <a:off x="5175188" y="2486396"/>
              <a:ext cx="299406" cy="181400"/>
            </a:xfrm>
            <a:custGeom>
              <a:avLst/>
              <a:gdLst>
                <a:gd name="csX0" fmla="*/ 0 w 299406"/>
                <a:gd name="csY0" fmla="*/ 0 h 181400"/>
                <a:gd name="csX1" fmla="*/ 48696 w 299406"/>
                <a:gd name="csY1" fmla="*/ 0 h 181400"/>
                <a:gd name="csX2" fmla="*/ 230927 w 299406"/>
                <a:gd name="csY2" fmla="*/ 121123 h 181400"/>
                <a:gd name="csX3" fmla="*/ 231879 w 299406"/>
                <a:gd name="csY3" fmla="*/ 121123 h 181400"/>
                <a:gd name="csX4" fmla="*/ 231879 w 299406"/>
                <a:gd name="csY4" fmla="*/ 4637 h 181400"/>
                <a:gd name="csX5" fmla="*/ 299407 w 299406"/>
                <a:gd name="csY5" fmla="*/ 4637 h 181400"/>
                <a:gd name="csX6" fmla="*/ 299407 w 299406"/>
                <a:gd name="csY6" fmla="*/ 181401 h 181400"/>
                <a:gd name="csX7" fmla="*/ 250710 w 299406"/>
                <a:gd name="csY7" fmla="*/ 181401 h 181400"/>
                <a:gd name="csX8" fmla="*/ 68479 w 299406"/>
                <a:gd name="csY8" fmla="*/ 60278 h 181400"/>
                <a:gd name="csX9" fmla="*/ 67528 w 299406"/>
                <a:gd name="csY9" fmla="*/ 60278 h 181400"/>
                <a:gd name="csX10" fmla="*/ 67528 w 299406"/>
                <a:gd name="csY10" fmla="*/ 177900 h 181400"/>
                <a:gd name="csX11" fmla="*/ 0 w 299406"/>
                <a:gd name="csY11" fmla="*/ 177900 h 181400"/>
                <a:gd name="csX12" fmla="*/ 0 w 299406"/>
                <a:gd name="csY12" fmla="*/ 0 h 18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99406" h="181400">
                  <a:moveTo>
                    <a:pt x="0" y="0"/>
                  </a:moveTo>
                  <a:lnTo>
                    <a:pt x="48696" y="0"/>
                  </a:lnTo>
                  <a:lnTo>
                    <a:pt x="230927" y="121123"/>
                  </a:lnTo>
                  <a:lnTo>
                    <a:pt x="231879" y="121123"/>
                  </a:lnTo>
                  <a:lnTo>
                    <a:pt x="231879" y="4637"/>
                  </a:lnTo>
                  <a:lnTo>
                    <a:pt x="299407" y="4637"/>
                  </a:lnTo>
                  <a:lnTo>
                    <a:pt x="299407" y="181401"/>
                  </a:lnTo>
                  <a:lnTo>
                    <a:pt x="250710" y="181401"/>
                  </a:lnTo>
                  <a:lnTo>
                    <a:pt x="68479" y="60278"/>
                  </a:lnTo>
                  <a:lnTo>
                    <a:pt x="67528" y="60278"/>
                  </a:lnTo>
                  <a:lnTo>
                    <a:pt x="67528" y="177900"/>
                  </a:lnTo>
                  <a:lnTo>
                    <a:pt x="0" y="177900"/>
                  </a:lnTo>
                  <a:lnTo>
                    <a:pt x="0" y="0"/>
                  </a:lnTo>
                  <a:close/>
                </a:path>
              </a:pathLst>
            </a:custGeom>
            <a:grpFill/>
            <a:ln w="9483" cap="flat">
              <a:noFill/>
              <a:prstDash val="solid"/>
              <a:miter/>
            </a:ln>
          </p:spPr>
          <p:txBody>
            <a:bodyPr/>
            <a:lstStyle/>
            <a:p>
              <a:endParaRPr lang="en-GB" sz="1800"/>
            </a:p>
          </p:txBody>
        </p:sp>
      </p:grpSp>
      <p:sp>
        <p:nvSpPr>
          <p:cNvPr id="13" name="Text Placeholder 9">
            <a:extLst>
              <a:ext uri="{FF2B5EF4-FFF2-40B4-BE49-F238E27FC236}">
                <a16:creationId xmlns:a16="http://schemas.microsoft.com/office/drawing/2014/main" id="{5B3CA818-04F7-15E8-B815-8D8D7E43364B}"/>
              </a:ext>
            </a:extLst>
          </p:cNvPr>
          <p:cNvSpPr>
            <a:spLocks noGrp="1"/>
          </p:cNvSpPr>
          <p:nvPr>
            <p:ph type="body" sz="quarter" idx="15" hasCustomPrompt="1"/>
          </p:nvPr>
        </p:nvSpPr>
        <p:spPr>
          <a:xfrm>
            <a:off x="265734" y="132452"/>
            <a:ext cx="5942966" cy="684309"/>
          </a:xfrm>
          <a:prstGeom prst="rect">
            <a:avLst/>
          </a:prstGeom>
        </p:spPr>
        <p:txBody>
          <a:bodyPr lIns="0" tIns="0" rIns="0" bIns="0" anchor="t" anchorCtr="0"/>
          <a:lstStyle>
            <a:lvl1pPr marL="0" indent="0" algn="l">
              <a:lnSpc>
                <a:spcPct val="80000"/>
              </a:lnSpc>
              <a:spcBef>
                <a:spcPts val="0"/>
              </a:spcBef>
              <a:buNone/>
              <a:defRPr sz="2400" b="1" i="0" cap="all" spc="0" baseline="0">
                <a:solidFill>
                  <a:srgbClr val="043962"/>
                </a:solidFill>
                <a:latin typeface="Arial Black" panose="020B0604020202020204" pitchFamily="34" charset="0"/>
                <a:ea typeface="Arial Black" panose="020B0604020202020204" pitchFamily="34" charset="0"/>
                <a:cs typeface="Arial Black" panose="020B0604020202020204" pitchFamily="34" charset="0"/>
              </a:defRPr>
            </a:lvl1pPr>
          </a:lstStyle>
          <a:p>
            <a:pPr lvl="0"/>
            <a:r>
              <a:rPr lang="en-US"/>
              <a:t>TITLE</a:t>
            </a:r>
            <a:br>
              <a:rPr lang="en-US"/>
            </a:br>
            <a:r>
              <a:rPr lang="en-US" err="1"/>
              <a:t>xxxxxxxx</a:t>
            </a:r>
            <a:endParaRPr lang="en-US"/>
          </a:p>
        </p:txBody>
      </p:sp>
      <p:sp>
        <p:nvSpPr>
          <p:cNvPr id="14" name="Text Placeholder 9">
            <a:extLst>
              <a:ext uri="{FF2B5EF4-FFF2-40B4-BE49-F238E27FC236}">
                <a16:creationId xmlns:a16="http://schemas.microsoft.com/office/drawing/2014/main" id="{B4BA396C-109C-01A3-F551-A803F9D24203}"/>
              </a:ext>
            </a:extLst>
          </p:cNvPr>
          <p:cNvSpPr>
            <a:spLocks noGrp="1"/>
          </p:cNvSpPr>
          <p:nvPr>
            <p:ph type="body" sz="quarter" idx="16" hasCustomPrompt="1"/>
          </p:nvPr>
        </p:nvSpPr>
        <p:spPr>
          <a:xfrm>
            <a:off x="265734" y="712282"/>
            <a:ext cx="5942966" cy="161162"/>
          </a:xfrm>
          <a:prstGeom prst="rect">
            <a:avLst/>
          </a:prstGeom>
        </p:spPr>
        <p:txBody>
          <a:bodyPr lIns="0" tIns="0" rIns="0" bIns="0" anchor="t" anchorCtr="0"/>
          <a:lstStyle>
            <a:lvl1pPr marL="0" indent="0" algn="l">
              <a:lnSpc>
                <a:spcPct val="90000"/>
              </a:lnSpc>
              <a:spcBef>
                <a:spcPts val="0"/>
              </a:spcBef>
              <a:buNone/>
              <a:defRPr lang="en-US" sz="1600" b="1" i="0" kern="1200" cap="none" spc="0" baseline="0" dirty="0">
                <a:gradFill>
                  <a:gsLst>
                    <a:gs pos="0">
                      <a:srgbClr val="063C67"/>
                    </a:gs>
                    <a:gs pos="100000">
                      <a:srgbClr val="1D93C9"/>
                    </a:gs>
                  </a:gsLst>
                  <a:lin ang="0" scaled="0"/>
                </a:gradFill>
                <a:latin typeface="Arial" panose="020B0604020202020204" pitchFamily="34" charset="0"/>
                <a:ea typeface="Arial" panose="020B0604020202020204" pitchFamily="34" charset="0"/>
                <a:cs typeface="Arial" panose="020B0604020202020204" pitchFamily="34" charset="0"/>
              </a:defRPr>
            </a:lvl1pPr>
          </a:lstStyle>
          <a:p>
            <a:pPr lvl="0"/>
            <a:r>
              <a:rPr lang="en-US" dirty="0"/>
              <a:t>Subtitle</a:t>
            </a:r>
          </a:p>
        </p:txBody>
      </p:sp>
      <p:sp>
        <p:nvSpPr>
          <p:cNvPr id="2" name="Rectangle 1">
            <a:extLst>
              <a:ext uri="{FF2B5EF4-FFF2-40B4-BE49-F238E27FC236}">
                <a16:creationId xmlns:a16="http://schemas.microsoft.com/office/drawing/2014/main" id="{6B11FFEC-6D04-03DA-480E-D77400FCFBD9}"/>
              </a:ext>
            </a:extLst>
          </p:cNvPr>
          <p:cNvSpPr>
            <a:spLocks/>
          </p:cNvSpPr>
          <p:nvPr userDrawn="1"/>
        </p:nvSpPr>
        <p:spPr>
          <a:xfrm rot="16200000">
            <a:off x="3910723" y="2632255"/>
            <a:ext cx="489237" cy="4350474"/>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6330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f-Project-Long-Title-Vide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6C71E4-5522-8637-B73C-6B09CDB3CB8E}"/>
              </a:ext>
            </a:extLst>
          </p:cNvPr>
          <p:cNvSpPr/>
          <p:nvPr userDrawn="1"/>
        </p:nvSpPr>
        <p:spPr>
          <a:xfrm>
            <a:off x="6333380" y="0"/>
            <a:ext cx="2844000" cy="5143500"/>
          </a:xfrm>
          <a:prstGeom prst="rect">
            <a:avLst/>
          </a:prstGeom>
          <a:gradFill flip="none" rotWithShape="1">
            <a:gsLst>
              <a:gs pos="0">
                <a:srgbClr val="1470A1"/>
              </a:gs>
              <a:gs pos="9000">
                <a:schemeClr val="tx1"/>
              </a:gs>
              <a:gs pos="99000">
                <a:schemeClr val="accent4"/>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44000" rIns="180000" rtlCol="0" anchor="t" anchorCtr="0"/>
          <a:lstStyle/>
          <a:p>
            <a:pPr marL="180000" indent="-180000">
              <a:spcBef>
                <a:spcPts val="0"/>
              </a:spcBef>
              <a:spcAft>
                <a:spcPts val="1500"/>
              </a:spcAft>
              <a:buClr>
                <a:srgbClr val="1D94C9"/>
              </a:buClr>
              <a:buSzPct val="100000"/>
              <a:buFont typeface="Wingdings" panose="05000000000000000000" pitchFamily="2" charset="2"/>
              <a:buChar char="ü"/>
              <a:defRPr/>
            </a:pPr>
            <a:endParaRPr lang="en-GB" sz="1100" noProof="1"/>
          </a:p>
        </p:txBody>
      </p:sp>
      <p:sp>
        <p:nvSpPr>
          <p:cNvPr id="9" name="Rectangle 8">
            <a:extLst>
              <a:ext uri="{FF2B5EF4-FFF2-40B4-BE49-F238E27FC236}">
                <a16:creationId xmlns:a16="http://schemas.microsoft.com/office/drawing/2014/main" id="{581D9872-BBF1-1D1F-21A0-2CD659028CCB}"/>
              </a:ext>
            </a:extLst>
          </p:cNvPr>
          <p:cNvSpPr/>
          <p:nvPr userDrawn="1"/>
        </p:nvSpPr>
        <p:spPr>
          <a:xfrm>
            <a:off x="1" y="0"/>
            <a:ext cx="77822" cy="5143500"/>
          </a:xfrm>
          <a:prstGeom prst="rect">
            <a:avLst/>
          </a:prstGeom>
          <a:gradFill>
            <a:gsLst>
              <a:gs pos="100000">
                <a:schemeClr val="accent1"/>
              </a:gs>
              <a:gs pos="48000">
                <a:schemeClr val="accent4"/>
              </a:gs>
              <a:gs pos="0">
                <a:schemeClr val="tx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75"/>
          </a:p>
        </p:txBody>
      </p:sp>
      <p:sp>
        <p:nvSpPr>
          <p:cNvPr id="4" name="Text Placeholder 9">
            <a:extLst>
              <a:ext uri="{FF2B5EF4-FFF2-40B4-BE49-F238E27FC236}">
                <a16:creationId xmlns:a16="http://schemas.microsoft.com/office/drawing/2014/main" id="{AE0B8430-9B9D-DA2C-B134-DF8639CA3227}"/>
              </a:ext>
            </a:extLst>
          </p:cNvPr>
          <p:cNvSpPr txBox="1">
            <a:spLocks/>
          </p:cNvSpPr>
          <p:nvPr userDrawn="1"/>
        </p:nvSpPr>
        <p:spPr>
          <a:xfrm>
            <a:off x="7230535" y="4841261"/>
            <a:ext cx="1116770" cy="280222"/>
          </a:xfrm>
          <a:prstGeom prst="rect">
            <a:avLst/>
          </a:prstGeom>
        </p:spPr>
        <p:txBody>
          <a:bodyPr lIns="0" tIns="0" rIns="0" bIns="0" anchor="ctr" anchorCtr="0"/>
          <a:lstStyle>
            <a:lvl1pPr marL="0" indent="0" algn="l" defTabSz="914446" rtl="0" eaLnBrk="1" latinLnBrk="0" hangingPunct="1">
              <a:lnSpc>
                <a:spcPct val="100000"/>
              </a:lnSpc>
              <a:spcBef>
                <a:spcPts val="0"/>
              </a:spcBef>
              <a:buFont typeface="Arial" panose="020B0604020202020204" pitchFamily="34" charset="0"/>
              <a:buNone/>
              <a:defRPr sz="1600" b="0" i="0" kern="1200" cap="none" spc="0"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685818" rtl="0" eaLnBrk="1" fontAlgn="auto" latinLnBrk="0" hangingPunct="1">
              <a:lnSpc>
                <a:spcPct val="100000"/>
              </a:lnSpc>
              <a:spcBef>
                <a:spcPts val="0"/>
              </a:spcBef>
              <a:spcAft>
                <a:spcPts val="0"/>
              </a:spcAft>
              <a:buClrTx/>
              <a:buSzTx/>
              <a:buFont typeface="Arial" panose="020B0604020202020204" pitchFamily="34" charset="0"/>
              <a:buNone/>
              <a:tabLst/>
              <a:defRPr/>
            </a:pPr>
            <a:fld id="{8C90F0F0-F509-4FF6-8FC9-CBFE1D58EDC0}" type="slidenum">
              <a:rPr kumimoji="0" lang="de-DE" sz="900" b="0" i="0" u="none" strike="noStrike" kern="1200" cap="none" spc="0" normalizeH="0" baseline="0" noProof="0" smtClean="0">
                <a:ln>
                  <a:noFill/>
                </a:ln>
                <a:solidFill>
                  <a:schemeClr val="accent2"/>
                </a:solidFill>
                <a:effectLst/>
                <a:uLnTx/>
                <a:uFillTx/>
                <a:latin typeface="Calibri" panose="020F0502020204030204" pitchFamily="34" charset="0"/>
                <a:cs typeface="Calibri" panose="020F0502020204030204" pitchFamily="34" charset="0"/>
              </a:rPr>
              <a:pPr marL="0" marR="0" lvl="0" indent="0" algn="r" defTabSz="685818" rtl="0" eaLnBrk="1" fontAlgn="auto" latinLnBrk="0" hangingPunct="1">
                <a:lnSpc>
                  <a:spcPct val="100000"/>
                </a:lnSpc>
                <a:spcBef>
                  <a:spcPts val="0"/>
                </a:spcBef>
                <a:spcAft>
                  <a:spcPts val="0"/>
                </a:spcAft>
                <a:buClrTx/>
                <a:buSzTx/>
                <a:buFont typeface="Arial" panose="020B0604020202020204" pitchFamily="34" charset="0"/>
                <a:buNone/>
                <a:tabLst/>
                <a:defRPr/>
              </a:pPr>
              <a:t>‹N°›</a:t>
            </a:fld>
            <a:r>
              <a:rPr kumimoji="0" lang="de-DE" sz="900" b="0" i="0" u="none" strike="noStrike" kern="1200" cap="none" spc="0" normalizeH="0" baseline="0" noProof="0">
                <a:ln>
                  <a:noFill/>
                </a:ln>
                <a:solidFill>
                  <a:schemeClr val="accent2"/>
                </a:solidFill>
                <a:effectLst/>
                <a:uLnTx/>
                <a:uFillTx/>
                <a:latin typeface="Calibri" panose="020F0502020204030204" pitchFamily="34" charset="0"/>
                <a:cs typeface="Calibri" panose="020F0502020204030204" pitchFamily="34" charset="0"/>
              </a:rPr>
              <a:t> | </a:t>
            </a:r>
          </a:p>
        </p:txBody>
      </p:sp>
      <p:grpSp>
        <p:nvGrpSpPr>
          <p:cNvPr id="5" name="Groupe 4">
            <a:extLst>
              <a:ext uri="{FF2B5EF4-FFF2-40B4-BE49-F238E27FC236}">
                <a16:creationId xmlns:a16="http://schemas.microsoft.com/office/drawing/2014/main" id="{73B402F2-631B-3C6F-0C4D-823140FF4F85}"/>
              </a:ext>
            </a:extLst>
          </p:cNvPr>
          <p:cNvGrpSpPr/>
          <p:nvPr userDrawn="1"/>
        </p:nvGrpSpPr>
        <p:grpSpPr>
          <a:xfrm>
            <a:off x="8459738" y="4950996"/>
            <a:ext cx="531831" cy="52913"/>
            <a:chOff x="3651333" y="2486396"/>
            <a:chExt cx="1823261" cy="181400"/>
          </a:xfrm>
          <a:solidFill>
            <a:schemeClr val="bg1"/>
          </a:solidFill>
        </p:grpSpPr>
        <p:sp>
          <p:nvSpPr>
            <p:cNvPr id="6" name="Forme libre 5">
              <a:extLst>
                <a:ext uri="{FF2B5EF4-FFF2-40B4-BE49-F238E27FC236}">
                  <a16:creationId xmlns:a16="http://schemas.microsoft.com/office/drawing/2014/main" id="{4F4A313D-7B42-BBB8-C8F1-9238FD69AD51}"/>
                </a:ext>
              </a:extLst>
            </p:cNvPr>
            <p:cNvSpPr/>
            <p:nvPr/>
          </p:nvSpPr>
          <p:spPr>
            <a:xfrm>
              <a:off x="3651333" y="2486396"/>
              <a:ext cx="318618" cy="177899"/>
            </a:xfrm>
            <a:custGeom>
              <a:avLst/>
              <a:gdLst>
                <a:gd name="csX0" fmla="*/ 99580 w 318618"/>
                <a:gd name="csY0" fmla="*/ 141373 h 177899"/>
                <a:gd name="csX1" fmla="*/ 71142 w 318618"/>
                <a:gd name="csY1" fmla="*/ 177900 h 177899"/>
                <a:gd name="csX2" fmla="*/ 0 w 318618"/>
                <a:gd name="csY2" fmla="*/ 177900 h 177899"/>
                <a:gd name="csX3" fmla="*/ 134961 w 318618"/>
                <a:gd name="csY3" fmla="*/ 0 h 177899"/>
                <a:gd name="csX4" fmla="*/ 187272 w 318618"/>
                <a:gd name="csY4" fmla="*/ 0 h 177899"/>
                <a:gd name="csX5" fmla="*/ 318619 w 318618"/>
                <a:gd name="csY5" fmla="*/ 177900 h 177899"/>
                <a:gd name="csX6" fmla="*/ 246525 w 318618"/>
                <a:gd name="csY6" fmla="*/ 177900 h 177899"/>
                <a:gd name="csX7" fmla="*/ 219895 w 318618"/>
                <a:gd name="csY7" fmla="*/ 141373 h 177899"/>
                <a:gd name="csX8" fmla="*/ 99580 w 318618"/>
                <a:gd name="csY8" fmla="*/ 141373 h 177899"/>
                <a:gd name="csX9" fmla="*/ 157883 w 318618"/>
                <a:gd name="csY9" fmla="*/ 50815 h 177899"/>
                <a:gd name="csX10" fmla="*/ 156932 w 318618"/>
                <a:gd name="csY10" fmla="*/ 50815 h 177899"/>
                <a:gd name="csX11" fmla="*/ 118793 w 318618"/>
                <a:gd name="csY11" fmla="*/ 113742 h 177899"/>
                <a:gd name="csX12" fmla="*/ 200968 w 318618"/>
                <a:gd name="csY12" fmla="*/ 113742 h 177899"/>
                <a:gd name="csX13" fmla="*/ 157788 w 318618"/>
                <a:gd name="csY13" fmla="*/ 50815 h 177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18618" h="177899">
                  <a:moveTo>
                    <a:pt x="99580" y="141373"/>
                  </a:moveTo>
                  <a:lnTo>
                    <a:pt x="71142" y="177900"/>
                  </a:lnTo>
                  <a:lnTo>
                    <a:pt x="0" y="177900"/>
                  </a:lnTo>
                  <a:lnTo>
                    <a:pt x="134961" y="0"/>
                  </a:lnTo>
                  <a:lnTo>
                    <a:pt x="187272" y="0"/>
                  </a:lnTo>
                  <a:lnTo>
                    <a:pt x="318619" y="177900"/>
                  </a:lnTo>
                  <a:lnTo>
                    <a:pt x="246525" y="177900"/>
                  </a:lnTo>
                  <a:lnTo>
                    <a:pt x="219895" y="141373"/>
                  </a:lnTo>
                  <a:lnTo>
                    <a:pt x="99580" y="141373"/>
                  </a:lnTo>
                  <a:close/>
                  <a:moveTo>
                    <a:pt x="157883" y="50815"/>
                  </a:moveTo>
                  <a:lnTo>
                    <a:pt x="156932" y="50815"/>
                  </a:lnTo>
                  <a:lnTo>
                    <a:pt x="118793" y="113742"/>
                  </a:lnTo>
                  <a:lnTo>
                    <a:pt x="200968" y="113742"/>
                  </a:lnTo>
                  <a:lnTo>
                    <a:pt x="157788" y="50815"/>
                  </a:lnTo>
                  <a:close/>
                </a:path>
              </a:pathLst>
            </a:custGeom>
            <a:grpFill/>
            <a:ln w="9483" cap="flat">
              <a:noFill/>
              <a:prstDash val="solid"/>
              <a:miter/>
            </a:ln>
          </p:spPr>
          <p:txBody>
            <a:bodyPr/>
            <a:lstStyle/>
            <a:p>
              <a:endParaRPr lang="en-GB" sz="1800"/>
            </a:p>
          </p:txBody>
        </p:sp>
        <p:sp>
          <p:nvSpPr>
            <p:cNvPr id="7" name="Forme libre 6">
              <a:extLst>
                <a:ext uri="{FF2B5EF4-FFF2-40B4-BE49-F238E27FC236}">
                  <a16:creationId xmlns:a16="http://schemas.microsoft.com/office/drawing/2014/main" id="{DFD2059B-85C4-60FF-96DC-160C6B0FB426}"/>
                </a:ext>
              </a:extLst>
            </p:cNvPr>
            <p:cNvSpPr/>
            <p:nvPr/>
          </p:nvSpPr>
          <p:spPr>
            <a:xfrm>
              <a:off x="4132781" y="2491032"/>
              <a:ext cx="163018" cy="173262"/>
            </a:xfrm>
            <a:custGeom>
              <a:avLst/>
              <a:gdLst>
                <a:gd name="csX0" fmla="*/ 67528 w 163018"/>
                <a:gd name="csY0" fmla="*/ 143834 h 173262"/>
                <a:gd name="csX1" fmla="*/ 163019 w 163018"/>
                <a:gd name="csY1" fmla="*/ 143834 h 173262"/>
                <a:gd name="csX2" fmla="*/ 163019 w 163018"/>
                <a:gd name="csY2" fmla="*/ 173263 h 173262"/>
                <a:gd name="csX3" fmla="*/ 0 w 163018"/>
                <a:gd name="csY3" fmla="*/ 173263 h 173262"/>
                <a:gd name="csX4" fmla="*/ 0 w 163018"/>
                <a:gd name="csY4" fmla="*/ 0 h 173262"/>
                <a:gd name="csX5" fmla="*/ 67528 w 163018"/>
                <a:gd name="csY5" fmla="*/ 0 h 173262"/>
                <a:gd name="csX6" fmla="*/ 67528 w 163018"/>
                <a:gd name="csY6" fmla="*/ 143834 h 1732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3018" h="173262">
                  <a:moveTo>
                    <a:pt x="67528" y="143834"/>
                  </a:moveTo>
                  <a:lnTo>
                    <a:pt x="163019" y="143834"/>
                  </a:lnTo>
                  <a:lnTo>
                    <a:pt x="163019" y="173263"/>
                  </a:lnTo>
                  <a:lnTo>
                    <a:pt x="0" y="173263"/>
                  </a:lnTo>
                  <a:lnTo>
                    <a:pt x="0" y="0"/>
                  </a:lnTo>
                  <a:lnTo>
                    <a:pt x="67528" y="0"/>
                  </a:lnTo>
                  <a:lnTo>
                    <a:pt x="67528" y="143834"/>
                  </a:lnTo>
                  <a:close/>
                </a:path>
              </a:pathLst>
            </a:custGeom>
            <a:grpFill/>
            <a:ln w="9483" cap="flat">
              <a:noFill/>
              <a:prstDash val="solid"/>
              <a:miter/>
            </a:ln>
          </p:spPr>
          <p:txBody>
            <a:bodyPr/>
            <a:lstStyle/>
            <a:p>
              <a:endParaRPr lang="en-GB" sz="1800"/>
            </a:p>
          </p:txBody>
        </p:sp>
        <p:sp>
          <p:nvSpPr>
            <p:cNvPr id="8" name="Forme libre 7">
              <a:extLst>
                <a:ext uri="{FF2B5EF4-FFF2-40B4-BE49-F238E27FC236}">
                  <a16:creationId xmlns:a16="http://schemas.microsoft.com/office/drawing/2014/main" id="{7F8BFF55-5CE4-3882-B127-EF397CCAAA02}"/>
                </a:ext>
              </a:extLst>
            </p:cNvPr>
            <p:cNvSpPr/>
            <p:nvPr/>
          </p:nvSpPr>
          <p:spPr>
            <a:xfrm>
              <a:off x="4434756" y="2491032"/>
              <a:ext cx="207054" cy="173262"/>
            </a:xfrm>
            <a:custGeom>
              <a:avLst/>
              <a:gdLst>
                <a:gd name="csX0" fmla="*/ 137339 w 207054"/>
                <a:gd name="csY0" fmla="*/ 173263 h 173262"/>
                <a:gd name="csX1" fmla="*/ 69811 w 207054"/>
                <a:gd name="csY1" fmla="*/ 173263 h 173262"/>
                <a:gd name="csX2" fmla="*/ 69811 w 207054"/>
                <a:gd name="csY2" fmla="*/ 29429 h 173262"/>
                <a:gd name="csX3" fmla="*/ 0 w 207054"/>
                <a:gd name="csY3" fmla="*/ 29429 h 173262"/>
                <a:gd name="csX4" fmla="*/ 0 w 207054"/>
                <a:gd name="csY4" fmla="*/ 0 h 173262"/>
                <a:gd name="csX5" fmla="*/ 207055 w 207054"/>
                <a:gd name="csY5" fmla="*/ 0 h 173262"/>
                <a:gd name="csX6" fmla="*/ 207055 w 207054"/>
                <a:gd name="csY6" fmla="*/ 29429 h 173262"/>
                <a:gd name="csX7" fmla="*/ 137244 w 207054"/>
                <a:gd name="csY7" fmla="*/ 29429 h 173262"/>
                <a:gd name="csX8" fmla="*/ 137244 w 207054"/>
                <a:gd name="csY8" fmla="*/ 173263 h 173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7054" h="173262">
                  <a:moveTo>
                    <a:pt x="137339" y="173263"/>
                  </a:moveTo>
                  <a:lnTo>
                    <a:pt x="69811" y="173263"/>
                  </a:lnTo>
                  <a:lnTo>
                    <a:pt x="69811" y="29429"/>
                  </a:lnTo>
                  <a:lnTo>
                    <a:pt x="0" y="29429"/>
                  </a:lnTo>
                  <a:lnTo>
                    <a:pt x="0" y="0"/>
                  </a:lnTo>
                  <a:lnTo>
                    <a:pt x="207055" y="0"/>
                  </a:lnTo>
                  <a:lnTo>
                    <a:pt x="207055" y="29429"/>
                  </a:lnTo>
                  <a:lnTo>
                    <a:pt x="137244" y="29429"/>
                  </a:lnTo>
                  <a:lnTo>
                    <a:pt x="137244" y="173263"/>
                  </a:lnTo>
                  <a:close/>
                </a:path>
              </a:pathLst>
            </a:custGeom>
            <a:grpFill/>
            <a:ln w="9483" cap="flat">
              <a:noFill/>
              <a:prstDash val="solid"/>
              <a:miter/>
            </a:ln>
          </p:spPr>
          <p:txBody>
            <a:bodyPr/>
            <a:lstStyle/>
            <a:p>
              <a:endParaRPr lang="en-GB" sz="1800"/>
            </a:p>
          </p:txBody>
        </p:sp>
        <p:sp>
          <p:nvSpPr>
            <p:cNvPr id="10" name="Forme libre 9">
              <a:extLst>
                <a:ext uri="{FF2B5EF4-FFF2-40B4-BE49-F238E27FC236}">
                  <a16:creationId xmlns:a16="http://schemas.microsoft.com/office/drawing/2014/main" id="{DE956BA0-5293-49B8-8F8D-3B85D7AFFCAF}"/>
                </a:ext>
              </a:extLst>
            </p:cNvPr>
            <p:cNvSpPr/>
            <p:nvPr/>
          </p:nvSpPr>
          <p:spPr>
            <a:xfrm>
              <a:off x="4808919" y="2491032"/>
              <a:ext cx="179092" cy="173262"/>
            </a:xfrm>
            <a:custGeom>
              <a:avLst/>
              <a:gdLst>
                <a:gd name="csX0" fmla="*/ 67528 w 179092"/>
                <a:gd name="csY0" fmla="*/ 29429 h 173262"/>
                <a:gd name="csX1" fmla="*/ 67528 w 179092"/>
                <a:gd name="csY1" fmla="*/ 67564 h 173262"/>
                <a:gd name="csX2" fmla="*/ 175003 w 179092"/>
                <a:gd name="csY2" fmla="*/ 67564 h 173262"/>
                <a:gd name="csX3" fmla="*/ 175003 w 179092"/>
                <a:gd name="csY3" fmla="*/ 96993 h 173262"/>
                <a:gd name="csX4" fmla="*/ 67528 w 179092"/>
                <a:gd name="csY4" fmla="*/ 96993 h 173262"/>
                <a:gd name="csX5" fmla="*/ 67528 w 179092"/>
                <a:gd name="csY5" fmla="*/ 143834 h 173262"/>
                <a:gd name="csX6" fmla="*/ 179092 w 179092"/>
                <a:gd name="csY6" fmla="*/ 143834 h 173262"/>
                <a:gd name="csX7" fmla="*/ 179092 w 179092"/>
                <a:gd name="csY7" fmla="*/ 173263 h 173262"/>
                <a:gd name="csX8" fmla="*/ 0 w 179092"/>
                <a:gd name="csY8" fmla="*/ 173263 h 173262"/>
                <a:gd name="csX9" fmla="*/ 0 w 179092"/>
                <a:gd name="csY9" fmla="*/ 0 h 173262"/>
                <a:gd name="csX10" fmla="*/ 179092 w 179092"/>
                <a:gd name="csY10" fmla="*/ 0 h 173262"/>
                <a:gd name="csX11" fmla="*/ 179092 w 179092"/>
                <a:gd name="csY11" fmla="*/ 29429 h 173262"/>
                <a:gd name="csX12" fmla="*/ 67528 w 179092"/>
                <a:gd name="csY12" fmla="*/ 29429 h 173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9092" h="173262">
                  <a:moveTo>
                    <a:pt x="67528" y="29429"/>
                  </a:moveTo>
                  <a:lnTo>
                    <a:pt x="67528" y="67564"/>
                  </a:lnTo>
                  <a:lnTo>
                    <a:pt x="175003" y="67564"/>
                  </a:lnTo>
                  <a:lnTo>
                    <a:pt x="175003" y="96993"/>
                  </a:lnTo>
                  <a:lnTo>
                    <a:pt x="67528" y="96993"/>
                  </a:lnTo>
                  <a:lnTo>
                    <a:pt x="67528" y="143834"/>
                  </a:lnTo>
                  <a:lnTo>
                    <a:pt x="179092" y="143834"/>
                  </a:lnTo>
                  <a:lnTo>
                    <a:pt x="179092" y="173263"/>
                  </a:lnTo>
                  <a:lnTo>
                    <a:pt x="0" y="173263"/>
                  </a:lnTo>
                  <a:lnTo>
                    <a:pt x="0" y="0"/>
                  </a:lnTo>
                  <a:lnTo>
                    <a:pt x="179092" y="0"/>
                  </a:lnTo>
                  <a:lnTo>
                    <a:pt x="179092" y="29429"/>
                  </a:lnTo>
                  <a:lnTo>
                    <a:pt x="67528" y="29429"/>
                  </a:lnTo>
                  <a:close/>
                </a:path>
              </a:pathLst>
            </a:custGeom>
            <a:grpFill/>
            <a:ln w="9483" cap="flat">
              <a:noFill/>
              <a:prstDash val="solid"/>
              <a:miter/>
            </a:ln>
          </p:spPr>
          <p:txBody>
            <a:bodyPr/>
            <a:lstStyle/>
            <a:p>
              <a:endParaRPr lang="en-GB" sz="1800"/>
            </a:p>
          </p:txBody>
        </p:sp>
        <p:sp>
          <p:nvSpPr>
            <p:cNvPr id="11" name="Forme libre 10">
              <a:extLst>
                <a:ext uri="{FF2B5EF4-FFF2-40B4-BE49-F238E27FC236}">
                  <a16:creationId xmlns:a16="http://schemas.microsoft.com/office/drawing/2014/main" id="{64DDEB34-CEF8-0228-13C4-4320D410B40F}"/>
                </a:ext>
              </a:extLst>
            </p:cNvPr>
            <p:cNvSpPr/>
            <p:nvPr/>
          </p:nvSpPr>
          <p:spPr>
            <a:xfrm>
              <a:off x="5175188" y="2486396"/>
              <a:ext cx="299406" cy="181400"/>
            </a:xfrm>
            <a:custGeom>
              <a:avLst/>
              <a:gdLst>
                <a:gd name="csX0" fmla="*/ 0 w 299406"/>
                <a:gd name="csY0" fmla="*/ 0 h 181400"/>
                <a:gd name="csX1" fmla="*/ 48696 w 299406"/>
                <a:gd name="csY1" fmla="*/ 0 h 181400"/>
                <a:gd name="csX2" fmla="*/ 230927 w 299406"/>
                <a:gd name="csY2" fmla="*/ 121123 h 181400"/>
                <a:gd name="csX3" fmla="*/ 231879 w 299406"/>
                <a:gd name="csY3" fmla="*/ 121123 h 181400"/>
                <a:gd name="csX4" fmla="*/ 231879 w 299406"/>
                <a:gd name="csY4" fmla="*/ 4637 h 181400"/>
                <a:gd name="csX5" fmla="*/ 299407 w 299406"/>
                <a:gd name="csY5" fmla="*/ 4637 h 181400"/>
                <a:gd name="csX6" fmla="*/ 299407 w 299406"/>
                <a:gd name="csY6" fmla="*/ 181401 h 181400"/>
                <a:gd name="csX7" fmla="*/ 250710 w 299406"/>
                <a:gd name="csY7" fmla="*/ 181401 h 181400"/>
                <a:gd name="csX8" fmla="*/ 68479 w 299406"/>
                <a:gd name="csY8" fmla="*/ 60278 h 181400"/>
                <a:gd name="csX9" fmla="*/ 67528 w 299406"/>
                <a:gd name="csY9" fmla="*/ 60278 h 181400"/>
                <a:gd name="csX10" fmla="*/ 67528 w 299406"/>
                <a:gd name="csY10" fmla="*/ 177900 h 181400"/>
                <a:gd name="csX11" fmla="*/ 0 w 299406"/>
                <a:gd name="csY11" fmla="*/ 177900 h 181400"/>
                <a:gd name="csX12" fmla="*/ 0 w 299406"/>
                <a:gd name="csY12" fmla="*/ 0 h 18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99406" h="181400">
                  <a:moveTo>
                    <a:pt x="0" y="0"/>
                  </a:moveTo>
                  <a:lnTo>
                    <a:pt x="48696" y="0"/>
                  </a:lnTo>
                  <a:lnTo>
                    <a:pt x="230927" y="121123"/>
                  </a:lnTo>
                  <a:lnTo>
                    <a:pt x="231879" y="121123"/>
                  </a:lnTo>
                  <a:lnTo>
                    <a:pt x="231879" y="4637"/>
                  </a:lnTo>
                  <a:lnTo>
                    <a:pt x="299407" y="4637"/>
                  </a:lnTo>
                  <a:lnTo>
                    <a:pt x="299407" y="181401"/>
                  </a:lnTo>
                  <a:lnTo>
                    <a:pt x="250710" y="181401"/>
                  </a:lnTo>
                  <a:lnTo>
                    <a:pt x="68479" y="60278"/>
                  </a:lnTo>
                  <a:lnTo>
                    <a:pt x="67528" y="60278"/>
                  </a:lnTo>
                  <a:lnTo>
                    <a:pt x="67528" y="177900"/>
                  </a:lnTo>
                  <a:lnTo>
                    <a:pt x="0" y="177900"/>
                  </a:lnTo>
                  <a:lnTo>
                    <a:pt x="0" y="0"/>
                  </a:lnTo>
                  <a:close/>
                </a:path>
              </a:pathLst>
            </a:custGeom>
            <a:grpFill/>
            <a:ln w="9483" cap="flat">
              <a:noFill/>
              <a:prstDash val="solid"/>
              <a:miter/>
            </a:ln>
          </p:spPr>
          <p:txBody>
            <a:bodyPr/>
            <a:lstStyle/>
            <a:p>
              <a:endParaRPr lang="en-GB" sz="1800"/>
            </a:p>
          </p:txBody>
        </p:sp>
      </p:grpSp>
      <p:sp>
        <p:nvSpPr>
          <p:cNvPr id="13" name="Text Placeholder 9">
            <a:extLst>
              <a:ext uri="{FF2B5EF4-FFF2-40B4-BE49-F238E27FC236}">
                <a16:creationId xmlns:a16="http://schemas.microsoft.com/office/drawing/2014/main" id="{5B3CA818-04F7-15E8-B815-8D8D7E43364B}"/>
              </a:ext>
            </a:extLst>
          </p:cNvPr>
          <p:cNvSpPr>
            <a:spLocks noGrp="1"/>
          </p:cNvSpPr>
          <p:nvPr>
            <p:ph type="body" sz="quarter" idx="15" hasCustomPrompt="1"/>
          </p:nvPr>
        </p:nvSpPr>
        <p:spPr>
          <a:xfrm>
            <a:off x="265734" y="132452"/>
            <a:ext cx="5942966" cy="684309"/>
          </a:xfrm>
          <a:prstGeom prst="rect">
            <a:avLst/>
          </a:prstGeom>
        </p:spPr>
        <p:txBody>
          <a:bodyPr lIns="0" tIns="0" rIns="0" bIns="0" anchor="t" anchorCtr="0"/>
          <a:lstStyle>
            <a:lvl1pPr marL="0" indent="0" algn="l">
              <a:lnSpc>
                <a:spcPct val="80000"/>
              </a:lnSpc>
              <a:spcBef>
                <a:spcPts val="0"/>
              </a:spcBef>
              <a:buNone/>
              <a:defRPr sz="2400" b="1" i="0" cap="all" spc="0" baseline="0">
                <a:solidFill>
                  <a:srgbClr val="043962"/>
                </a:solidFill>
                <a:latin typeface="Arial Black" panose="020B0604020202020204" pitchFamily="34" charset="0"/>
                <a:ea typeface="Arial Black" panose="020B0604020202020204" pitchFamily="34" charset="0"/>
                <a:cs typeface="Arial Black" panose="020B0604020202020204" pitchFamily="34" charset="0"/>
              </a:defRPr>
            </a:lvl1pPr>
          </a:lstStyle>
          <a:p>
            <a:pPr lvl="0"/>
            <a:r>
              <a:rPr lang="en-US"/>
              <a:t>TITLE</a:t>
            </a:r>
            <a:br>
              <a:rPr lang="en-US"/>
            </a:br>
            <a:r>
              <a:rPr lang="en-US" err="1"/>
              <a:t>xxxxxxxx</a:t>
            </a:r>
            <a:endParaRPr lang="en-US"/>
          </a:p>
        </p:txBody>
      </p:sp>
      <p:sp>
        <p:nvSpPr>
          <p:cNvPr id="14" name="Text Placeholder 9">
            <a:extLst>
              <a:ext uri="{FF2B5EF4-FFF2-40B4-BE49-F238E27FC236}">
                <a16:creationId xmlns:a16="http://schemas.microsoft.com/office/drawing/2014/main" id="{B4BA396C-109C-01A3-F551-A803F9D24203}"/>
              </a:ext>
            </a:extLst>
          </p:cNvPr>
          <p:cNvSpPr>
            <a:spLocks noGrp="1"/>
          </p:cNvSpPr>
          <p:nvPr>
            <p:ph type="body" sz="quarter" idx="16" hasCustomPrompt="1"/>
          </p:nvPr>
        </p:nvSpPr>
        <p:spPr>
          <a:xfrm>
            <a:off x="265734" y="712282"/>
            <a:ext cx="5942966" cy="161162"/>
          </a:xfrm>
          <a:prstGeom prst="rect">
            <a:avLst/>
          </a:prstGeom>
        </p:spPr>
        <p:txBody>
          <a:bodyPr lIns="0" tIns="0" rIns="0" bIns="0" anchor="t" anchorCtr="0"/>
          <a:lstStyle>
            <a:lvl1pPr marL="0" indent="0" algn="l">
              <a:lnSpc>
                <a:spcPct val="90000"/>
              </a:lnSpc>
              <a:spcBef>
                <a:spcPts val="0"/>
              </a:spcBef>
              <a:buNone/>
              <a:defRPr lang="en-US" sz="1600" b="1" i="0" kern="1200" cap="none" spc="0" baseline="0" dirty="0">
                <a:gradFill>
                  <a:gsLst>
                    <a:gs pos="0">
                      <a:srgbClr val="063C67"/>
                    </a:gs>
                    <a:gs pos="100000">
                      <a:srgbClr val="1D93C9"/>
                    </a:gs>
                  </a:gsLst>
                  <a:lin ang="0" scaled="0"/>
                </a:gradFill>
                <a:latin typeface="Arial" panose="020B0604020202020204" pitchFamily="34" charset="0"/>
                <a:ea typeface="Arial" panose="020B0604020202020204" pitchFamily="34" charset="0"/>
                <a:cs typeface="Arial" panose="020B0604020202020204" pitchFamily="34" charset="0"/>
              </a:defRPr>
            </a:lvl1pPr>
          </a:lstStyle>
          <a:p>
            <a:pPr lvl="0"/>
            <a:r>
              <a:rPr lang="en-US" dirty="0"/>
              <a:t>Subtitle</a:t>
            </a:r>
          </a:p>
        </p:txBody>
      </p:sp>
      <p:sp>
        <p:nvSpPr>
          <p:cNvPr id="2" name="Rectangle 1">
            <a:extLst>
              <a:ext uri="{FF2B5EF4-FFF2-40B4-BE49-F238E27FC236}">
                <a16:creationId xmlns:a16="http://schemas.microsoft.com/office/drawing/2014/main" id="{6B11FFEC-6D04-03DA-480E-D77400FCFBD9}"/>
              </a:ext>
            </a:extLst>
          </p:cNvPr>
          <p:cNvSpPr>
            <a:spLocks/>
          </p:cNvSpPr>
          <p:nvPr userDrawn="1"/>
        </p:nvSpPr>
        <p:spPr>
          <a:xfrm rot="16200000">
            <a:off x="3910723" y="2632255"/>
            <a:ext cx="489237" cy="4350474"/>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
        <p:nvSpPr>
          <p:cNvPr id="16" name="Espace réservé de l'élément multimédia 14">
            <a:extLst>
              <a:ext uri="{FF2B5EF4-FFF2-40B4-BE49-F238E27FC236}">
                <a16:creationId xmlns:a16="http://schemas.microsoft.com/office/drawing/2014/main" id="{50684CCD-0239-E15B-263C-D1A81FBD88EB}"/>
              </a:ext>
            </a:extLst>
          </p:cNvPr>
          <p:cNvSpPr>
            <a:spLocks noGrp="1"/>
          </p:cNvSpPr>
          <p:nvPr>
            <p:ph type="media" sz="quarter" idx="17"/>
          </p:nvPr>
        </p:nvSpPr>
        <p:spPr>
          <a:xfrm>
            <a:off x="6323020" y="621691"/>
            <a:ext cx="2844000" cy="1926050"/>
          </a:xfrm>
          <a:prstGeom prst="rect">
            <a:avLst/>
          </a:prstGeom>
        </p:spPr>
        <p:txBody>
          <a:bodyPr/>
          <a:lstStyle/>
          <a:p>
            <a:endParaRPr lang="en-GB"/>
          </a:p>
        </p:txBody>
      </p:sp>
    </p:spTree>
    <p:extLst>
      <p:ext uri="{BB962C8B-B14F-4D97-AF65-F5344CB8AC3E}">
        <p14:creationId xmlns:p14="http://schemas.microsoft.com/office/powerpoint/2010/main" val="22784698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2289726"/>
      </p:ext>
    </p:extLst>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Lst>
  <p:txStyles>
    <p:titleStyle>
      <a:lvl1pPr algn="l" defTabSz="457189"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297" indent="-114297" algn="l" defTabSz="457189"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892" indent="-114297" algn="l" defTabSz="457189"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486" indent="-114297" algn="l" defTabSz="457189"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080"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675"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269"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863"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457"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051"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fr-FR"/>
      </a:defPPr>
      <a:lvl1pPr marL="0" algn="l" defTabSz="457189" rtl="0" eaLnBrk="1" latinLnBrk="0" hangingPunct="1">
        <a:defRPr sz="900" kern="1200">
          <a:solidFill>
            <a:schemeClr val="tx1"/>
          </a:solidFill>
          <a:latin typeface="+mn-lt"/>
          <a:ea typeface="+mn-ea"/>
          <a:cs typeface="+mn-cs"/>
        </a:defRPr>
      </a:lvl1pPr>
      <a:lvl2pPr marL="228594" algn="l" defTabSz="457189" rtl="0" eaLnBrk="1" latinLnBrk="0" hangingPunct="1">
        <a:defRPr sz="900" kern="1200">
          <a:solidFill>
            <a:schemeClr val="tx1"/>
          </a:solidFill>
          <a:latin typeface="+mn-lt"/>
          <a:ea typeface="+mn-ea"/>
          <a:cs typeface="+mn-cs"/>
        </a:defRPr>
      </a:lvl2pPr>
      <a:lvl3pPr marL="457189" algn="l" defTabSz="457189" rtl="0" eaLnBrk="1" latinLnBrk="0" hangingPunct="1">
        <a:defRPr sz="900" kern="1200">
          <a:solidFill>
            <a:schemeClr val="tx1"/>
          </a:solidFill>
          <a:latin typeface="+mn-lt"/>
          <a:ea typeface="+mn-ea"/>
          <a:cs typeface="+mn-cs"/>
        </a:defRPr>
      </a:lvl3pPr>
      <a:lvl4pPr marL="685783" algn="l" defTabSz="457189" rtl="0" eaLnBrk="1" latinLnBrk="0" hangingPunct="1">
        <a:defRPr sz="900" kern="1200">
          <a:solidFill>
            <a:schemeClr val="tx1"/>
          </a:solidFill>
          <a:latin typeface="+mn-lt"/>
          <a:ea typeface="+mn-ea"/>
          <a:cs typeface="+mn-cs"/>
        </a:defRPr>
      </a:lvl4pPr>
      <a:lvl5pPr marL="914378" algn="l" defTabSz="457189" rtl="0" eaLnBrk="1" latinLnBrk="0" hangingPunct="1">
        <a:defRPr sz="900" kern="1200">
          <a:solidFill>
            <a:schemeClr val="tx1"/>
          </a:solidFill>
          <a:latin typeface="+mn-lt"/>
          <a:ea typeface="+mn-ea"/>
          <a:cs typeface="+mn-cs"/>
        </a:defRPr>
      </a:lvl5pPr>
      <a:lvl6pPr marL="1142972" algn="l" defTabSz="457189" rtl="0" eaLnBrk="1" latinLnBrk="0" hangingPunct="1">
        <a:defRPr sz="900" kern="1200">
          <a:solidFill>
            <a:schemeClr val="tx1"/>
          </a:solidFill>
          <a:latin typeface="+mn-lt"/>
          <a:ea typeface="+mn-ea"/>
          <a:cs typeface="+mn-cs"/>
        </a:defRPr>
      </a:lvl6pPr>
      <a:lvl7pPr marL="1371566" algn="l" defTabSz="457189" rtl="0" eaLnBrk="1" latinLnBrk="0" hangingPunct="1">
        <a:defRPr sz="900" kern="1200">
          <a:solidFill>
            <a:schemeClr val="tx1"/>
          </a:solidFill>
          <a:latin typeface="+mn-lt"/>
          <a:ea typeface="+mn-ea"/>
          <a:cs typeface="+mn-cs"/>
        </a:defRPr>
      </a:lvl7pPr>
      <a:lvl8pPr marL="1600160" algn="l" defTabSz="457189" rtl="0" eaLnBrk="1" latinLnBrk="0" hangingPunct="1">
        <a:defRPr sz="900" kern="1200">
          <a:solidFill>
            <a:schemeClr val="tx1"/>
          </a:solidFill>
          <a:latin typeface="+mn-lt"/>
          <a:ea typeface="+mn-ea"/>
          <a:cs typeface="+mn-cs"/>
        </a:defRPr>
      </a:lvl8pPr>
      <a:lvl9pPr marL="1828754" algn="l" defTabSz="457189"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9BFBC-4C70-2BDC-B0D7-99A2FFE2EB60}"/>
            </a:ext>
          </a:extLst>
        </p:cNvPr>
        <p:cNvGrpSpPr/>
        <p:nvPr/>
      </p:nvGrpSpPr>
      <p:grpSpPr>
        <a:xfrm>
          <a:off x="0" y="0"/>
          <a:ext cx="0" cy="0"/>
          <a:chOff x="0" y="0"/>
          <a:chExt cx="0" cy="0"/>
        </a:xfrm>
      </p:grpSpPr>
      <p:grpSp>
        <p:nvGrpSpPr>
          <p:cNvPr id="60" name="Groupe 59">
            <a:extLst>
              <a:ext uri="{FF2B5EF4-FFF2-40B4-BE49-F238E27FC236}">
                <a16:creationId xmlns:a16="http://schemas.microsoft.com/office/drawing/2014/main" id="{DACA27E6-0D33-D179-038C-FFD10E311D29}"/>
              </a:ext>
            </a:extLst>
          </p:cNvPr>
          <p:cNvGrpSpPr/>
          <p:nvPr/>
        </p:nvGrpSpPr>
        <p:grpSpPr>
          <a:xfrm>
            <a:off x="4370519" y="731752"/>
            <a:ext cx="327647" cy="3426171"/>
            <a:chOff x="3786364" y="2212182"/>
            <a:chExt cx="327647" cy="2909518"/>
          </a:xfrm>
        </p:grpSpPr>
        <p:sp>
          <p:nvSpPr>
            <p:cNvPr id="61" name="Rectangle 60">
              <a:extLst>
                <a:ext uri="{FF2B5EF4-FFF2-40B4-BE49-F238E27FC236}">
                  <a16:creationId xmlns:a16="http://schemas.microsoft.com/office/drawing/2014/main" id="{DC93DCBC-B689-4A6B-2EEE-864BEF50F33A}"/>
                </a:ext>
              </a:extLst>
            </p:cNvPr>
            <p:cNvSpPr/>
            <p:nvPr/>
          </p:nvSpPr>
          <p:spPr>
            <a:xfrm>
              <a:off x="3873823" y="2392597"/>
              <a:ext cx="240188" cy="2692800"/>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
          <p:nvSpPr>
            <p:cNvPr id="62" name="Rectangle 61">
              <a:extLst>
                <a:ext uri="{FF2B5EF4-FFF2-40B4-BE49-F238E27FC236}">
                  <a16:creationId xmlns:a16="http://schemas.microsoft.com/office/drawing/2014/main" id="{F776F312-945A-3281-6B94-534D55A2255D}"/>
                </a:ext>
              </a:extLst>
            </p:cNvPr>
            <p:cNvSpPr/>
            <p:nvPr/>
          </p:nvSpPr>
          <p:spPr>
            <a:xfrm>
              <a:off x="3786364" y="2212182"/>
              <a:ext cx="317397" cy="290951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grpSp>
      <p:grpSp>
        <p:nvGrpSpPr>
          <p:cNvPr id="63" name="Groupe 62">
            <a:extLst>
              <a:ext uri="{FF2B5EF4-FFF2-40B4-BE49-F238E27FC236}">
                <a16:creationId xmlns:a16="http://schemas.microsoft.com/office/drawing/2014/main" id="{FEAF2B8F-E485-4F98-D8B3-FD4787279577}"/>
              </a:ext>
            </a:extLst>
          </p:cNvPr>
          <p:cNvGrpSpPr/>
          <p:nvPr/>
        </p:nvGrpSpPr>
        <p:grpSpPr>
          <a:xfrm>
            <a:off x="1449702" y="1005047"/>
            <a:ext cx="327647" cy="4006000"/>
            <a:chOff x="3786364" y="2212182"/>
            <a:chExt cx="327647" cy="2909518"/>
          </a:xfrm>
        </p:grpSpPr>
        <p:sp>
          <p:nvSpPr>
            <p:cNvPr id="64" name="Rectangle 63">
              <a:extLst>
                <a:ext uri="{FF2B5EF4-FFF2-40B4-BE49-F238E27FC236}">
                  <a16:creationId xmlns:a16="http://schemas.microsoft.com/office/drawing/2014/main" id="{3D8F4910-0353-A104-CB17-F9F7297F4D7B}"/>
                </a:ext>
              </a:extLst>
            </p:cNvPr>
            <p:cNvSpPr/>
            <p:nvPr/>
          </p:nvSpPr>
          <p:spPr>
            <a:xfrm>
              <a:off x="3873823" y="2392597"/>
              <a:ext cx="240188" cy="2692800"/>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
          <p:nvSpPr>
            <p:cNvPr id="65" name="Rectangle 64">
              <a:extLst>
                <a:ext uri="{FF2B5EF4-FFF2-40B4-BE49-F238E27FC236}">
                  <a16:creationId xmlns:a16="http://schemas.microsoft.com/office/drawing/2014/main" id="{0BEAC8F6-A802-AEB1-F711-58EA37A22CBC}"/>
                </a:ext>
              </a:extLst>
            </p:cNvPr>
            <p:cNvSpPr/>
            <p:nvPr/>
          </p:nvSpPr>
          <p:spPr>
            <a:xfrm>
              <a:off x="3786364" y="2212182"/>
              <a:ext cx="317397" cy="290951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grpSp>
      <p:pic>
        <p:nvPicPr>
          <p:cNvPr id="67" name="Espace réservé pour une image  66">
            <a:extLst>
              <a:ext uri="{FF2B5EF4-FFF2-40B4-BE49-F238E27FC236}">
                <a16:creationId xmlns:a16="http://schemas.microsoft.com/office/drawing/2014/main" id="{7535BC11-C4FD-9D72-4EF8-932E1653038B}"/>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8473" r="8473"/>
          <a:stretch>
            <a:fillRect/>
          </a:stretch>
        </p:blipFill>
        <p:spPr>
          <a:prstGeom prst="rect">
            <a:avLst/>
          </a:prstGeom>
        </p:spPr>
      </p:pic>
      <p:sp>
        <p:nvSpPr>
          <p:cNvPr id="3" name="Espace réservé du texte 2">
            <a:extLst>
              <a:ext uri="{FF2B5EF4-FFF2-40B4-BE49-F238E27FC236}">
                <a16:creationId xmlns:a16="http://schemas.microsoft.com/office/drawing/2014/main" id="{8CD3FD2D-EAD9-32F7-F956-3CE9512DA2E7}"/>
              </a:ext>
            </a:extLst>
          </p:cNvPr>
          <p:cNvSpPr>
            <a:spLocks noGrp="1"/>
          </p:cNvSpPr>
          <p:nvPr>
            <p:ph type="body" sz="quarter" idx="10"/>
          </p:nvPr>
        </p:nvSpPr>
        <p:spPr/>
        <p:txBody>
          <a:bodyPr/>
          <a:lstStyle/>
          <a:p>
            <a:r>
              <a:rPr lang="en-GB" noProof="1"/>
              <a:t>SHORT TITLE OF REFERENCE</a:t>
            </a:r>
          </a:p>
        </p:txBody>
      </p:sp>
      <p:sp>
        <p:nvSpPr>
          <p:cNvPr id="4" name="Espace réservé du texte 3">
            <a:extLst>
              <a:ext uri="{FF2B5EF4-FFF2-40B4-BE49-F238E27FC236}">
                <a16:creationId xmlns:a16="http://schemas.microsoft.com/office/drawing/2014/main" id="{D4DB6984-B744-5DA2-F8A8-F3E55E423A01}"/>
              </a:ext>
            </a:extLst>
          </p:cNvPr>
          <p:cNvSpPr>
            <a:spLocks noGrp="1"/>
          </p:cNvSpPr>
          <p:nvPr>
            <p:ph type="body" sz="quarter" idx="11"/>
          </p:nvPr>
        </p:nvSpPr>
        <p:spPr/>
        <p:txBody>
          <a:bodyPr/>
          <a:lstStyle/>
          <a:p>
            <a:r>
              <a:rPr lang="en-GB" noProof="1"/>
              <a:t>Subtitle about the project and client</a:t>
            </a:r>
          </a:p>
        </p:txBody>
      </p:sp>
      <p:sp>
        <p:nvSpPr>
          <p:cNvPr id="23" name="Rectangle 22">
            <a:extLst>
              <a:ext uri="{FF2B5EF4-FFF2-40B4-BE49-F238E27FC236}">
                <a16:creationId xmlns:a16="http://schemas.microsoft.com/office/drawing/2014/main" id="{E4114A0A-5FA5-038B-47A9-C6DE7B61AF47}"/>
              </a:ext>
            </a:extLst>
          </p:cNvPr>
          <p:cNvSpPr/>
          <p:nvPr/>
        </p:nvSpPr>
        <p:spPr>
          <a:xfrm rot="16200000">
            <a:off x="7314334" y="-376996"/>
            <a:ext cx="888139" cy="2844000"/>
          </a:xfrm>
          <a:prstGeom prst="rect">
            <a:avLst/>
          </a:prstGeom>
          <a:gradFill flip="none" rotWithShape="1">
            <a:gsLst>
              <a:gs pos="0">
                <a:schemeClr val="tx1"/>
              </a:gs>
              <a:gs pos="35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CABD344-41B7-001F-0D32-594C8B24187A}"/>
              </a:ext>
            </a:extLst>
          </p:cNvPr>
          <p:cNvSpPr/>
          <p:nvPr/>
        </p:nvSpPr>
        <p:spPr>
          <a:xfrm rot="5400000">
            <a:off x="7473188" y="863673"/>
            <a:ext cx="564385" cy="2844000"/>
          </a:xfrm>
          <a:prstGeom prst="rect">
            <a:avLst/>
          </a:prstGeom>
          <a:gradFill flip="none" rotWithShape="1">
            <a:gsLst>
              <a:gs pos="0">
                <a:schemeClr val="tx1"/>
              </a:gs>
              <a:gs pos="30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72394B57-8A89-063B-2A9C-B15C5B26F0C9}"/>
              </a:ext>
            </a:extLst>
          </p:cNvPr>
          <p:cNvSpPr/>
          <p:nvPr/>
        </p:nvSpPr>
        <p:spPr>
          <a:xfrm rot="16200000">
            <a:off x="7271667" y="1621771"/>
            <a:ext cx="973473" cy="2844000"/>
          </a:xfrm>
          <a:prstGeom prst="rect">
            <a:avLst/>
          </a:prstGeom>
          <a:gradFill flip="none" rotWithShape="1">
            <a:gsLst>
              <a:gs pos="0">
                <a:schemeClr val="tx1"/>
              </a:gs>
              <a:gs pos="30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90C2CECF-FC8D-934C-2993-F6CD0F09D274}"/>
              </a:ext>
            </a:extLst>
          </p:cNvPr>
          <p:cNvSpPr/>
          <p:nvPr/>
        </p:nvSpPr>
        <p:spPr>
          <a:xfrm>
            <a:off x="6808356" y="2104447"/>
            <a:ext cx="2003092" cy="564385"/>
          </a:xfrm>
          <a:prstGeom prst="rect">
            <a:avLst/>
          </a:prstGeom>
          <a:noFill/>
          <a:ln>
            <a:noFill/>
          </a:ln>
        </p:spPr>
        <p:txBody>
          <a:bodyPr wrap="square" anchor="ctr" anchorCtr="0">
            <a:spAutoFit/>
          </a:bodyPr>
          <a:lstStyle/>
          <a:p>
            <a:pPr algn="ctr" defTabSz="457189">
              <a:lnSpc>
                <a:spcPct val="80000"/>
              </a:lnSpc>
              <a:spcAft>
                <a:spcPts val="234"/>
              </a:spcAft>
              <a:defRPr/>
            </a:pPr>
            <a:r>
              <a:rPr lang="en-GB" sz="2400" b="1" spc="300" noProof="1">
                <a:solidFill>
                  <a:schemeClr val="bg1"/>
                </a:solidFill>
                <a:latin typeface="Arial Black" panose="020B0604020202020204" pitchFamily="34" charset="0"/>
                <a:cs typeface="Arial Black" panose="020B0604020202020204" pitchFamily="34" charset="0"/>
              </a:rPr>
              <a:t>ALTEN</a:t>
            </a:r>
            <a:br>
              <a:rPr lang="en-GB" sz="2400" b="1" spc="300" noProof="1">
                <a:gradFill>
                  <a:gsLst>
                    <a:gs pos="67000">
                      <a:schemeClr val="accent5"/>
                    </a:gs>
                    <a:gs pos="29000">
                      <a:schemeClr val="accent4"/>
                    </a:gs>
                    <a:gs pos="100000">
                      <a:srgbClr val="21C1B4"/>
                    </a:gs>
                  </a:gsLst>
                  <a:lin ang="0" scaled="1"/>
                </a:gradFill>
                <a:latin typeface="Arial Black" panose="020B0604020202020204" pitchFamily="34" charset="0"/>
                <a:cs typeface="Arial Black" panose="020B0604020202020204" pitchFamily="34" charset="0"/>
              </a:rPr>
            </a:br>
            <a:r>
              <a:rPr lang="en-GB" sz="1400" b="1" noProof="1">
                <a:gradFill>
                  <a:gsLst>
                    <a:gs pos="25000">
                      <a:schemeClr val="accent4"/>
                    </a:gs>
                    <a:gs pos="83000">
                      <a:schemeClr val="accent1"/>
                    </a:gs>
                  </a:gsLst>
                  <a:lin ang="0" scaled="1"/>
                </a:gradFill>
                <a:latin typeface="Arial Black" panose="020B0604020202020204" pitchFamily="34" charset="0"/>
                <a:cs typeface="Arial Black" panose="020B0604020202020204" pitchFamily="34" charset="0"/>
              </a:rPr>
              <a:t>ADDED VALUE</a:t>
            </a:r>
          </a:p>
        </p:txBody>
      </p:sp>
      <p:sp>
        <p:nvSpPr>
          <p:cNvPr id="18" name="Textfeld 67">
            <a:extLst>
              <a:ext uri="{FF2B5EF4-FFF2-40B4-BE49-F238E27FC236}">
                <a16:creationId xmlns:a16="http://schemas.microsoft.com/office/drawing/2014/main" id="{5B906147-42AD-FD69-C689-5414FF083952}"/>
              </a:ext>
            </a:extLst>
          </p:cNvPr>
          <p:cNvSpPr txBox="1"/>
          <p:nvPr/>
        </p:nvSpPr>
        <p:spPr>
          <a:xfrm>
            <a:off x="2414357" y="4704285"/>
            <a:ext cx="689066" cy="193258"/>
          </a:xfrm>
          <a:prstGeom prst="rect">
            <a:avLst/>
          </a:prstGeom>
          <a:noFill/>
        </p:spPr>
        <p:txBody>
          <a:bodyPr wrap="square" rtlCol="0" anchor="ctr" anchorCtr="0">
            <a:noAutofit/>
          </a:bodyPr>
          <a:lstStyle/>
          <a:p>
            <a:pPr defTabSz="685818">
              <a:lnSpc>
                <a:spcPct val="80000"/>
              </a:lnSpc>
              <a:buClr>
                <a:srgbClr val="1D94C9"/>
              </a:buClr>
              <a:buSzPct val="130000"/>
              <a:defRPr/>
            </a:pPr>
            <a:r>
              <a:rPr lang="en-GB" sz="800" b="1" dirty="0"/>
              <a:t>XXX FTE</a:t>
            </a:r>
          </a:p>
        </p:txBody>
      </p:sp>
      <p:sp>
        <p:nvSpPr>
          <p:cNvPr id="21" name="Textfeld 67">
            <a:extLst>
              <a:ext uri="{FF2B5EF4-FFF2-40B4-BE49-F238E27FC236}">
                <a16:creationId xmlns:a16="http://schemas.microsoft.com/office/drawing/2014/main" id="{BE0E73A2-9EB9-7AA6-D40E-CA36E62EF823}"/>
              </a:ext>
            </a:extLst>
          </p:cNvPr>
          <p:cNvSpPr txBox="1"/>
          <p:nvPr/>
        </p:nvSpPr>
        <p:spPr>
          <a:xfrm>
            <a:off x="4550298" y="4655041"/>
            <a:ext cx="587265" cy="291747"/>
          </a:xfrm>
          <a:prstGeom prst="rect">
            <a:avLst/>
          </a:prstGeom>
          <a:noFill/>
        </p:spPr>
        <p:txBody>
          <a:bodyPr wrap="square" rtlCol="0" anchor="ctr" anchorCtr="0">
            <a:noAutofit/>
          </a:bodyPr>
          <a:lstStyle/>
          <a:p>
            <a:pPr>
              <a:lnSpc>
                <a:spcPct val="80000"/>
              </a:lnSpc>
            </a:pPr>
            <a:r>
              <a:rPr lang="en-GB" sz="800" b="1" noProof="1"/>
              <a:t>Since </a:t>
            </a:r>
            <a:br>
              <a:rPr lang="en-GB" sz="800" b="1" noProof="1"/>
            </a:br>
            <a:r>
              <a:rPr lang="en-GB" sz="800" b="1" noProof="1"/>
              <a:t>Xxxx</a:t>
            </a:r>
          </a:p>
        </p:txBody>
      </p:sp>
      <p:sp>
        <p:nvSpPr>
          <p:cNvPr id="22" name="Textfeld 67">
            <a:extLst>
              <a:ext uri="{FF2B5EF4-FFF2-40B4-BE49-F238E27FC236}">
                <a16:creationId xmlns:a16="http://schemas.microsoft.com/office/drawing/2014/main" id="{B3660397-F461-A447-2842-AAFCCC110D88}"/>
              </a:ext>
            </a:extLst>
          </p:cNvPr>
          <p:cNvSpPr txBox="1"/>
          <p:nvPr/>
        </p:nvSpPr>
        <p:spPr>
          <a:xfrm>
            <a:off x="5560013" y="4704285"/>
            <a:ext cx="689066" cy="193258"/>
          </a:xfrm>
          <a:prstGeom prst="rect">
            <a:avLst/>
          </a:prstGeom>
          <a:noFill/>
        </p:spPr>
        <p:txBody>
          <a:bodyPr wrap="square" rtlCol="0" anchor="ctr" anchorCtr="0">
            <a:noAutofit/>
          </a:bodyPr>
          <a:lstStyle/>
          <a:p>
            <a:pPr>
              <a:lnSpc>
                <a:spcPct val="80000"/>
              </a:lnSpc>
            </a:pPr>
            <a:r>
              <a:rPr lang="en-GB" sz="800" b="1" noProof="1"/>
              <a:t>Xxxxxx</a:t>
            </a:r>
          </a:p>
        </p:txBody>
      </p:sp>
      <p:sp>
        <p:nvSpPr>
          <p:cNvPr id="24" name="Textfeld 67">
            <a:extLst>
              <a:ext uri="{FF2B5EF4-FFF2-40B4-BE49-F238E27FC236}">
                <a16:creationId xmlns:a16="http://schemas.microsoft.com/office/drawing/2014/main" id="{0764DA5B-BD20-12AA-0686-FBB61917B6CF}"/>
              </a:ext>
            </a:extLst>
          </p:cNvPr>
          <p:cNvSpPr txBox="1"/>
          <p:nvPr/>
        </p:nvSpPr>
        <p:spPr>
          <a:xfrm>
            <a:off x="3543285" y="4655041"/>
            <a:ext cx="654763" cy="291747"/>
          </a:xfrm>
          <a:prstGeom prst="rect">
            <a:avLst/>
          </a:prstGeom>
          <a:noFill/>
        </p:spPr>
        <p:txBody>
          <a:bodyPr wrap="square" rtlCol="0" anchor="ctr" anchorCtr="0">
            <a:noAutofit/>
          </a:bodyPr>
          <a:lstStyle/>
          <a:p>
            <a:pPr>
              <a:lnSpc>
                <a:spcPct val="80000"/>
              </a:lnSpc>
            </a:pPr>
            <a:r>
              <a:rPr lang="en-GB" sz="800" b="1" noProof="1"/>
              <a:t>Service contract</a:t>
            </a:r>
          </a:p>
        </p:txBody>
      </p:sp>
      <p:pic>
        <p:nvPicPr>
          <p:cNvPr id="25" name="Graphique 24">
            <a:extLst>
              <a:ext uri="{FF2B5EF4-FFF2-40B4-BE49-F238E27FC236}">
                <a16:creationId xmlns:a16="http://schemas.microsoft.com/office/drawing/2014/main" id="{B497857B-00D6-C05E-44F2-8FB31F5294D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98404" y="4638914"/>
            <a:ext cx="324000" cy="324000"/>
          </a:xfrm>
          <a:prstGeom prst="rect">
            <a:avLst/>
          </a:prstGeom>
        </p:spPr>
      </p:pic>
      <p:pic>
        <p:nvPicPr>
          <p:cNvPr id="28" name="Graphique 27">
            <a:extLst>
              <a:ext uri="{FF2B5EF4-FFF2-40B4-BE49-F238E27FC236}">
                <a16:creationId xmlns:a16="http://schemas.microsoft.com/office/drawing/2014/main" id="{25EAAA4F-4168-F8F0-4219-68DB5B254A8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4208298" y="4629914"/>
            <a:ext cx="342000" cy="342000"/>
          </a:xfrm>
          <a:prstGeom prst="rect">
            <a:avLst/>
          </a:prstGeom>
        </p:spPr>
      </p:pic>
      <p:pic>
        <p:nvPicPr>
          <p:cNvPr id="29" name="Graphique 28">
            <a:extLst>
              <a:ext uri="{FF2B5EF4-FFF2-40B4-BE49-F238E27FC236}">
                <a16:creationId xmlns:a16="http://schemas.microsoft.com/office/drawing/2014/main" id="{4945C9B7-FE61-2AA3-B175-349E2A1251D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16974" y="4630818"/>
            <a:ext cx="340192" cy="340192"/>
          </a:xfrm>
          <a:prstGeom prst="rect">
            <a:avLst/>
          </a:prstGeom>
        </p:spPr>
      </p:pic>
      <p:pic>
        <p:nvPicPr>
          <p:cNvPr id="30" name="Graphique 29">
            <a:extLst>
              <a:ext uri="{FF2B5EF4-FFF2-40B4-BE49-F238E27FC236}">
                <a16:creationId xmlns:a16="http://schemas.microsoft.com/office/drawing/2014/main" id="{392C9AA1-B6DF-0E89-3830-6B508E94A7A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12077" y="4619848"/>
            <a:ext cx="362132" cy="362132"/>
          </a:xfrm>
          <a:prstGeom prst="rect">
            <a:avLst/>
          </a:prstGeom>
        </p:spPr>
      </p:pic>
      <p:sp>
        <p:nvSpPr>
          <p:cNvPr id="34" name="Rectangle 33">
            <a:extLst>
              <a:ext uri="{FF2B5EF4-FFF2-40B4-BE49-F238E27FC236}">
                <a16:creationId xmlns:a16="http://schemas.microsoft.com/office/drawing/2014/main" id="{51FE9252-C387-B8A1-61B5-9A2A660BA655}"/>
              </a:ext>
            </a:extLst>
          </p:cNvPr>
          <p:cNvSpPr/>
          <p:nvPr/>
        </p:nvSpPr>
        <p:spPr>
          <a:xfrm>
            <a:off x="1929320" y="1665278"/>
            <a:ext cx="2768846" cy="2674578"/>
          </a:xfrm>
          <a:prstGeom prst="rect">
            <a:avLst/>
          </a:prstGeom>
          <a:noFill/>
          <a:ln>
            <a:noFill/>
          </a:ln>
        </p:spPr>
        <p:txBody>
          <a:bodyPr wrap="square" tIns="0">
            <a:noAutofit/>
          </a:bodyPr>
          <a:lstStyle/>
          <a:p>
            <a:pPr marL="0" lvl="1">
              <a:lnSpc>
                <a:spcPct val="90000"/>
              </a:lnSpc>
              <a:spcAft>
                <a:spcPts val="600"/>
              </a:spcAft>
              <a:buClr>
                <a:schemeClr val="accent4"/>
              </a:buClr>
            </a:pPr>
            <a:r>
              <a:rPr lang="en-GB" sz="900" noProof="1"/>
              <a:t>Sed ut perspiciatis unde omnis iste natus error sit voluptatem accusantium doloremque laudantium, totam rem aperiam :</a:t>
            </a:r>
          </a:p>
          <a:p>
            <a:pPr marL="108000" lvl="1" indent="-108000">
              <a:lnSpc>
                <a:spcPct val="90000"/>
              </a:lnSpc>
              <a:spcAft>
                <a:spcPts val="600"/>
              </a:spcAft>
              <a:buClr>
                <a:schemeClr val="accent4"/>
              </a:buClr>
              <a:buFont typeface="Arial" panose="020B0604020202020204" pitchFamily="34" charset="0"/>
              <a:buChar char="•"/>
            </a:pPr>
            <a:r>
              <a:rPr lang="en-GB" sz="900" noProof="1"/>
              <a:t>Eaque ipsa quae ab illo inventore veritatis et quasi architecto beatae vitae dicta sunt explicabo</a:t>
            </a:r>
          </a:p>
          <a:p>
            <a:pPr marL="108000" lvl="1" indent="-108000">
              <a:lnSpc>
                <a:spcPct val="90000"/>
              </a:lnSpc>
              <a:spcAft>
                <a:spcPts val="600"/>
              </a:spcAft>
              <a:buClr>
                <a:schemeClr val="accent4"/>
              </a:buClr>
              <a:buFont typeface="Arial" panose="020B0604020202020204" pitchFamily="34" charset="0"/>
              <a:buChar char="•"/>
            </a:pPr>
            <a:r>
              <a:rPr lang="en-GB" sz="900" noProof="1"/>
              <a:t>Nemo enim ipsam voluptatem quia voluptas sit aspernatur aut odit aut fugit, sed quia consequuntur magni dolores eos qui ratione voluptatem sequi nesciunt</a:t>
            </a:r>
          </a:p>
          <a:p>
            <a:pPr marL="108000" lvl="1" indent="-108000">
              <a:lnSpc>
                <a:spcPct val="90000"/>
              </a:lnSpc>
              <a:spcAft>
                <a:spcPts val="600"/>
              </a:spcAft>
              <a:buClr>
                <a:schemeClr val="accent4"/>
              </a:buClr>
              <a:buFont typeface="Arial" panose="020B0604020202020204" pitchFamily="34" charset="0"/>
              <a:buChar char="•"/>
            </a:pPr>
            <a:r>
              <a:rPr lang="en-GB" sz="900" noProof="1"/>
              <a:t>Neque porro quisquam est, qui dolorem ipsum quia dolor sit amet, consectetur, adipisci velit, sed quia non numquam eius modi tempora incidunt ut labore et dolore magnam aliquam quaerat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Ut enim ad minima veniam, quis nostrum exercitationem ullam corporis suscipit laboriosam, nisi ut aliquid ex ea commodi consequatur</a:t>
            </a:r>
          </a:p>
          <a:p>
            <a:pPr marL="108000" lvl="1" indent="-108000">
              <a:lnSpc>
                <a:spcPct val="90000"/>
              </a:lnSpc>
              <a:spcAft>
                <a:spcPts val="600"/>
              </a:spcAft>
              <a:buClr>
                <a:schemeClr val="accent4"/>
              </a:buClr>
              <a:buFont typeface="Arial" panose="020B0604020202020204" pitchFamily="34" charset="0"/>
              <a:buChar char="•"/>
            </a:pPr>
            <a:r>
              <a:rPr lang="en-GB" sz="900" noProof="1"/>
              <a:t>Ut enim ad minim veniam, quis nostrud exercitation ullamco laboris nisi ut aliquip</a:t>
            </a:r>
          </a:p>
        </p:txBody>
      </p:sp>
      <p:sp>
        <p:nvSpPr>
          <p:cNvPr id="35" name="Rectangle 34">
            <a:extLst>
              <a:ext uri="{FF2B5EF4-FFF2-40B4-BE49-F238E27FC236}">
                <a16:creationId xmlns:a16="http://schemas.microsoft.com/office/drawing/2014/main" id="{038FFB35-34F0-68B7-D097-3EF9AD6229FB}"/>
              </a:ext>
            </a:extLst>
          </p:cNvPr>
          <p:cNvSpPr/>
          <p:nvPr/>
        </p:nvSpPr>
        <p:spPr>
          <a:xfrm>
            <a:off x="222286" y="1665278"/>
            <a:ext cx="1415740" cy="2973122"/>
          </a:xfrm>
          <a:prstGeom prst="rect">
            <a:avLst/>
          </a:prstGeom>
          <a:noFill/>
          <a:ln>
            <a:noFill/>
          </a:ln>
        </p:spPr>
        <p:txBody>
          <a:bodyPr wrap="square" lIns="0" tIns="0" rIns="0" bIns="0" numCol="1" spcCol="180000">
            <a:noAutofit/>
          </a:bodyPr>
          <a:lstStyle/>
          <a:p>
            <a:pPr marL="0" lvl="1">
              <a:lnSpc>
                <a:spcPct val="90000"/>
              </a:lnSpc>
              <a:spcAft>
                <a:spcPts val="600"/>
              </a:spcAft>
              <a:buClr>
                <a:schemeClr val="accent4"/>
              </a:buClr>
            </a:pPr>
            <a:r>
              <a:rPr lang="en-GB" sz="900" noProof="1"/>
              <a:t>Lorem ipsum dolor sit amet, consectetur adipiscing elit, sed do eiusmod tempor incididunt ut labore et dolore magna aliqua. Ut enim ad minim veniam, quis nostrud exercitation ullamco laboris nisi ut aliquip ex ea commodo consequat. </a:t>
            </a:r>
          </a:p>
          <a:p>
            <a:pPr marL="0" lvl="1">
              <a:lnSpc>
                <a:spcPct val="90000"/>
              </a:lnSpc>
              <a:spcAft>
                <a:spcPts val="600"/>
              </a:spcAft>
              <a:buClr>
                <a:schemeClr val="accent4"/>
              </a:buClr>
            </a:pPr>
            <a:r>
              <a:rPr lang="en-GB" sz="900" noProof="1"/>
              <a:t>Duis aute irure dolor in reprehenderit in voluptate velit esse cillum dolore eu fugiat nulla pariatur. Excepteur sint occaecat cupidatat non proident, sunt in culpa qui officia deserunt mollit anim id est laborum.</a:t>
            </a:r>
          </a:p>
          <a:p>
            <a:pPr marL="0" lvl="1">
              <a:lnSpc>
                <a:spcPct val="90000"/>
              </a:lnSpc>
              <a:spcAft>
                <a:spcPts val="600"/>
              </a:spcAft>
              <a:buClr>
                <a:schemeClr val="accent4"/>
              </a:buClr>
            </a:pPr>
            <a:r>
              <a:rPr lang="en-GB" sz="900" noProof="1"/>
              <a:t>Ut enim ad minim veniam, quis nostrud exercitation ullamco laboris nisi ut aliquip ex ea commodo consequat. </a:t>
            </a:r>
          </a:p>
          <a:p>
            <a:pPr marL="0" lvl="1">
              <a:lnSpc>
                <a:spcPct val="90000"/>
              </a:lnSpc>
              <a:spcAft>
                <a:spcPts val="600"/>
              </a:spcAft>
              <a:buClr>
                <a:schemeClr val="accent4"/>
              </a:buClr>
            </a:pPr>
            <a:endParaRPr lang="en-GB" sz="900" noProof="1"/>
          </a:p>
        </p:txBody>
      </p:sp>
      <p:grpSp>
        <p:nvGrpSpPr>
          <p:cNvPr id="36" name="Groupe 35">
            <a:extLst>
              <a:ext uri="{FF2B5EF4-FFF2-40B4-BE49-F238E27FC236}">
                <a16:creationId xmlns:a16="http://schemas.microsoft.com/office/drawing/2014/main" id="{45479630-6D4E-2F8E-B9EA-BA1040ACA93B}"/>
              </a:ext>
            </a:extLst>
          </p:cNvPr>
          <p:cNvGrpSpPr/>
          <p:nvPr/>
        </p:nvGrpSpPr>
        <p:grpSpPr>
          <a:xfrm>
            <a:off x="449289" y="809603"/>
            <a:ext cx="754140" cy="673445"/>
            <a:chOff x="449289" y="1082898"/>
            <a:chExt cx="754140" cy="673445"/>
          </a:xfrm>
        </p:grpSpPr>
        <p:sp>
          <p:nvSpPr>
            <p:cNvPr id="37" name="Rectangle 36">
              <a:extLst>
                <a:ext uri="{FF2B5EF4-FFF2-40B4-BE49-F238E27FC236}">
                  <a16:creationId xmlns:a16="http://schemas.microsoft.com/office/drawing/2014/main" id="{88F6AE47-C784-1F8A-F0BE-A92F17050909}"/>
                </a:ext>
              </a:extLst>
            </p:cNvPr>
            <p:cNvSpPr/>
            <p:nvPr/>
          </p:nvSpPr>
          <p:spPr>
            <a:xfrm>
              <a:off x="590313" y="1082898"/>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38" name="Rectangle 37">
              <a:extLst>
                <a:ext uri="{FF2B5EF4-FFF2-40B4-BE49-F238E27FC236}">
                  <a16:creationId xmlns:a16="http://schemas.microsoft.com/office/drawing/2014/main" id="{ED401945-8EA5-701C-A3D6-1F09F4C62B8B}"/>
                </a:ext>
              </a:extLst>
            </p:cNvPr>
            <p:cNvSpPr/>
            <p:nvPr/>
          </p:nvSpPr>
          <p:spPr>
            <a:xfrm>
              <a:off x="449289" y="1315945"/>
              <a:ext cx="754140" cy="18774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ABOUT</a:t>
              </a:r>
            </a:p>
          </p:txBody>
        </p:sp>
      </p:grpSp>
      <p:grpSp>
        <p:nvGrpSpPr>
          <p:cNvPr id="39" name="Groupe 38">
            <a:extLst>
              <a:ext uri="{FF2B5EF4-FFF2-40B4-BE49-F238E27FC236}">
                <a16:creationId xmlns:a16="http://schemas.microsoft.com/office/drawing/2014/main" id="{E5AE74CB-6845-3A49-68C5-51ADBB30BCD5}"/>
              </a:ext>
            </a:extLst>
          </p:cNvPr>
          <p:cNvGrpSpPr/>
          <p:nvPr/>
        </p:nvGrpSpPr>
        <p:grpSpPr>
          <a:xfrm>
            <a:off x="4989681" y="809603"/>
            <a:ext cx="842186" cy="673445"/>
            <a:chOff x="4989681" y="1082898"/>
            <a:chExt cx="842186" cy="673445"/>
          </a:xfrm>
        </p:grpSpPr>
        <p:sp>
          <p:nvSpPr>
            <p:cNvPr id="40" name="Rectangle 39">
              <a:extLst>
                <a:ext uri="{FF2B5EF4-FFF2-40B4-BE49-F238E27FC236}">
                  <a16:creationId xmlns:a16="http://schemas.microsoft.com/office/drawing/2014/main" id="{46208B66-DC48-F843-4A24-634CA36EB2D4}"/>
                </a:ext>
              </a:extLst>
            </p:cNvPr>
            <p:cNvSpPr/>
            <p:nvPr/>
          </p:nvSpPr>
          <p:spPr>
            <a:xfrm>
              <a:off x="5174728" y="1082898"/>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41" name="Rectangle 40">
              <a:extLst>
                <a:ext uri="{FF2B5EF4-FFF2-40B4-BE49-F238E27FC236}">
                  <a16:creationId xmlns:a16="http://schemas.microsoft.com/office/drawing/2014/main" id="{FEC55C18-19D3-6C77-F36B-A456D3771228}"/>
                </a:ext>
              </a:extLst>
            </p:cNvPr>
            <p:cNvSpPr/>
            <p:nvPr/>
          </p:nvSpPr>
          <p:spPr>
            <a:xfrm>
              <a:off x="4989681" y="1229255"/>
              <a:ext cx="842186" cy="36112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STANDARDS</a:t>
              </a:r>
            </a:p>
            <a:p>
              <a:pPr algn="ctr" defTabSz="457189">
                <a:lnSpc>
                  <a:spcPct val="80000"/>
                </a:lnSpc>
                <a:spcAft>
                  <a:spcPts val="234"/>
                </a:spcAft>
                <a:defRPr/>
              </a:pPr>
              <a:r>
                <a:rPr lang="en-GB" sz="1200" b="1" noProof="1">
                  <a:solidFill>
                    <a:srgbClr val="7ECBEE">
                      <a:lumMod val="50000"/>
                    </a:srgbClr>
                  </a:solidFill>
                  <a:latin typeface="Calibri"/>
                </a:rPr>
                <a:t>&amp; TOOLS</a:t>
              </a:r>
            </a:p>
          </p:txBody>
        </p:sp>
      </p:grpSp>
      <p:grpSp>
        <p:nvGrpSpPr>
          <p:cNvPr id="47" name="Groupe 46">
            <a:extLst>
              <a:ext uri="{FF2B5EF4-FFF2-40B4-BE49-F238E27FC236}">
                <a16:creationId xmlns:a16="http://schemas.microsoft.com/office/drawing/2014/main" id="{246596C4-9233-25E3-26DE-924A29EA0CA0}"/>
              </a:ext>
            </a:extLst>
          </p:cNvPr>
          <p:cNvGrpSpPr/>
          <p:nvPr/>
        </p:nvGrpSpPr>
        <p:grpSpPr>
          <a:xfrm>
            <a:off x="2781946" y="807940"/>
            <a:ext cx="842186" cy="673445"/>
            <a:chOff x="2781946" y="1081235"/>
            <a:chExt cx="842186" cy="673445"/>
          </a:xfrm>
        </p:grpSpPr>
        <p:sp>
          <p:nvSpPr>
            <p:cNvPr id="56" name="Rectangle 55">
              <a:extLst>
                <a:ext uri="{FF2B5EF4-FFF2-40B4-BE49-F238E27FC236}">
                  <a16:creationId xmlns:a16="http://schemas.microsoft.com/office/drawing/2014/main" id="{5A4E318B-D9E7-820E-AA2F-6426CA4B969E}"/>
                </a:ext>
              </a:extLst>
            </p:cNvPr>
            <p:cNvSpPr/>
            <p:nvPr/>
          </p:nvSpPr>
          <p:spPr>
            <a:xfrm>
              <a:off x="2966993" y="1081235"/>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57" name="Rectangle 56">
              <a:extLst>
                <a:ext uri="{FF2B5EF4-FFF2-40B4-BE49-F238E27FC236}">
                  <a16:creationId xmlns:a16="http://schemas.microsoft.com/office/drawing/2014/main" id="{8A61D155-2999-C5A7-7B32-FEE185FD11DF}"/>
                </a:ext>
              </a:extLst>
            </p:cNvPr>
            <p:cNvSpPr/>
            <p:nvPr/>
          </p:nvSpPr>
          <p:spPr>
            <a:xfrm>
              <a:off x="2781946" y="1239135"/>
              <a:ext cx="842186" cy="36112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ALTEN</a:t>
              </a:r>
            </a:p>
            <a:p>
              <a:pPr algn="ctr" defTabSz="457189">
                <a:lnSpc>
                  <a:spcPct val="80000"/>
                </a:lnSpc>
                <a:spcAft>
                  <a:spcPts val="234"/>
                </a:spcAft>
                <a:defRPr/>
              </a:pPr>
              <a:r>
                <a:rPr lang="en-GB" sz="1200" b="1" noProof="1">
                  <a:solidFill>
                    <a:srgbClr val="7ECBEE">
                      <a:lumMod val="50000"/>
                    </a:srgbClr>
                  </a:solidFill>
                  <a:latin typeface="Calibri"/>
                </a:rPr>
                <a:t>ACTIVITIES</a:t>
              </a:r>
            </a:p>
          </p:txBody>
        </p:sp>
      </p:grpSp>
      <p:sp>
        <p:nvSpPr>
          <p:cNvPr id="72" name="Graphique 70">
            <a:extLst>
              <a:ext uri="{FF2B5EF4-FFF2-40B4-BE49-F238E27FC236}">
                <a16:creationId xmlns:a16="http://schemas.microsoft.com/office/drawing/2014/main" id="{B5B1C082-528E-44BE-851F-842CB0A8C43E}"/>
              </a:ext>
            </a:extLst>
          </p:cNvPr>
          <p:cNvSpPr/>
          <p:nvPr/>
        </p:nvSpPr>
        <p:spPr>
          <a:xfrm>
            <a:off x="7084477" y="270411"/>
            <a:ext cx="1463681" cy="432790"/>
          </a:xfrm>
          <a:custGeom>
            <a:avLst/>
            <a:gdLst>
              <a:gd name="csX0" fmla="*/ 234548 w 2061553"/>
              <a:gd name="csY0" fmla="*/ 90202 h 609573"/>
              <a:gd name="csX1" fmla="*/ 131993 w 2061553"/>
              <a:gd name="csY1" fmla="*/ 60674 h 609573"/>
              <a:gd name="csX2" fmla="*/ 83374 w 2061553"/>
              <a:gd name="csY2" fmla="*/ 86773 h 609573"/>
              <a:gd name="csX3" fmla="*/ 250121 w 2061553"/>
              <a:gd name="csY3" fmla="*/ 234220 h 609573"/>
              <a:gd name="csX4" fmla="*/ 125061 w 2061553"/>
              <a:gd name="csY4" fmla="*/ 333089 h 609573"/>
              <a:gd name="csX5" fmla="*/ 6932 w 2061553"/>
              <a:gd name="csY5" fmla="*/ 301847 h 609573"/>
              <a:gd name="csX6" fmla="*/ 6932 w 2061553"/>
              <a:gd name="csY6" fmla="*/ 232505 h 609573"/>
              <a:gd name="csX7" fmla="*/ 118034 w 2061553"/>
              <a:gd name="csY7" fmla="*/ 274130 h 609573"/>
              <a:gd name="csX8" fmla="*/ 166748 w 2061553"/>
              <a:gd name="csY8" fmla="*/ 244602 h 609573"/>
              <a:gd name="csX9" fmla="*/ 0 w 2061553"/>
              <a:gd name="csY9" fmla="*/ 93726 h 609573"/>
              <a:gd name="csX10" fmla="*/ 123351 w 2061553"/>
              <a:gd name="csY10" fmla="*/ 0 h 609573"/>
              <a:gd name="csX11" fmla="*/ 234453 w 2061553"/>
              <a:gd name="csY11" fmla="*/ 26003 h 609573"/>
              <a:gd name="csX12" fmla="*/ 234453 w 2061553"/>
              <a:gd name="csY12" fmla="*/ 90202 h 609573"/>
              <a:gd name="csX13" fmla="*/ 467197 w 2061553"/>
              <a:gd name="csY13" fmla="*/ 319183 h 609573"/>
              <a:gd name="csX14" fmla="*/ 392559 w 2061553"/>
              <a:gd name="csY14" fmla="*/ 334804 h 609573"/>
              <a:gd name="csX15" fmla="*/ 265694 w 2061553"/>
              <a:gd name="csY15" fmla="*/ 222028 h 609573"/>
              <a:gd name="csX16" fmla="*/ 390755 w 2061553"/>
              <a:gd name="csY16" fmla="*/ 107537 h 609573"/>
              <a:gd name="csX17" fmla="*/ 465488 w 2061553"/>
              <a:gd name="csY17" fmla="*/ 121444 h 609573"/>
              <a:gd name="csX18" fmla="*/ 465488 w 2061553"/>
              <a:gd name="csY18" fmla="*/ 173450 h 609573"/>
              <a:gd name="csX19" fmla="*/ 409937 w 2061553"/>
              <a:gd name="csY19" fmla="*/ 157829 h 609573"/>
              <a:gd name="csX20" fmla="*/ 342136 w 2061553"/>
              <a:gd name="csY20" fmla="*/ 220313 h 609573"/>
              <a:gd name="csX21" fmla="*/ 408133 w 2061553"/>
              <a:gd name="csY21" fmla="*/ 284512 h 609573"/>
              <a:gd name="csX22" fmla="*/ 470710 w 2061553"/>
              <a:gd name="csY22" fmla="*/ 268891 h 609573"/>
              <a:gd name="csX23" fmla="*/ 470710 w 2061553"/>
              <a:gd name="csY23" fmla="*/ 319183 h 609573"/>
              <a:gd name="csX24" fmla="*/ 1111587 w 2061553"/>
              <a:gd name="csY24" fmla="*/ 105823 h 609573"/>
              <a:gd name="csX25" fmla="*/ 995262 w 2061553"/>
              <a:gd name="csY25" fmla="*/ 220313 h 609573"/>
              <a:gd name="csX26" fmla="*/ 1122032 w 2061553"/>
              <a:gd name="csY26" fmla="*/ 333089 h 609573"/>
              <a:gd name="csX27" fmla="*/ 1219270 w 2061553"/>
              <a:gd name="csY27" fmla="*/ 303562 h 609573"/>
              <a:gd name="csX28" fmla="*/ 1219270 w 2061553"/>
              <a:gd name="csY28" fmla="*/ 262033 h 609573"/>
              <a:gd name="csX29" fmla="*/ 1137606 w 2061553"/>
              <a:gd name="csY29" fmla="*/ 293180 h 609573"/>
              <a:gd name="csX30" fmla="*/ 1064772 w 2061553"/>
              <a:gd name="csY30" fmla="*/ 232505 h 609573"/>
              <a:gd name="csX31" fmla="*/ 1222783 w 2061553"/>
              <a:gd name="csY31" fmla="*/ 232505 h 609573"/>
              <a:gd name="csX32" fmla="*/ 1111682 w 2061553"/>
              <a:gd name="csY32" fmla="*/ 105823 h 609573"/>
              <a:gd name="csX33" fmla="*/ 1069900 w 2061553"/>
              <a:gd name="csY33" fmla="*/ 196025 h 609573"/>
              <a:gd name="csX34" fmla="*/ 1116810 w 2061553"/>
              <a:gd name="csY34" fmla="*/ 147447 h 609573"/>
              <a:gd name="csX35" fmla="*/ 1163719 w 2061553"/>
              <a:gd name="csY35" fmla="*/ 196025 h 609573"/>
              <a:gd name="csX36" fmla="*/ 1069900 w 2061553"/>
              <a:gd name="csY36" fmla="*/ 196025 h 609573"/>
              <a:gd name="csX37" fmla="*/ 1321730 w 2061553"/>
              <a:gd name="csY37" fmla="*/ 109347 h 609573"/>
              <a:gd name="csX38" fmla="*/ 1252221 w 2061553"/>
              <a:gd name="csY38" fmla="*/ 109347 h 609573"/>
              <a:gd name="csX39" fmla="*/ 1252221 w 2061553"/>
              <a:gd name="csY39" fmla="*/ 329565 h 609573"/>
              <a:gd name="csX40" fmla="*/ 1321730 w 2061553"/>
              <a:gd name="csY40" fmla="*/ 329565 h 609573"/>
              <a:gd name="csX41" fmla="*/ 1321730 w 2061553"/>
              <a:gd name="csY41" fmla="*/ 109347 h 609573"/>
              <a:gd name="csX42" fmla="*/ 1512692 w 2061553"/>
              <a:gd name="csY42" fmla="*/ 5239 h 609573"/>
              <a:gd name="csX43" fmla="*/ 1512692 w 2061553"/>
              <a:gd name="csY43" fmla="*/ 119729 h 609573"/>
              <a:gd name="csX44" fmla="*/ 1455337 w 2061553"/>
              <a:gd name="csY44" fmla="*/ 105823 h 609573"/>
              <a:gd name="csX45" fmla="*/ 1349363 w 2061553"/>
              <a:gd name="csY45" fmla="*/ 220313 h 609573"/>
              <a:gd name="csX46" fmla="*/ 1451919 w 2061553"/>
              <a:gd name="csY46" fmla="*/ 334804 h 609573"/>
              <a:gd name="csX47" fmla="*/ 1512692 w 2061553"/>
              <a:gd name="csY47" fmla="*/ 312325 h 609573"/>
              <a:gd name="csX48" fmla="*/ 1512692 w 2061553"/>
              <a:gd name="csY48" fmla="*/ 329660 h 609573"/>
              <a:gd name="csX49" fmla="*/ 1582107 w 2061553"/>
              <a:gd name="csY49" fmla="*/ 329660 h 609573"/>
              <a:gd name="csX50" fmla="*/ 1582107 w 2061553"/>
              <a:gd name="csY50" fmla="*/ 5239 h 609573"/>
              <a:gd name="csX51" fmla="*/ 1512597 w 2061553"/>
              <a:gd name="csY51" fmla="*/ 5239 h 609573"/>
              <a:gd name="csX52" fmla="*/ 1512692 w 2061553"/>
              <a:gd name="csY52" fmla="*/ 270701 h 609573"/>
              <a:gd name="csX53" fmla="*/ 1470911 w 2061553"/>
              <a:gd name="csY53" fmla="*/ 288036 h 609573"/>
              <a:gd name="csX54" fmla="*/ 1417164 w 2061553"/>
              <a:gd name="csY54" fmla="*/ 222123 h 609573"/>
              <a:gd name="csX55" fmla="*/ 1472715 w 2061553"/>
              <a:gd name="csY55" fmla="*/ 152591 h 609573"/>
              <a:gd name="csX56" fmla="*/ 1510888 w 2061553"/>
              <a:gd name="csY56" fmla="*/ 164783 h 609573"/>
              <a:gd name="csX57" fmla="*/ 1510888 w 2061553"/>
              <a:gd name="csY57" fmla="*/ 270701 h 609573"/>
              <a:gd name="csX58" fmla="*/ 1512597 w 2061553"/>
              <a:gd name="csY58" fmla="*/ 270701 h 609573"/>
              <a:gd name="csX59" fmla="*/ 1728154 w 2061553"/>
              <a:gd name="csY59" fmla="*/ 105823 h 609573"/>
              <a:gd name="csX60" fmla="*/ 1611829 w 2061553"/>
              <a:gd name="csY60" fmla="*/ 220313 h 609573"/>
              <a:gd name="csX61" fmla="*/ 1738599 w 2061553"/>
              <a:gd name="csY61" fmla="*/ 333089 h 609573"/>
              <a:gd name="csX62" fmla="*/ 1837546 w 2061553"/>
              <a:gd name="csY62" fmla="*/ 303562 h 609573"/>
              <a:gd name="csX63" fmla="*/ 1837546 w 2061553"/>
              <a:gd name="csY63" fmla="*/ 262033 h 609573"/>
              <a:gd name="csX64" fmla="*/ 1755882 w 2061553"/>
              <a:gd name="csY64" fmla="*/ 293180 h 609573"/>
              <a:gd name="csX65" fmla="*/ 1682953 w 2061553"/>
              <a:gd name="csY65" fmla="*/ 232505 h 609573"/>
              <a:gd name="csX66" fmla="*/ 1841060 w 2061553"/>
              <a:gd name="csY66" fmla="*/ 232505 h 609573"/>
              <a:gd name="csX67" fmla="*/ 1728154 w 2061553"/>
              <a:gd name="csY67" fmla="*/ 105823 h 609573"/>
              <a:gd name="csX68" fmla="*/ 1684758 w 2061553"/>
              <a:gd name="csY68" fmla="*/ 196025 h 609573"/>
              <a:gd name="csX69" fmla="*/ 1731667 w 2061553"/>
              <a:gd name="csY69" fmla="*/ 147447 h 609573"/>
              <a:gd name="csX70" fmla="*/ 1780286 w 2061553"/>
              <a:gd name="csY70" fmla="*/ 196025 h 609573"/>
              <a:gd name="csX71" fmla="*/ 1684758 w 2061553"/>
              <a:gd name="csY71" fmla="*/ 196025 h 609573"/>
              <a:gd name="csX72" fmla="*/ 1945134 w 2061553"/>
              <a:gd name="csY72" fmla="*/ 173546 h 609573"/>
              <a:gd name="csX73" fmla="*/ 2016353 w 2061553"/>
              <a:gd name="csY73" fmla="*/ 105918 h 609573"/>
              <a:gd name="csX74" fmla="*/ 2061554 w 2061553"/>
              <a:gd name="csY74" fmla="*/ 126683 h 609573"/>
              <a:gd name="csX75" fmla="*/ 2042467 w 2061553"/>
              <a:gd name="csY75" fmla="*/ 187357 h 609573"/>
              <a:gd name="csX76" fmla="*/ 2000685 w 2061553"/>
              <a:gd name="csY76" fmla="*/ 171736 h 609573"/>
              <a:gd name="csX77" fmla="*/ 1943425 w 2061553"/>
              <a:gd name="csY77" fmla="*/ 235934 h 609573"/>
              <a:gd name="csX78" fmla="*/ 1943425 w 2061553"/>
              <a:gd name="csY78" fmla="*/ 331470 h 609573"/>
              <a:gd name="csX79" fmla="*/ 1874010 w 2061553"/>
              <a:gd name="csY79" fmla="*/ 331470 h 609573"/>
              <a:gd name="csX80" fmla="*/ 1874010 w 2061553"/>
              <a:gd name="csY80" fmla="*/ 109347 h 609573"/>
              <a:gd name="csX81" fmla="*/ 1943425 w 2061553"/>
              <a:gd name="csY81" fmla="*/ 109347 h 609573"/>
              <a:gd name="csX82" fmla="*/ 1943425 w 2061553"/>
              <a:gd name="csY82" fmla="*/ 173546 h 609573"/>
              <a:gd name="csX83" fmla="*/ 1325149 w 2061553"/>
              <a:gd name="csY83" fmla="*/ 17336 h 609573"/>
              <a:gd name="csX84" fmla="*/ 1299035 w 2061553"/>
              <a:gd name="csY84" fmla="*/ 71152 h 609573"/>
              <a:gd name="csX85" fmla="*/ 1250416 w 2061553"/>
              <a:gd name="csY85" fmla="*/ 62389 h 609573"/>
              <a:gd name="csX86" fmla="*/ 1276530 w 2061553"/>
              <a:gd name="csY86" fmla="*/ 8668 h 609573"/>
              <a:gd name="csX87" fmla="*/ 1325149 w 2061553"/>
              <a:gd name="csY87" fmla="*/ 17240 h 609573"/>
              <a:gd name="csX88" fmla="*/ 715514 w 2061553"/>
              <a:gd name="csY88" fmla="*/ 190881 h 609573"/>
              <a:gd name="csX89" fmla="*/ 635654 w 2061553"/>
              <a:gd name="csY89" fmla="*/ 107633 h 609573"/>
              <a:gd name="csX90" fmla="*/ 566144 w 2061553"/>
              <a:gd name="csY90" fmla="*/ 144018 h 609573"/>
              <a:gd name="csX91" fmla="*/ 564435 w 2061553"/>
              <a:gd name="csY91" fmla="*/ 144018 h 609573"/>
              <a:gd name="csX92" fmla="*/ 564435 w 2061553"/>
              <a:gd name="csY92" fmla="*/ 6953 h 609573"/>
              <a:gd name="csX93" fmla="*/ 494925 w 2061553"/>
              <a:gd name="csY93" fmla="*/ 6953 h 609573"/>
              <a:gd name="csX94" fmla="*/ 494925 w 2061553"/>
              <a:gd name="csY94" fmla="*/ 331470 h 609573"/>
              <a:gd name="csX95" fmla="*/ 564435 w 2061553"/>
              <a:gd name="csY95" fmla="*/ 331470 h 609573"/>
              <a:gd name="csX96" fmla="*/ 564435 w 2061553"/>
              <a:gd name="csY96" fmla="*/ 192596 h 609573"/>
              <a:gd name="csX97" fmla="*/ 611249 w 2061553"/>
              <a:gd name="csY97" fmla="*/ 159639 h 609573"/>
              <a:gd name="csX98" fmla="*/ 647808 w 2061553"/>
              <a:gd name="csY98" fmla="*/ 208217 h 609573"/>
              <a:gd name="csX99" fmla="*/ 647808 w 2061553"/>
              <a:gd name="csY99" fmla="*/ 286322 h 609573"/>
              <a:gd name="csX100" fmla="*/ 717223 w 2061553"/>
              <a:gd name="csY100" fmla="*/ 263747 h 609573"/>
              <a:gd name="csX101" fmla="*/ 717223 w 2061553"/>
              <a:gd name="csY101" fmla="*/ 190881 h 609573"/>
              <a:gd name="csX102" fmla="*/ 889288 w 2061553"/>
              <a:gd name="csY102" fmla="*/ 105823 h 609573"/>
              <a:gd name="csX103" fmla="*/ 818069 w 2061553"/>
              <a:gd name="csY103" fmla="*/ 142304 h 609573"/>
              <a:gd name="csX104" fmla="*/ 818069 w 2061553"/>
              <a:gd name="csY104" fmla="*/ 111062 h 609573"/>
              <a:gd name="csX105" fmla="*/ 748560 w 2061553"/>
              <a:gd name="csY105" fmla="*/ 111062 h 609573"/>
              <a:gd name="csX106" fmla="*/ 748560 w 2061553"/>
              <a:gd name="csY106" fmla="*/ 260223 h 609573"/>
              <a:gd name="csX107" fmla="*/ 818069 w 2061553"/>
              <a:gd name="csY107" fmla="*/ 291465 h 609573"/>
              <a:gd name="csX108" fmla="*/ 818069 w 2061553"/>
              <a:gd name="csY108" fmla="*/ 189071 h 609573"/>
              <a:gd name="csX109" fmla="*/ 866688 w 2061553"/>
              <a:gd name="csY109" fmla="*/ 152686 h 609573"/>
              <a:gd name="csX110" fmla="*/ 901443 w 2061553"/>
              <a:gd name="csY110" fmla="*/ 196025 h 609573"/>
              <a:gd name="csX111" fmla="*/ 901443 w 2061553"/>
              <a:gd name="csY111" fmla="*/ 329660 h 609573"/>
              <a:gd name="csX112" fmla="*/ 970953 w 2061553"/>
              <a:gd name="csY112" fmla="*/ 329660 h 609573"/>
              <a:gd name="csX113" fmla="*/ 970953 w 2061553"/>
              <a:gd name="csY113" fmla="*/ 190881 h 609573"/>
              <a:gd name="csX114" fmla="*/ 889288 w 2061553"/>
              <a:gd name="csY114" fmla="*/ 105823 h 609573"/>
              <a:gd name="csX115" fmla="*/ 1007512 w 2061553"/>
              <a:gd name="csY115" fmla="*/ 392144 h 609573"/>
              <a:gd name="csX116" fmla="*/ 925848 w 2061553"/>
              <a:gd name="csY116" fmla="*/ 392144 h 609573"/>
              <a:gd name="csX117" fmla="*/ 925848 w 2061553"/>
              <a:gd name="csY117" fmla="*/ 449294 h 609573"/>
              <a:gd name="csX118" fmla="*/ 1004093 w 2061553"/>
              <a:gd name="csY118" fmla="*/ 449294 h 609573"/>
              <a:gd name="csX119" fmla="*/ 1004093 w 2061553"/>
              <a:gd name="csY119" fmla="*/ 473678 h 609573"/>
              <a:gd name="csX120" fmla="*/ 925848 w 2061553"/>
              <a:gd name="csY120" fmla="*/ 473678 h 609573"/>
              <a:gd name="csX121" fmla="*/ 925848 w 2061553"/>
              <a:gd name="csY121" fmla="*/ 532638 h 609573"/>
              <a:gd name="csX122" fmla="*/ 1009221 w 2061553"/>
              <a:gd name="csY122" fmla="*/ 532638 h 609573"/>
              <a:gd name="csX123" fmla="*/ 1009221 w 2061553"/>
              <a:gd name="csY123" fmla="*/ 556927 h 609573"/>
              <a:gd name="csX124" fmla="*/ 899829 w 2061553"/>
              <a:gd name="csY124" fmla="*/ 556927 h 609573"/>
              <a:gd name="csX125" fmla="*/ 899829 w 2061553"/>
              <a:gd name="csY125" fmla="*/ 367856 h 609573"/>
              <a:gd name="csX126" fmla="*/ 1007512 w 2061553"/>
              <a:gd name="csY126" fmla="*/ 367856 h 609573"/>
              <a:gd name="csX127" fmla="*/ 1007512 w 2061553"/>
              <a:gd name="csY127" fmla="*/ 392144 h 609573"/>
              <a:gd name="csX128" fmla="*/ 1095824 w 2061553"/>
              <a:gd name="csY128" fmla="*/ 367856 h 609573"/>
              <a:gd name="csX129" fmla="*/ 1071609 w 2061553"/>
              <a:gd name="csY129" fmla="*/ 367856 h 609573"/>
              <a:gd name="csX130" fmla="*/ 1071609 w 2061553"/>
              <a:gd name="csY130" fmla="*/ 556927 h 609573"/>
              <a:gd name="csX131" fmla="*/ 1095919 w 2061553"/>
              <a:gd name="csY131" fmla="*/ 556927 h 609573"/>
              <a:gd name="csX132" fmla="*/ 1095919 w 2061553"/>
              <a:gd name="csY132" fmla="*/ 367856 h 609573"/>
              <a:gd name="csX133" fmla="*/ 1184420 w 2061553"/>
              <a:gd name="csY133" fmla="*/ 497967 h 609573"/>
              <a:gd name="csX134" fmla="*/ 1271212 w 2061553"/>
              <a:gd name="csY134" fmla="*/ 497967 h 609573"/>
              <a:gd name="csX135" fmla="*/ 1217371 w 2061553"/>
              <a:gd name="csY135" fmla="*/ 430340 h 609573"/>
              <a:gd name="csX136" fmla="*/ 1160111 w 2061553"/>
              <a:gd name="csY136" fmla="*/ 492728 h 609573"/>
              <a:gd name="csX137" fmla="*/ 1220884 w 2061553"/>
              <a:gd name="csY137" fmla="*/ 558641 h 609573"/>
              <a:gd name="csX138" fmla="*/ 1271212 w 2061553"/>
              <a:gd name="csY138" fmla="*/ 544735 h 609573"/>
              <a:gd name="csX139" fmla="*/ 1271212 w 2061553"/>
              <a:gd name="csY139" fmla="*/ 520446 h 609573"/>
              <a:gd name="csX140" fmla="*/ 1227816 w 2061553"/>
              <a:gd name="csY140" fmla="*/ 536067 h 609573"/>
              <a:gd name="csX141" fmla="*/ 1184420 w 2061553"/>
              <a:gd name="csY141" fmla="*/ 497967 h 609573"/>
              <a:gd name="csX142" fmla="*/ 1219080 w 2061553"/>
              <a:gd name="csY142" fmla="*/ 451104 h 609573"/>
              <a:gd name="csX143" fmla="*/ 1248612 w 2061553"/>
              <a:gd name="csY143" fmla="*/ 482346 h 609573"/>
              <a:gd name="csX144" fmla="*/ 1186129 w 2061553"/>
              <a:gd name="csY144" fmla="*/ 482346 h 609573"/>
              <a:gd name="csX145" fmla="*/ 1219080 w 2061553"/>
              <a:gd name="csY145" fmla="*/ 451104 h 609573"/>
              <a:gd name="csX146" fmla="*/ 1432927 w 2061553"/>
              <a:gd name="csY146" fmla="*/ 465011 h 609573"/>
              <a:gd name="csX147" fmla="*/ 1398077 w 2061553"/>
              <a:gd name="csY147" fmla="*/ 452819 h 609573"/>
              <a:gd name="csX148" fmla="*/ 1359904 w 2061553"/>
              <a:gd name="csY148" fmla="*/ 496157 h 609573"/>
              <a:gd name="csX149" fmla="*/ 1401591 w 2061553"/>
              <a:gd name="csY149" fmla="*/ 537877 h 609573"/>
              <a:gd name="csX150" fmla="*/ 1434541 w 2061553"/>
              <a:gd name="csY150" fmla="*/ 529209 h 609573"/>
              <a:gd name="csX151" fmla="*/ 1434541 w 2061553"/>
              <a:gd name="csY151" fmla="*/ 553498 h 609573"/>
              <a:gd name="csX152" fmla="*/ 1398077 w 2061553"/>
              <a:gd name="csY152" fmla="*/ 560356 h 609573"/>
              <a:gd name="csX153" fmla="*/ 1335605 w 2061553"/>
              <a:gd name="csY153" fmla="*/ 502530 h 609573"/>
              <a:gd name="csX154" fmla="*/ 1335594 w 2061553"/>
              <a:gd name="csY154" fmla="*/ 497967 h 609573"/>
              <a:gd name="csX155" fmla="*/ 1396368 w 2061553"/>
              <a:gd name="csY155" fmla="*/ 430340 h 609573"/>
              <a:gd name="csX156" fmla="*/ 1432832 w 2061553"/>
              <a:gd name="csY156" fmla="*/ 438912 h 609573"/>
              <a:gd name="csX157" fmla="*/ 1432832 w 2061553"/>
              <a:gd name="csY157" fmla="*/ 465011 h 609573"/>
              <a:gd name="csX158" fmla="*/ 1545643 w 2061553"/>
              <a:gd name="csY158" fmla="*/ 431959 h 609573"/>
              <a:gd name="csX159" fmla="*/ 1585621 w 2061553"/>
              <a:gd name="csY159" fmla="*/ 431959 h 609573"/>
              <a:gd name="csX160" fmla="*/ 1585621 w 2061553"/>
              <a:gd name="csY160" fmla="*/ 454533 h 609573"/>
              <a:gd name="csX161" fmla="*/ 1545738 w 2061553"/>
              <a:gd name="csY161" fmla="*/ 454533 h 609573"/>
              <a:gd name="csX162" fmla="*/ 1545738 w 2061553"/>
              <a:gd name="csY162" fmla="*/ 518732 h 609573"/>
              <a:gd name="csX163" fmla="*/ 1563021 w 2061553"/>
              <a:gd name="csY163" fmla="*/ 537782 h 609573"/>
              <a:gd name="csX164" fmla="*/ 1590843 w 2061553"/>
              <a:gd name="csY164" fmla="*/ 529209 h 609573"/>
              <a:gd name="csX165" fmla="*/ 1590843 w 2061553"/>
              <a:gd name="csY165" fmla="*/ 551688 h 609573"/>
              <a:gd name="csX166" fmla="*/ 1561311 w 2061553"/>
              <a:gd name="csY166" fmla="*/ 560356 h 609573"/>
              <a:gd name="csX167" fmla="*/ 1521429 w 2061553"/>
              <a:gd name="csY167" fmla="*/ 520446 h 609573"/>
              <a:gd name="csX168" fmla="*/ 1521429 w 2061553"/>
              <a:gd name="csY168" fmla="*/ 454533 h 609573"/>
              <a:gd name="csX169" fmla="*/ 1500538 w 2061553"/>
              <a:gd name="csY169" fmla="*/ 454533 h 609573"/>
              <a:gd name="csX170" fmla="*/ 1500538 w 2061553"/>
              <a:gd name="csY170" fmla="*/ 452819 h 609573"/>
              <a:gd name="csX171" fmla="*/ 1547447 w 2061553"/>
              <a:gd name="csY171" fmla="*/ 407670 h 609573"/>
              <a:gd name="csX172" fmla="*/ 1547447 w 2061553"/>
              <a:gd name="csY172" fmla="*/ 431959 h 609573"/>
              <a:gd name="csX173" fmla="*/ 1677826 w 2061553"/>
              <a:gd name="csY173" fmla="*/ 431959 h 609573"/>
              <a:gd name="csX174" fmla="*/ 1677826 w 2061553"/>
              <a:gd name="csY174" fmla="*/ 461486 h 609573"/>
              <a:gd name="csX175" fmla="*/ 1714290 w 2061553"/>
              <a:gd name="csY175" fmla="*/ 430244 h 609573"/>
              <a:gd name="csX176" fmla="*/ 1743822 w 2061553"/>
              <a:gd name="csY176" fmla="*/ 444151 h 609573"/>
              <a:gd name="csX177" fmla="*/ 1729958 w 2061553"/>
              <a:gd name="csY177" fmla="*/ 465011 h 609573"/>
              <a:gd name="csX178" fmla="*/ 1707358 w 2061553"/>
              <a:gd name="csY178" fmla="*/ 452819 h 609573"/>
              <a:gd name="csX179" fmla="*/ 1677826 w 2061553"/>
              <a:gd name="csY179" fmla="*/ 490919 h 609573"/>
              <a:gd name="csX180" fmla="*/ 1677826 w 2061553"/>
              <a:gd name="csY180" fmla="*/ 556927 h 609573"/>
              <a:gd name="csX181" fmla="*/ 1653516 w 2061553"/>
              <a:gd name="csY181" fmla="*/ 556927 h 609573"/>
              <a:gd name="csX182" fmla="*/ 1653516 w 2061553"/>
              <a:gd name="csY182" fmla="*/ 431959 h 609573"/>
              <a:gd name="csX183" fmla="*/ 1677826 w 2061553"/>
              <a:gd name="csY183" fmla="*/ 431959 h 609573"/>
              <a:gd name="csX184" fmla="*/ 1997362 w 2061553"/>
              <a:gd name="csY184" fmla="*/ 465011 h 609573"/>
              <a:gd name="csX185" fmla="*/ 1962607 w 2061553"/>
              <a:gd name="csY185" fmla="*/ 452819 h 609573"/>
              <a:gd name="csX186" fmla="*/ 1924338 w 2061553"/>
              <a:gd name="csY186" fmla="*/ 496157 h 609573"/>
              <a:gd name="csX187" fmla="*/ 1966120 w 2061553"/>
              <a:gd name="csY187" fmla="*/ 537877 h 609573"/>
              <a:gd name="csX188" fmla="*/ 1999071 w 2061553"/>
              <a:gd name="csY188" fmla="*/ 529209 h 609573"/>
              <a:gd name="csX189" fmla="*/ 1999071 w 2061553"/>
              <a:gd name="csY189" fmla="*/ 553498 h 609573"/>
              <a:gd name="csX190" fmla="*/ 1962607 w 2061553"/>
              <a:gd name="csY190" fmla="*/ 560356 h 609573"/>
              <a:gd name="csX191" fmla="*/ 1900043 w 2061553"/>
              <a:gd name="csY191" fmla="*/ 502630 h 609573"/>
              <a:gd name="csX192" fmla="*/ 1900029 w 2061553"/>
              <a:gd name="csY192" fmla="*/ 497967 h 609573"/>
              <a:gd name="csX193" fmla="*/ 1960803 w 2061553"/>
              <a:gd name="csY193" fmla="*/ 430340 h 609573"/>
              <a:gd name="csX194" fmla="*/ 1997267 w 2061553"/>
              <a:gd name="csY194" fmla="*/ 438912 h 609573"/>
              <a:gd name="csX195" fmla="*/ 1997267 w 2061553"/>
              <a:gd name="csY195" fmla="*/ 465011 h 609573"/>
              <a:gd name="csX196" fmla="*/ 1834033 w 2061553"/>
              <a:gd name="csY196" fmla="*/ 432054 h 609573"/>
              <a:gd name="csX197" fmla="*/ 1809723 w 2061553"/>
              <a:gd name="csY197" fmla="*/ 432054 h 609573"/>
              <a:gd name="csX198" fmla="*/ 1809723 w 2061553"/>
              <a:gd name="csY198" fmla="*/ 556927 h 609573"/>
              <a:gd name="csX199" fmla="*/ 1834033 w 2061553"/>
              <a:gd name="csY199" fmla="*/ 556927 h 609573"/>
              <a:gd name="csX200" fmla="*/ 1834033 w 2061553"/>
              <a:gd name="csY200" fmla="*/ 432054 h 609573"/>
              <a:gd name="csX201" fmla="*/ 1835742 w 2061553"/>
              <a:gd name="csY201" fmla="*/ 386906 h 609573"/>
              <a:gd name="csX202" fmla="*/ 1827101 w 2061553"/>
              <a:gd name="csY202" fmla="*/ 405956 h 609573"/>
              <a:gd name="csX203" fmla="*/ 1809723 w 2061553"/>
              <a:gd name="csY203" fmla="*/ 402526 h 609573"/>
              <a:gd name="csX204" fmla="*/ 1818365 w 2061553"/>
              <a:gd name="csY204" fmla="*/ 383476 h 609573"/>
              <a:gd name="csX205" fmla="*/ 1835742 w 2061553"/>
              <a:gd name="csY205" fmla="*/ 386906 h 609573"/>
              <a:gd name="csX206" fmla="*/ 750174 w 2061553"/>
              <a:gd name="csY206" fmla="*/ 449390 h 609573"/>
              <a:gd name="csX207" fmla="*/ 757201 w 2061553"/>
              <a:gd name="csY207" fmla="*/ 421576 h 609573"/>
              <a:gd name="csX208" fmla="*/ 824906 w 2061553"/>
              <a:gd name="csY208" fmla="*/ 421576 h 609573"/>
              <a:gd name="csX209" fmla="*/ 802306 w 2061553"/>
              <a:gd name="csY209" fmla="*/ 322707 h 609573"/>
              <a:gd name="csX210" fmla="*/ 578204 w 2061553"/>
              <a:gd name="csY210" fmla="*/ 362712 h 609573"/>
              <a:gd name="csX211" fmla="*/ 546962 w 2061553"/>
              <a:gd name="csY211" fmla="*/ 397288 h 609573"/>
              <a:gd name="csX212" fmla="*/ 588744 w 2061553"/>
              <a:gd name="csY212" fmla="*/ 397288 h 609573"/>
              <a:gd name="csX213" fmla="*/ 580008 w 2061553"/>
              <a:gd name="csY213" fmla="*/ 425101 h 609573"/>
              <a:gd name="csX214" fmla="*/ 531389 w 2061553"/>
              <a:gd name="csY214" fmla="*/ 425101 h 609573"/>
              <a:gd name="csX215" fmla="*/ 519234 w 2061553"/>
              <a:gd name="csY215" fmla="*/ 451104 h 609573"/>
              <a:gd name="csX216" fmla="*/ 576494 w 2061553"/>
              <a:gd name="csY216" fmla="*/ 451104 h 609573"/>
              <a:gd name="csX217" fmla="*/ 567853 w 2061553"/>
              <a:gd name="csY217" fmla="*/ 478822 h 609573"/>
              <a:gd name="csX218" fmla="*/ 510498 w 2061553"/>
              <a:gd name="csY218" fmla="*/ 478822 h 609573"/>
              <a:gd name="csX219" fmla="*/ 531389 w 2061553"/>
              <a:gd name="csY219" fmla="*/ 582930 h 609573"/>
              <a:gd name="csX220" fmla="*/ 755492 w 2061553"/>
              <a:gd name="csY220" fmla="*/ 541306 h 609573"/>
              <a:gd name="csX221" fmla="*/ 788442 w 2061553"/>
              <a:gd name="csY221" fmla="*/ 501396 h 609573"/>
              <a:gd name="csX222" fmla="*/ 736310 w 2061553"/>
              <a:gd name="csY222" fmla="*/ 501396 h 609573"/>
              <a:gd name="csX223" fmla="*/ 745046 w 2061553"/>
              <a:gd name="csY223" fmla="*/ 473678 h 609573"/>
              <a:gd name="csX224" fmla="*/ 805820 w 2061553"/>
              <a:gd name="csY224" fmla="*/ 473678 h 609573"/>
              <a:gd name="csX225" fmla="*/ 817974 w 2061553"/>
              <a:gd name="csY225" fmla="*/ 447675 h 609573"/>
              <a:gd name="csX226" fmla="*/ 750174 w 2061553"/>
              <a:gd name="csY226" fmla="*/ 447675 h 609573"/>
              <a:gd name="csX227" fmla="*/ 750174 w 2061553"/>
              <a:gd name="csY227" fmla="*/ 449390 h 609573"/>
              <a:gd name="csX228" fmla="*/ 734601 w 2061553"/>
              <a:gd name="csY228" fmla="*/ 397288 h 609573"/>
              <a:gd name="csX229" fmla="*/ 725864 w 2061553"/>
              <a:gd name="csY229" fmla="*/ 400812 h 609573"/>
              <a:gd name="csX230" fmla="*/ 724155 w 2061553"/>
              <a:gd name="csY230" fmla="*/ 404241 h 609573"/>
              <a:gd name="csX231" fmla="*/ 703264 w 2061553"/>
              <a:gd name="csY231" fmla="*/ 487585 h 609573"/>
              <a:gd name="csX232" fmla="*/ 614763 w 2061553"/>
              <a:gd name="csY232" fmla="*/ 546545 h 609573"/>
              <a:gd name="csX233" fmla="*/ 548766 w 2061553"/>
              <a:gd name="csY233" fmla="*/ 546545 h 609573"/>
              <a:gd name="csX234" fmla="*/ 560921 w 2061553"/>
              <a:gd name="csY234" fmla="*/ 503206 h 609573"/>
              <a:gd name="csX235" fmla="*/ 602608 w 2061553"/>
              <a:gd name="csY235" fmla="*/ 503206 h 609573"/>
              <a:gd name="csX236" fmla="*/ 613053 w 2061553"/>
              <a:gd name="csY236" fmla="*/ 497967 h 609573"/>
              <a:gd name="csX237" fmla="*/ 614763 w 2061553"/>
              <a:gd name="csY237" fmla="*/ 492728 h 609573"/>
              <a:gd name="csX238" fmla="*/ 632140 w 2061553"/>
              <a:gd name="csY238" fmla="*/ 419862 h 609573"/>
              <a:gd name="csX239" fmla="*/ 715514 w 2061553"/>
              <a:gd name="csY239" fmla="*/ 357378 h 609573"/>
              <a:gd name="csX240" fmla="*/ 781510 w 2061553"/>
              <a:gd name="csY240" fmla="*/ 357378 h 609573"/>
              <a:gd name="csX241" fmla="*/ 772774 w 2061553"/>
              <a:gd name="csY241" fmla="*/ 397383 h 609573"/>
              <a:gd name="csX242" fmla="*/ 734601 w 2061553"/>
              <a:gd name="csY242" fmla="*/ 397383 h 609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Lst>
            <a:rect l="l" t="t" r="r" b="b"/>
            <a:pathLst>
              <a:path w="2061553" h="609573">
                <a:moveTo>
                  <a:pt x="234548" y="90202"/>
                </a:moveTo>
                <a:cubicBezTo>
                  <a:pt x="187543" y="69437"/>
                  <a:pt x="159816" y="60674"/>
                  <a:pt x="131993" y="60674"/>
                </a:cubicBezTo>
                <a:cubicBezTo>
                  <a:pt x="102555" y="60674"/>
                  <a:pt x="83374" y="71152"/>
                  <a:pt x="83374" y="86773"/>
                </a:cubicBezTo>
                <a:cubicBezTo>
                  <a:pt x="83374" y="135350"/>
                  <a:pt x="250121" y="121444"/>
                  <a:pt x="250121" y="234220"/>
                </a:cubicBezTo>
                <a:cubicBezTo>
                  <a:pt x="250121" y="296704"/>
                  <a:pt x="197989" y="333089"/>
                  <a:pt x="125061" y="333089"/>
                </a:cubicBezTo>
                <a:cubicBezTo>
                  <a:pt x="67706" y="333089"/>
                  <a:pt x="39978" y="317468"/>
                  <a:pt x="6932" y="301847"/>
                </a:cubicBezTo>
                <a:lnTo>
                  <a:pt x="6932" y="232505"/>
                </a:lnTo>
                <a:cubicBezTo>
                  <a:pt x="53842" y="263747"/>
                  <a:pt x="81665" y="274130"/>
                  <a:pt x="118034" y="274130"/>
                </a:cubicBezTo>
                <a:cubicBezTo>
                  <a:pt x="149370" y="274130"/>
                  <a:pt x="166748" y="263652"/>
                  <a:pt x="166748" y="244602"/>
                </a:cubicBezTo>
                <a:cubicBezTo>
                  <a:pt x="166748" y="190881"/>
                  <a:pt x="0" y="211646"/>
                  <a:pt x="0" y="93726"/>
                </a:cubicBezTo>
                <a:cubicBezTo>
                  <a:pt x="0" y="38100"/>
                  <a:pt x="48619" y="0"/>
                  <a:pt x="123351" y="0"/>
                </a:cubicBezTo>
                <a:cubicBezTo>
                  <a:pt x="159816" y="0"/>
                  <a:pt x="192766" y="6953"/>
                  <a:pt x="234453" y="26003"/>
                </a:cubicBezTo>
                <a:lnTo>
                  <a:pt x="234453" y="90202"/>
                </a:lnTo>
                <a:close/>
                <a:moveTo>
                  <a:pt x="467197" y="319183"/>
                </a:moveTo>
                <a:cubicBezTo>
                  <a:pt x="443513" y="329034"/>
                  <a:pt x="418194" y="334333"/>
                  <a:pt x="392559" y="334804"/>
                </a:cubicBezTo>
                <a:cubicBezTo>
                  <a:pt x="314408" y="334804"/>
                  <a:pt x="265694" y="289751"/>
                  <a:pt x="265694" y="222028"/>
                </a:cubicBezTo>
                <a:cubicBezTo>
                  <a:pt x="265694" y="154400"/>
                  <a:pt x="317922" y="107537"/>
                  <a:pt x="390755" y="107537"/>
                </a:cubicBezTo>
                <a:cubicBezTo>
                  <a:pt x="413355" y="107537"/>
                  <a:pt x="441083" y="112776"/>
                  <a:pt x="465488" y="121444"/>
                </a:cubicBezTo>
                <a:lnTo>
                  <a:pt x="465488" y="173450"/>
                </a:lnTo>
                <a:cubicBezTo>
                  <a:pt x="448544" y="163714"/>
                  <a:pt x="429457" y="158347"/>
                  <a:pt x="409937" y="157829"/>
                </a:cubicBezTo>
                <a:cubicBezTo>
                  <a:pt x="368155" y="157829"/>
                  <a:pt x="342136" y="182118"/>
                  <a:pt x="342136" y="220313"/>
                </a:cubicBezTo>
                <a:cubicBezTo>
                  <a:pt x="342136" y="258413"/>
                  <a:pt x="368250" y="284512"/>
                  <a:pt x="408133" y="284512"/>
                </a:cubicBezTo>
                <a:cubicBezTo>
                  <a:pt x="425510" y="284512"/>
                  <a:pt x="439469" y="281083"/>
                  <a:pt x="470710" y="268891"/>
                </a:cubicBezTo>
                <a:lnTo>
                  <a:pt x="470710" y="319183"/>
                </a:lnTo>
                <a:moveTo>
                  <a:pt x="1111587" y="105823"/>
                </a:moveTo>
                <a:cubicBezTo>
                  <a:pt x="1043881" y="105823"/>
                  <a:pt x="995262" y="154400"/>
                  <a:pt x="995262" y="220313"/>
                </a:cubicBezTo>
                <a:cubicBezTo>
                  <a:pt x="995262" y="287941"/>
                  <a:pt x="1045590" y="333089"/>
                  <a:pt x="1122032" y="333089"/>
                </a:cubicBezTo>
                <a:cubicBezTo>
                  <a:pt x="1139410" y="333089"/>
                  <a:pt x="1181097" y="333089"/>
                  <a:pt x="1219270" y="303562"/>
                </a:cubicBezTo>
                <a:lnTo>
                  <a:pt x="1219270" y="262033"/>
                </a:lnTo>
                <a:cubicBezTo>
                  <a:pt x="1186319" y="284512"/>
                  <a:pt x="1165428" y="293180"/>
                  <a:pt x="1137606" y="293180"/>
                </a:cubicBezTo>
                <a:cubicBezTo>
                  <a:pt x="1094304" y="293180"/>
                  <a:pt x="1068286" y="270701"/>
                  <a:pt x="1064772" y="232505"/>
                </a:cubicBezTo>
                <a:lnTo>
                  <a:pt x="1222783" y="232505"/>
                </a:lnTo>
                <a:cubicBezTo>
                  <a:pt x="1228006" y="150971"/>
                  <a:pt x="1175874" y="105823"/>
                  <a:pt x="1111682" y="105823"/>
                </a:cubicBezTo>
                <a:close/>
                <a:moveTo>
                  <a:pt x="1069900" y="196025"/>
                </a:moveTo>
                <a:cubicBezTo>
                  <a:pt x="1073413" y="164783"/>
                  <a:pt x="1090791" y="147447"/>
                  <a:pt x="1116810" y="147447"/>
                </a:cubicBezTo>
                <a:cubicBezTo>
                  <a:pt x="1142923" y="147447"/>
                  <a:pt x="1162010" y="164783"/>
                  <a:pt x="1163719" y="196025"/>
                </a:cubicBezTo>
                <a:lnTo>
                  <a:pt x="1069900" y="196025"/>
                </a:lnTo>
                <a:close/>
                <a:moveTo>
                  <a:pt x="1321730" y="109347"/>
                </a:moveTo>
                <a:lnTo>
                  <a:pt x="1252221" y="109347"/>
                </a:lnTo>
                <a:lnTo>
                  <a:pt x="1252221" y="329565"/>
                </a:lnTo>
                <a:lnTo>
                  <a:pt x="1321730" y="329565"/>
                </a:lnTo>
                <a:lnTo>
                  <a:pt x="1321730" y="109347"/>
                </a:lnTo>
                <a:close/>
                <a:moveTo>
                  <a:pt x="1512692" y="5239"/>
                </a:moveTo>
                <a:lnTo>
                  <a:pt x="1512692" y="119729"/>
                </a:lnTo>
                <a:cubicBezTo>
                  <a:pt x="1494852" y="110849"/>
                  <a:pt x="1475252" y="106097"/>
                  <a:pt x="1455337" y="105823"/>
                </a:cubicBezTo>
                <a:cubicBezTo>
                  <a:pt x="1392760" y="105823"/>
                  <a:pt x="1349363" y="152686"/>
                  <a:pt x="1349363" y="220313"/>
                </a:cubicBezTo>
                <a:cubicBezTo>
                  <a:pt x="1349363" y="286226"/>
                  <a:pt x="1392760" y="334804"/>
                  <a:pt x="1451919" y="334804"/>
                </a:cubicBezTo>
                <a:cubicBezTo>
                  <a:pt x="1474424" y="334804"/>
                  <a:pt x="1493511" y="327946"/>
                  <a:pt x="1512692" y="312325"/>
                </a:cubicBezTo>
                <a:lnTo>
                  <a:pt x="1512692" y="329660"/>
                </a:lnTo>
                <a:lnTo>
                  <a:pt x="1582107" y="329660"/>
                </a:lnTo>
                <a:lnTo>
                  <a:pt x="1582107" y="5239"/>
                </a:lnTo>
                <a:lnTo>
                  <a:pt x="1512597" y="5239"/>
                </a:lnTo>
                <a:close/>
                <a:moveTo>
                  <a:pt x="1512692" y="270701"/>
                </a:moveTo>
                <a:cubicBezTo>
                  <a:pt x="1498733" y="282797"/>
                  <a:pt x="1486579" y="288036"/>
                  <a:pt x="1470911" y="288036"/>
                </a:cubicBezTo>
                <a:cubicBezTo>
                  <a:pt x="1437960" y="288036"/>
                  <a:pt x="1417164" y="261938"/>
                  <a:pt x="1417164" y="222123"/>
                </a:cubicBezTo>
                <a:cubicBezTo>
                  <a:pt x="1417164" y="178689"/>
                  <a:pt x="1437960" y="152591"/>
                  <a:pt x="1472715" y="152591"/>
                </a:cubicBezTo>
                <a:cubicBezTo>
                  <a:pt x="1484869" y="152591"/>
                  <a:pt x="1502152" y="157925"/>
                  <a:pt x="1510888" y="164783"/>
                </a:cubicBezTo>
                <a:lnTo>
                  <a:pt x="1510888" y="270701"/>
                </a:lnTo>
                <a:lnTo>
                  <a:pt x="1512597" y="270701"/>
                </a:lnTo>
                <a:close/>
                <a:moveTo>
                  <a:pt x="1728154" y="105823"/>
                </a:moveTo>
                <a:cubicBezTo>
                  <a:pt x="1660448" y="105823"/>
                  <a:pt x="1611829" y="154400"/>
                  <a:pt x="1611829" y="220313"/>
                </a:cubicBezTo>
                <a:cubicBezTo>
                  <a:pt x="1611829" y="287941"/>
                  <a:pt x="1662157" y="333089"/>
                  <a:pt x="1738599" y="333089"/>
                </a:cubicBezTo>
                <a:cubicBezTo>
                  <a:pt x="1755977" y="333089"/>
                  <a:pt x="1797663" y="333089"/>
                  <a:pt x="1837546" y="303562"/>
                </a:cubicBezTo>
                <a:lnTo>
                  <a:pt x="1837546" y="262033"/>
                </a:lnTo>
                <a:cubicBezTo>
                  <a:pt x="1804595" y="284512"/>
                  <a:pt x="1783705" y="293180"/>
                  <a:pt x="1755882" y="293180"/>
                </a:cubicBezTo>
                <a:cubicBezTo>
                  <a:pt x="1712486" y="293180"/>
                  <a:pt x="1686467" y="270701"/>
                  <a:pt x="1682953" y="232505"/>
                </a:cubicBezTo>
                <a:lnTo>
                  <a:pt x="1841060" y="232505"/>
                </a:lnTo>
                <a:cubicBezTo>
                  <a:pt x="1844573" y="150971"/>
                  <a:pt x="1792441" y="105823"/>
                  <a:pt x="1728154" y="105823"/>
                </a:cubicBezTo>
                <a:close/>
                <a:moveTo>
                  <a:pt x="1684758" y="196025"/>
                </a:moveTo>
                <a:cubicBezTo>
                  <a:pt x="1688176" y="164783"/>
                  <a:pt x="1705648" y="147447"/>
                  <a:pt x="1731667" y="147447"/>
                </a:cubicBezTo>
                <a:cubicBezTo>
                  <a:pt x="1757686" y="147447"/>
                  <a:pt x="1776773" y="164783"/>
                  <a:pt x="1780286" y="196025"/>
                </a:cubicBezTo>
                <a:lnTo>
                  <a:pt x="1684758" y="196025"/>
                </a:lnTo>
                <a:close/>
                <a:moveTo>
                  <a:pt x="1945134" y="173546"/>
                </a:moveTo>
                <a:cubicBezTo>
                  <a:pt x="1966025" y="128397"/>
                  <a:pt x="1990335" y="105918"/>
                  <a:pt x="2016353" y="105918"/>
                </a:cubicBezTo>
                <a:cubicBezTo>
                  <a:pt x="2030312" y="105918"/>
                  <a:pt x="2042467" y="111062"/>
                  <a:pt x="2061554" y="126683"/>
                </a:cubicBezTo>
                <a:lnTo>
                  <a:pt x="2042467" y="187357"/>
                </a:lnTo>
                <a:cubicBezTo>
                  <a:pt x="2025090" y="175260"/>
                  <a:pt x="2012935" y="171736"/>
                  <a:pt x="2000685" y="171736"/>
                </a:cubicBezTo>
                <a:cubicBezTo>
                  <a:pt x="1974667" y="171736"/>
                  <a:pt x="1959093" y="196025"/>
                  <a:pt x="1943425" y="235934"/>
                </a:cubicBezTo>
                <a:lnTo>
                  <a:pt x="1943425" y="331470"/>
                </a:lnTo>
                <a:lnTo>
                  <a:pt x="1874010" y="331470"/>
                </a:lnTo>
                <a:lnTo>
                  <a:pt x="1874010" y="109347"/>
                </a:lnTo>
                <a:lnTo>
                  <a:pt x="1943425" y="109347"/>
                </a:lnTo>
                <a:lnTo>
                  <a:pt x="1943425" y="173546"/>
                </a:lnTo>
                <a:moveTo>
                  <a:pt x="1325149" y="17336"/>
                </a:moveTo>
                <a:cubicBezTo>
                  <a:pt x="1332081" y="34671"/>
                  <a:pt x="1319926" y="58960"/>
                  <a:pt x="1299035" y="71152"/>
                </a:cubicBezTo>
                <a:cubicBezTo>
                  <a:pt x="1278144" y="83249"/>
                  <a:pt x="1255639" y="79724"/>
                  <a:pt x="1250416" y="62389"/>
                </a:cubicBezTo>
                <a:cubicBezTo>
                  <a:pt x="1243484" y="45053"/>
                  <a:pt x="1255639" y="20765"/>
                  <a:pt x="1276530" y="8668"/>
                </a:cubicBezTo>
                <a:cubicBezTo>
                  <a:pt x="1295522" y="-3524"/>
                  <a:pt x="1318122" y="0"/>
                  <a:pt x="1325149" y="17240"/>
                </a:cubicBezTo>
                <a:close/>
                <a:moveTo>
                  <a:pt x="715514" y="190881"/>
                </a:moveTo>
                <a:cubicBezTo>
                  <a:pt x="715514" y="131826"/>
                  <a:pt x="675631" y="107633"/>
                  <a:pt x="635654" y="107633"/>
                </a:cubicBezTo>
                <a:cubicBezTo>
                  <a:pt x="607831" y="107633"/>
                  <a:pt x="585326" y="119729"/>
                  <a:pt x="566144" y="144018"/>
                </a:cubicBezTo>
                <a:lnTo>
                  <a:pt x="564435" y="144018"/>
                </a:lnTo>
                <a:lnTo>
                  <a:pt x="564435" y="6953"/>
                </a:lnTo>
                <a:lnTo>
                  <a:pt x="494925" y="6953"/>
                </a:lnTo>
                <a:lnTo>
                  <a:pt x="494925" y="331470"/>
                </a:lnTo>
                <a:lnTo>
                  <a:pt x="564435" y="331470"/>
                </a:lnTo>
                <a:lnTo>
                  <a:pt x="564435" y="192596"/>
                </a:lnTo>
                <a:cubicBezTo>
                  <a:pt x="580008" y="170021"/>
                  <a:pt x="593872" y="159639"/>
                  <a:pt x="611249" y="159639"/>
                </a:cubicBezTo>
                <a:cubicBezTo>
                  <a:pt x="632140" y="159639"/>
                  <a:pt x="647808" y="175260"/>
                  <a:pt x="647808" y="208217"/>
                </a:cubicBezTo>
                <a:lnTo>
                  <a:pt x="647808" y="286322"/>
                </a:lnTo>
                <a:cubicBezTo>
                  <a:pt x="669514" y="274928"/>
                  <a:pt x="692982" y="267296"/>
                  <a:pt x="717223" y="263747"/>
                </a:cubicBezTo>
                <a:lnTo>
                  <a:pt x="717223" y="190881"/>
                </a:lnTo>
                <a:moveTo>
                  <a:pt x="889288" y="105823"/>
                </a:moveTo>
                <a:cubicBezTo>
                  <a:pt x="861466" y="105823"/>
                  <a:pt x="838960" y="116300"/>
                  <a:pt x="818069" y="142304"/>
                </a:cubicBezTo>
                <a:lnTo>
                  <a:pt x="818069" y="111062"/>
                </a:lnTo>
                <a:lnTo>
                  <a:pt x="748560" y="111062"/>
                </a:lnTo>
                <a:lnTo>
                  <a:pt x="748560" y="260223"/>
                </a:lnTo>
                <a:cubicBezTo>
                  <a:pt x="772869" y="262033"/>
                  <a:pt x="802401" y="274130"/>
                  <a:pt x="818069" y="291465"/>
                </a:cubicBezTo>
                <a:lnTo>
                  <a:pt x="818069" y="189071"/>
                </a:lnTo>
                <a:cubicBezTo>
                  <a:pt x="835447" y="161354"/>
                  <a:pt x="849406" y="152686"/>
                  <a:pt x="866688" y="152686"/>
                </a:cubicBezTo>
                <a:cubicBezTo>
                  <a:pt x="885775" y="152686"/>
                  <a:pt x="901443" y="164783"/>
                  <a:pt x="901443" y="196025"/>
                </a:cubicBezTo>
                <a:lnTo>
                  <a:pt x="901443" y="329660"/>
                </a:lnTo>
                <a:lnTo>
                  <a:pt x="970953" y="329660"/>
                </a:lnTo>
                <a:lnTo>
                  <a:pt x="970953" y="190881"/>
                </a:lnTo>
                <a:cubicBezTo>
                  <a:pt x="969149" y="124968"/>
                  <a:pt x="922239" y="105823"/>
                  <a:pt x="889288" y="105823"/>
                </a:cubicBezTo>
                <a:close/>
                <a:moveTo>
                  <a:pt x="1007512" y="392144"/>
                </a:moveTo>
                <a:lnTo>
                  <a:pt x="925848" y="392144"/>
                </a:lnTo>
                <a:lnTo>
                  <a:pt x="925848" y="449294"/>
                </a:lnTo>
                <a:lnTo>
                  <a:pt x="1004093" y="449294"/>
                </a:lnTo>
                <a:lnTo>
                  <a:pt x="1004093" y="473678"/>
                </a:lnTo>
                <a:lnTo>
                  <a:pt x="925848" y="473678"/>
                </a:lnTo>
                <a:lnTo>
                  <a:pt x="925848" y="532638"/>
                </a:lnTo>
                <a:lnTo>
                  <a:pt x="1009221" y="532638"/>
                </a:lnTo>
                <a:lnTo>
                  <a:pt x="1009221" y="556927"/>
                </a:lnTo>
                <a:lnTo>
                  <a:pt x="899829" y="556927"/>
                </a:lnTo>
                <a:lnTo>
                  <a:pt x="899829" y="367856"/>
                </a:lnTo>
                <a:lnTo>
                  <a:pt x="1007512" y="367856"/>
                </a:lnTo>
                <a:lnTo>
                  <a:pt x="1007512" y="392144"/>
                </a:lnTo>
                <a:close/>
                <a:moveTo>
                  <a:pt x="1095824" y="367856"/>
                </a:moveTo>
                <a:lnTo>
                  <a:pt x="1071609" y="367856"/>
                </a:lnTo>
                <a:lnTo>
                  <a:pt x="1071609" y="556927"/>
                </a:lnTo>
                <a:lnTo>
                  <a:pt x="1095919" y="556927"/>
                </a:lnTo>
                <a:lnTo>
                  <a:pt x="1095919" y="367856"/>
                </a:lnTo>
                <a:close/>
                <a:moveTo>
                  <a:pt x="1184420" y="497967"/>
                </a:moveTo>
                <a:lnTo>
                  <a:pt x="1271212" y="497967"/>
                </a:lnTo>
                <a:cubicBezTo>
                  <a:pt x="1271212" y="451104"/>
                  <a:pt x="1250321" y="430340"/>
                  <a:pt x="1217371" y="430340"/>
                </a:cubicBezTo>
                <a:cubicBezTo>
                  <a:pt x="1182616" y="430340"/>
                  <a:pt x="1160111" y="456248"/>
                  <a:pt x="1160111" y="492728"/>
                </a:cubicBezTo>
                <a:cubicBezTo>
                  <a:pt x="1160111" y="527399"/>
                  <a:pt x="1181002" y="558641"/>
                  <a:pt x="1220884" y="558641"/>
                </a:cubicBezTo>
                <a:cubicBezTo>
                  <a:pt x="1238633" y="558865"/>
                  <a:pt x="1256082" y="554043"/>
                  <a:pt x="1271212" y="544735"/>
                </a:cubicBezTo>
                <a:lnTo>
                  <a:pt x="1271212" y="520446"/>
                </a:lnTo>
                <a:cubicBezTo>
                  <a:pt x="1258769" y="530146"/>
                  <a:pt x="1243569" y="535617"/>
                  <a:pt x="1227816" y="536067"/>
                </a:cubicBezTo>
                <a:cubicBezTo>
                  <a:pt x="1201798" y="536067"/>
                  <a:pt x="1187934" y="523970"/>
                  <a:pt x="1184420" y="497967"/>
                </a:cubicBezTo>
                <a:close/>
                <a:moveTo>
                  <a:pt x="1219080" y="451104"/>
                </a:moveTo>
                <a:cubicBezTo>
                  <a:pt x="1236458" y="451104"/>
                  <a:pt x="1246903" y="463201"/>
                  <a:pt x="1248612" y="482346"/>
                </a:cubicBezTo>
                <a:lnTo>
                  <a:pt x="1186129" y="482346"/>
                </a:lnTo>
                <a:cubicBezTo>
                  <a:pt x="1187839" y="463296"/>
                  <a:pt x="1199993" y="451104"/>
                  <a:pt x="1219080" y="451104"/>
                </a:cubicBezTo>
                <a:close/>
                <a:moveTo>
                  <a:pt x="1432927" y="465011"/>
                </a:moveTo>
                <a:cubicBezTo>
                  <a:pt x="1423151" y="456873"/>
                  <a:pt x="1410778" y="452545"/>
                  <a:pt x="1398077" y="452819"/>
                </a:cubicBezTo>
                <a:cubicBezTo>
                  <a:pt x="1375572" y="452819"/>
                  <a:pt x="1359904" y="470154"/>
                  <a:pt x="1359904" y="496157"/>
                </a:cubicBezTo>
                <a:cubicBezTo>
                  <a:pt x="1359904" y="522256"/>
                  <a:pt x="1377281" y="537877"/>
                  <a:pt x="1401591" y="537877"/>
                </a:cubicBezTo>
                <a:cubicBezTo>
                  <a:pt x="1413043" y="537235"/>
                  <a:pt x="1424249" y="534287"/>
                  <a:pt x="1434541" y="529209"/>
                </a:cubicBezTo>
                <a:lnTo>
                  <a:pt x="1434541" y="553498"/>
                </a:lnTo>
                <a:cubicBezTo>
                  <a:pt x="1422842" y="557766"/>
                  <a:pt x="1410524" y="560083"/>
                  <a:pt x="1398077" y="560356"/>
                </a:cubicBezTo>
                <a:cubicBezTo>
                  <a:pt x="1364907" y="561692"/>
                  <a:pt x="1336937" y="535803"/>
                  <a:pt x="1335605" y="502530"/>
                </a:cubicBezTo>
                <a:cubicBezTo>
                  <a:pt x="1335544" y="501010"/>
                  <a:pt x="1335541" y="499488"/>
                  <a:pt x="1335594" y="497967"/>
                </a:cubicBezTo>
                <a:cubicBezTo>
                  <a:pt x="1335594" y="456248"/>
                  <a:pt x="1359904" y="430340"/>
                  <a:pt x="1396368" y="430340"/>
                </a:cubicBezTo>
                <a:cubicBezTo>
                  <a:pt x="1410232" y="430340"/>
                  <a:pt x="1420677" y="433769"/>
                  <a:pt x="1432832" y="438912"/>
                </a:cubicBezTo>
                <a:lnTo>
                  <a:pt x="1432832" y="465011"/>
                </a:lnTo>
                <a:close/>
                <a:moveTo>
                  <a:pt x="1545643" y="431959"/>
                </a:moveTo>
                <a:lnTo>
                  <a:pt x="1585621" y="431959"/>
                </a:lnTo>
                <a:lnTo>
                  <a:pt x="1585621" y="454533"/>
                </a:lnTo>
                <a:lnTo>
                  <a:pt x="1545738" y="454533"/>
                </a:lnTo>
                <a:lnTo>
                  <a:pt x="1545738" y="518732"/>
                </a:lnTo>
                <a:cubicBezTo>
                  <a:pt x="1545738" y="532638"/>
                  <a:pt x="1556184" y="537782"/>
                  <a:pt x="1563021" y="537782"/>
                </a:cubicBezTo>
                <a:cubicBezTo>
                  <a:pt x="1572824" y="537085"/>
                  <a:pt x="1582341" y="534153"/>
                  <a:pt x="1590843" y="529209"/>
                </a:cubicBezTo>
                <a:lnTo>
                  <a:pt x="1590843" y="551688"/>
                </a:lnTo>
                <a:cubicBezTo>
                  <a:pt x="1582202" y="556927"/>
                  <a:pt x="1568243" y="560356"/>
                  <a:pt x="1561311" y="560356"/>
                </a:cubicBezTo>
                <a:cubicBezTo>
                  <a:pt x="1535293" y="560356"/>
                  <a:pt x="1521429" y="543020"/>
                  <a:pt x="1521429" y="520446"/>
                </a:cubicBezTo>
                <a:lnTo>
                  <a:pt x="1521429" y="454533"/>
                </a:lnTo>
                <a:lnTo>
                  <a:pt x="1500538" y="454533"/>
                </a:lnTo>
                <a:lnTo>
                  <a:pt x="1500538" y="452819"/>
                </a:lnTo>
                <a:lnTo>
                  <a:pt x="1547447" y="407670"/>
                </a:lnTo>
                <a:lnTo>
                  <a:pt x="1547447" y="431959"/>
                </a:lnTo>
                <a:moveTo>
                  <a:pt x="1677826" y="431959"/>
                </a:moveTo>
                <a:lnTo>
                  <a:pt x="1677826" y="461486"/>
                </a:lnTo>
                <a:cubicBezTo>
                  <a:pt x="1689980" y="438912"/>
                  <a:pt x="1702135" y="430244"/>
                  <a:pt x="1714290" y="430244"/>
                </a:cubicBezTo>
                <a:cubicBezTo>
                  <a:pt x="1724735" y="430244"/>
                  <a:pt x="1733376" y="435483"/>
                  <a:pt x="1743822" y="444151"/>
                </a:cubicBezTo>
                <a:lnTo>
                  <a:pt x="1729958" y="465011"/>
                </a:lnTo>
                <a:cubicBezTo>
                  <a:pt x="1722931" y="458057"/>
                  <a:pt x="1712581" y="452819"/>
                  <a:pt x="1707358" y="452819"/>
                </a:cubicBezTo>
                <a:cubicBezTo>
                  <a:pt x="1689980" y="452819"/>
                  <a:pt x="1677826" y="470154"/>
                  <a:pt x="1677826" y="490919"/>
                </a:cubicBezTo>
                <a:lnTo>
                  <a:pt x="1677826" y="556927"/>
                </a:lnTo>
                <a:lnTo>
                  <a:pt x="1653516" y="556927"/>
                </a:lnTo>
                <a:lnTo>
                  <a:pt x="1653516" y="431959"/>
                </a:lnTo>
                <a:lnTo>
                  <a:pt x="1677826" y="431959"/>
                </a:lnTo>
                <a:close/>
                <a:moveTo>
                  <a:pt x="1997362" y="465011"/>
                </a:moveTo>
                <a:cubicBezTo>
                  <a:pt x="1987610" y="456895"/>
                  <a:pt x="1975275" y="452568"/>
                  <a:pt x="1962607" y="452819"/>
                </a:cubicBezTo>
                <a:cubicBezTo>
                  <a:pt x="1940007" y="452819"/>
                  <a:pt x="1924338" y="470154"/>
                  <a:pt x="1924338" y="496157"/>
                </a:cubicBezTo>
                <a:cubicBezTo>
                  <a:pt x="1924338" y="522256"/>
                  <a:pt x="1941716" y="537877"/>
                  <a:pt x="1966120" y="537877"/>
                </a:cubicBezTo>
                <a:cubicBezTo>
                  <a:pt x="1977568" y="537209"/>
                  <a:pt x="1988770" y="534263"/>
                  <a:pt x="1999071" y="529209"/>
                </a:cubicBezTo>
                <a:lnTo>
                  <a:pt x="1999071" y="553498"/>
                </a:lnTo>
                <a:cubicBezTo>
                  <a:pt x="1987371" y="557766"/>
                  <a:pt x="1975053" y="560083"/>
                  <a:pt x="1962607" y="560356"/>
                </a:cubicBezTo>
                <a:cubicBezTo>
                  <a:pt x="1929439" y="561745"/>
                  <a:pt x="1901428" y="535900"/>
                  <a:pt x="1900043" y="502630"/>
                </a:cubicBezTo>
                <a:cubicBezTo>
                  <a:pt x="1899979" y="501076"/>
                  <a:pt x="1899974" y="499521"/>
                  <a:pt x="1900029" y="497967"/>
                </a:cubicBezTo>
                <a:cubicBezTo>
                  <a:pt x="1900029" y="456248"/>
                  <a:pt x="1924338" y="430340"/>
                  <a:pt x="1960803" y="430340"/>
                </a:cubicBezTo>
                <a:cubicBezTo>
                  <a:pt x="1974762" y="430340"/>
                  <a:pt x="1985112" y="433769"/>
                  <a:pt x="1997267" y="438912"/>
                </a:cubicBezTo>
                <a:lnTo>
                  <a:pt x="1997267" y="465011"/>
                </a:lnTo>
                <a:close/>
                <a:moveTo>
                  <a:pt x="1834033" y="432054"/>
                </a:moveTo>
                <a:lnTo>
                  <a:pt x="1809723" y="432054"/>
                </a:lnTo>
                <a:lnTo>
                  <a:pt x="1809723" y="556927"/>
                </a:lnTo>
                <a:lnTo>
                  <a:pt x="1834033" y="556927"/>
                </a:lnTo>
                <a:lnTo>
                  <a:pt x="1834033" y="432054"/>
                </a:lnTo>
                <a:close/>
                <a:moveTo>
                  <a:pt x="1835742" y="386906"/>
                </a:moveTo>
                <a:cubicBezTo>
                  <a:pt x="1837451" y="392049"/>
                  <a:pt x="1834033" y="400812"/>
                  <a:pt x="1827101" y="405956"/>
                </a:cubicBezTo>
                <a:cubicBezTo>
                  <a:pt x="1820074" y="411194"/>
                  <a:pt x="1811432" y="409480"/>
                  <a:pt x="1809723" y="402526"/>
                </a:cubicBezTo>
                <a:cubicBezTo>
                  <a:pt x="1807919" y="395573"/>
                  <a:pt x="1811432" y="388620"/>
                  <a:pt x="1818365" y="383476"/>
                </a:cubicBezTo>
                <a:cubicBezTo>
                  <a:pt x="1825297" y="379952"/>
                  <a:pt x="1832228" y="381667"/>
                  <a:pt x="1835742" y="386906"/>
                </a:cubicBezTo>
                <a:close/>
                <a:moveTo>
                  <a:pt x="750174" y="449390"/>
                </a:moveTo>
                <a:lnTo>
                  <a:pt x="757201" y="421576"/>
                </a:lnTo>
                <a:lnTo>
                  <a:pt x="824906" y="421576"/>
                </a:lnTo>
                <a:cubicBezTo>
                  <a:pt x="833548" y="381667"/>
                  <a:pt x="826616" y="345281"/>
                  <a:pt x="802306" y="322707"/>
                </a:cubicBezTo>
                <a:cubicBezTo>
                  <a:pt x="753687" y="274130"/>
                  <a:pt x="652936" y="291465"/>
                  <a:pt x="578204" y="362712"/>
                </a:cubicBezTo>
                <a:cubicBezTo>
                  <a:pt x="566144" y="372999"/>
                  <a:pt x="557408" y="385191"/>
                  <a:pt x="546962" y="397288"/>
                </a:cubicBezTo>
                <a:lnTo>
                  <a:pt x="588744" y="397288"/>
                </a:lnTo>
                <a:lnTo>
                  <a:pt x="580008" y="425101"/>
                </a:lnTo>
                <a:lnTo>
                  <a:pt x="531389" y="425101"/>
                </a:lnTo>
                <a:cubicBezTo>
                  <a:pt x="526166" y="433673"/>
                  <a:pt x="522653" y="442436"/>
                  <a:pt x="519234" y="451104"/>
                </a:cubicBezTo>
                <a:lnTo>
                  <a:pt x="576494" y="451104"/>
                </a:lnTo>
                <a:lnTo>
                  <a:pt x="567853" y="478822"/>
                </a:lnTo>
                <a:lnTo>
                  <a:pt x="510498" y="478822"/>
                </a:lnTo>
                <a:cubicBezTo>
                  <a:pt x="500053" y="520541"/>
                  <a:pt x="507080" y="558641"/>
                  <a:pt x="531389" y="582930"/>
                </a:cubicBezTo>
                <a:cubicBezTo>
                  <a:pt x="578299" y="629793"/>
                  <a:pt x="679050" y="614172"/>
                  <a:pt x="755492" y="541306"/>
                </a:cubicBezTo>
                <a:cubicBezTo>
                  <a:pt x="768384" y="529712"/>
                  <a:pt x="779489" y="516262"/>
                  <a:pt x="788442" y="501396"/>
                </a:cubicBezTo>
                <a:lnTo>
                  <a:pt x="736310" y="501396"/>
                </a:lnTo>
                <a:lnTo>
                  <a:pt x="745046" y="473678"/>
                </a:lnTo>
                <a:lnTo>
                  <a:pt x="805820" y="473678"/>
                </a:lnTo>
                <a:cubicBezTo>
                  <a:pt x="811042" y="465011"/>
                  <a:pt x="814461" y="456343"/>
                  <a:pt x="817974" y="447675"/>
                </a:cubicBezTo>
                <a:lnTo>
                  <a:pt x="750174" y="447675"/>
                </a:lnTo>
                <a:lnTo>
                  <a:pt x="750174" y="449390"/>
                </a:lnTo>
                <a:close/>
                <a:moveTo>
                  <a:pt x="734601" y="397288"/>
                </a:moveTo>
                <a:cubicBezTo>
                  <a:pt x="731087" y="397288"/>
                  <a:pt x="727669" y="397288"/>
                  <a:pt x="725864" y="400812"/>
                </a:cubicBezTo>
                <a:cubicBezTo>
                  <a:pt x="725864" y="400812"/>
                  <a:pt x="724155" y="402526"/>
                  <a:pt x="724155" y="404241"/>
                </a:cubicBezTo>
                <a:lnTo>
                  <a:pt x="703264" y="487585"/>
                </a:lnTo>
                <a:cubicBezTo>
                  <a:pt x="698136" y="517112"/>
                  <a:pt x="661672" y="546545"/>
                  <a:pt x="614763" y="546545"/>
                </a:cubicBezTo>
                <a:lnTo>
                  <a:pt x="548766" y="546545"/>
                </a:lnTo>
                <a:lnTo>
                  <a:pt x="560921" y="503206"/>
                </a:lnTo>
                <a:lnTo>
                  <a:pt x="602608" y="503206"/>
                </a:lnTo>
                <a:cubicBezTo>
                  <a:pt x="606027" y="503206"/>
                  <a:pt x="609540" y="501396"/>
                  <a:pt x="613053" y="497967"/>
                </a:cubicBezTo>
                <a:cubicBezTo>
                  <a:pt x="614763" y="496253"/>
                  <a:pt x="614763" y="494443"/>
                  <a:pt x="614763" y="492728"/>
                </a:cubicBezTo>
                <a:lnTo>
                  <a:pt x="632140" y="419862"/>
                </a:lnTo>
                <a:cubicBezTo>
                  <a:pt x="637363" y="390335"/>
                  <a:pt x="668604" y="357378"/>
                  <a:pt x="715514" y="357378"/>
                </a:cubicBezTo>
                <a:lnTo>
                  <a:pt x="781510" y="357378"/>
                </a:lnTo>
                <a:lnTo>
                  <a:pt x="772774" y="397383"/>
                </a:lnTo>
                <a:lnTo>
                  <a:pt x="734601" y="397383"/>
                </a:lnTo>
                <a:close/>
              </a:path>
            </a:pathLst>
          </a:custGeom>
          <a:solidFill>
            <a:srgbClr val="FFFFFF"/>
          </a:solidFill>
          <a:ln w="9481" cap="flat">
            <a:noFill/>
            <a:prstDash val="solid"/>
            <a:miter/>
          </a:ln>
        </p:spPr>
        <p:txBody>
          <a:bodyPr/>
          <a:lstStyle/>
          <a:p>
            <a:endParaRPr lang="en-GB"/>
          </a:p>
        </p:txBody>
      </p:sp>
      <p:sp>
        <p:nvSpPr>
          <p:cNvPr id="2" name="Rectangle 1">
            <a:extLst>
              <a:ext uri="{FF2B5EF4-FFF2-40B4-BE49-F238E27FC236}">
                <a16:creationId xmlns:a16="http://schemas.microsoft.com/office/drawing/2014/main" id="{6EFC7897-22D4-4819-42AC-F0F5A046DE33}"/>
              </a:ext>
            </a:extLst>
          </p:cNvPr>
          <p:cNvSpPr/>
          <p:nvPr/>
        </p:nvSpPr>
        <p:spPr>
          <a:xfrm>
            <a:off x="4843925" y="1665278"/>
            <a:ext cx="1550849" cy="2342180"/>
          </a:xfrm>
          <a:prstGeom prst="rect">
            <a:avLst/>
          </a:prstGeom>
          <a:noFill/>
          <a:ln>
            <a:noFill/>
          </a:ln>
        </p:spPr>
        <p:txBody>
          <a:bodyPr wrap="square" lIns="0" tIns="0" rIns="0" bIns="0">
            <a:noAutofit/>
          </a:bodyPr>
          <a:lstStyle/>
          <a:p>
            <a:pPr marL="108000" lvl="1" indent="-108000">
              <a:lnSpc>
                <a:spcPct val="90000"/>
              </a:lnSpc>
              <a:spcAft>
                <a:spcPts val="600"/>
              </a:spcAft>
              <a:buClr>
                <a:schemeClr val="accent4"/>
              </a:buClr>
              <a:buFont typeface="Arial" panose="020B0604020202020204" pitchFamily="34" charset="0"/>
              <a:buChar char="•"/>
            </a:pPr>
            <a:r>
              <a:rPr lang="en-GB" sz="900" noProof="1"/>
              <a:t>sed ut perspiciatis</a:t>
            </a:r>
          </a:p>
          <a:p>
            <a:pPr marL="108000" lvl="1" indent="-108000">
              <a:lnSpc>
                <a:spcPct val="90000"/>
              </a:lnSpc>
              <a:spcAft>
                <a:spcPts val="600"/>
              </a:spcAft>
              <a:buClr>
                <a:schemeClr val="accent4"/>
              </a:buClr>
              <a:buFont typeface="Arial" panose="020B0604020202020204" pitchFamily="34" charset="0"/>
              <a:buChar char="•"/>
            </a:pPr>
            <a:r>
              <a:rPr lang="en-GB" sz="900" noProof="1"/>
              <a:t>unde omnis iste natus </a:t>
            </a:r>
          </a:p>
          <a:p>
            <a:pPr marL="108000" lvl="1" indent="-108000">
              <a:lnSpc>
                <a:spcPct val="90000"/>
              </a:lnSpc>
              <a:spcAft>
                <a:spcPts val="600"/>
              </a:spcAft>
              <a:buClr>
                <a:schemeClr val="accent4"/>
              </a:buClr>
              <a:buFont typeface="Arial" panose="020B0604020202020204" pitchFamily="34" charset="0"/>
              <a:buChar char="•"/>
            </a:pPr>
            <a:r>
              <a:rPr lang="en-GB" sz="900" noProof="1"/>
              <a:t>error sit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 accusantium </a:t>
            </a:r>
          </a:p>
          <a:p>
            <a:pPr marL="108000" lvl="1" indent="-108000">
              <a:lnSpc>
                <a:spcPct val="90000"/>
              </a:lnSpc>
              <a:spcAft>
                <a:spcPts val="600"/>
              </a:spcAft>
              <a:buClr>
                <a:schemeClr val="accent4"/>
              </a:buClr>
              <a:buFont typeface="Arial" panose="020B0604020202020204" pitchFamily="34" charset="0"/>
              <a:buChar char="•"/>
            </a:pPr>
            <a:r>
              <a:rPr lang="en-GB" sz="900" noProof="1"/>
              <a:t>doloremque laudantium</a:t>
            </a:r>
          </a:p>
          <a:p>
            <a:pPr marL="108000" lvl="1" indent="-108000">
              <a:lnSpc>
                <a:spcPct val="90000"/>
              </a:lnSpc>
              <a:spcAft>
                <a:spcPts val="600"/>
              </a:spcAft>
              <a:buClr>
                <a:schemeClr val="accent4"/>
              </a:buClr>
              <a:buFont typeface="Arial" panose="020B0604020202020204" pitchFamily="34" charset="0"/>
              <a:buChar char="•"/>
            </a:pPr>
            <a:r>
              <a:rPr lang="en-GB" sz="900" noProof="1"/>
              <a:t> totam rem aperiam</a:t>
            </a:r>
          </a:p>
          <a:p>
            <a:pPr marL="108000" lvl="1" indent="-108000">
              <a:lnSpc>
                <a:spcPct val="90000"/>
              </a:lnSpc>
              <a:spcAft>
                <a:spcPts val="600"/>
              </a:spcAft>
              <a:buClr>
                <a:schemeClr val="accent4"/>
              </a:buClr>
              <a:buFont typeface="Arial" panose="020B0604020202020204" pitchFamily="34" charset="0"/>
              <a:buChar char="•"/>
            </a:pPr>
            <a:r>
              <a:rPr lang="en-GB" sz="900" noProof="1"/>
              <a:t>sed ut perspiciatis</a:t>
            </a:r>
          </a:p>
          <a:p>
            <a:pPr marL="108000" lvl="1" indent="-108000">
              <a:lnSpc>
                <a:spcPct val="90000"/>
              </a:lnSpc>
              <a:spcAft>
                <a:spcPts val="600"/>
              </a:spcAft>
              <a:buClr>
                <a:schemeClr val="accent4"/>
              </a:buClr>
              <a:buFont typeface="Arial" panose="020B0604020202020204" pitchFamily="34" charset="0"/>
              <a:buChar char="•"/>
            </a:pPr>
            <a:r>
              <a:rPr lang="en-GB" sz="900" noProof="1"/>
              <a:t>unde omnis iste natus </a:t>
            </a:r>
          </a:p>
          <a:p>
            <a:pPr marL="108000" lvl="1" indent="-108000">
              <a:lnSpc>
                <a:spcPct val="90000"/>
              </a:lnSpc>
              <a:spcAft>
                <a:spcPts val="600"/>
              </a:spcAft>
              <a:buClr>
                <a:schemeClr val="accent4"/>
              </a:buClr>
              <a:buFont typeface="Arial" panose="020B0604020202020204" pitchFamily="34" charset="0"/>
              <a:buChar char="•"/>
            </a:pPr>
            <a:r>
              <a:rPr lang="en-GB" sz="900" noProof="1"/>
              <a:t>error sit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 accusantium </a:t>
            </a:r>
          </a:p>
          <a:p>
            <a:pPr marL="108000" lvl="1" indent="-108000">
              <a:lnSpc>
                <a:spcPct val="90000"/>
              </a:lnSpc>
              <a:spcAft>
                <a:spcPts val="600"/>
              </a:spcAft>
              <a:buClr>
                <a:schemeClr val="accent4"/>
              </a:buClr>
              <a:buFont typeface="Arial" panose="020B0604020202020204" pitchFamily="34" charset="0"/>
              <a:buChar char="•"/>
            </a:pPr>
            <a:r>
              <a:rPr lang="en-GB" sz="900" noProof="1"/>
              <a:t>doloremque laudantium</a:t>
            </a:r>
          </a:p>
          <a:p>
            <a:pPr marL="108000" lvl="1" indent="-108000">
              <a:lnSpc>
                <a:spcPct val="90000"/>
              </a:lnSpc>
              <a:spcAft>
                <a:spcPts val="600"/>
              </a:spcAft>
              <a:buClr>
                <a:schemeClr val="accent4"/>
              </a:buClr>
              <a:buFont typeface="Arial" panose="020B0604020202020204" pitchFamily="34" charset="0"/>
              <a:buChar char="•"/>
            </a:pPr>
            <a:r>
              <a:rPr lang="en-GB" sz="900" noProof="1"/>
              <a:t> totam rem aperiam</a:t>
            </a:r>
          </a:p>
        </p:txBody>
      </p:sp>
      <p:sp>
        <p:nvSpPr>
          <p:cNvPr id="27" name="Rectangle 26">
            <a:extLst>
              <a:ext uri="{FF2B5EF4-FFF2-40B4-BE49-F238E27FC236}">
                <a16:creationId xmlns:a16="http://schemas.microsoft.com/office/drawing/2014/main" id="{FB057BEC-7C9F-215D-C06E-53F95E72DF36}"/>
              </a:ext>
            </a:extLst>
          </p:cNvPr>
          <p:cNvSpPr/>
          <p:nvPr/>
        </p:nvSpPr>
        <p:spPr>
          <a:xfrm>
            <a:off x="6701158" y="3027967"/>
            <a:ext cx="2217488" cy="1846659"/>
          </a:xfrm>
          <a:prstGeom prst="rect">
            <a:avLst/>
          </a:prstGeom>
          <a:noFill/>
          <a:ln>
            <a:noFill/>
          </a:ln>
        </p:spPr>
        <p:txBody>
          <a:bodyPr wrap="square">
            <a:noAutofit/>
          </a:bodyPr>
          <a:lstStyle/>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Itaque earum rerum hic tenetur a sapiente delectus</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Ut aut reiciendis voluptatibus maiores alias consequatur aut perferendis doloribus asperiores repellat</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Et harum quidem rerum facilis est et expedita distinction</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Nam libero tempore, cum soluta nobis est eligendi optio cumque nihil impedit quo minus</a:t>
            </a:r>
          </a:p>
        </p:txBody>
      </p:sp>
      <p:sp>
        <p:nvSpPr>
          <p:cNvPr id="8" name="Rectangle 7">
            <a:extLst>
              <a:ext uri="{FF2B5EF4-FFF2-40B4-BE49-F238E27FC236}">
                <a16:creationId xmlns:a16="http://schemas.microsoft.com/office/drawing/2014/main" id="{1D1E6916-C525-E935-ACB1-3E7FABBC54E4}"/>
              </a:ext>
            </a:extLst>
          </p:cNvPr>
          <p:cNvSpPr/>
          <p:nvPr/>
        </p:nvSpPr>
        <p:spPr>
          <a:xfrm rot="20767265">
            <a:off x="6893265" y="394333"/>
            <a:ext cx="1875810" cy="20956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70000"/>
              </a:lnSpc>
            </a:pPr>
            <a:r>
              <a:rPr lang="en-GB" sz="1100" dirty="0"/>
              <a:t>Add the client logo</a:t>
            </a:r>
          </a:p>
        </p:txBody>
      </p:sp>
      <p:sp>
        <p:nvSpPr>
          <p:cNvPr id="9" name="Rectangle 8">
            <a:extLst>
              <a:ext uri="{FF2B5EF4-FFF2-40B4-BE49-F238E27FC236}">
                <a16:creationId xmlns:a16="http://schemas.microsoft.com/office/drawing/2014/main" id="{5C740514-61BA-730F-4231-32B122C42933}"/>
              </a:ext>
            </a:extLst>
          </p:cNvPr>
          <p:cNvSpPr/>
          <p:nvPr/>
        </p:nvSpPr>
        <p:spPr>
          <a:xfrm rot="20767265">
            <a:off x="6683206" y="1254795"/>
            <a:ext cx="2177678" cy="3180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70000"/>
              </a:lnSpc>
            </a:pPr>
            <a:r>
              <a:rPr lang="en-GB" sz="1100" dirty="0"/>
              <a:t>Delete the existing image, add your own, and send it to the back</a:t>
            </a:r>
          </a:p>
        </p:txBody>
      </p:sp>
    </p:spTree>
    <p:extLst>
      <p:ext uri="{BB962C8B-B14F-4D97-AF65-F5344CB8AC3E}">
        <p14:creationId xmlns:p14="http://schemas.microsoft.com/office/powerpoint/2010/main" val="2762160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9BFBC-4C70-2BDC-B0D7-99A2FFE2EB60}"/>
            </a:ext>
          </a:extLst>
        </p:cNvPr>
        <p:cNvGrpSpPr/>
        <p:nvPr/>
      </p:nvGrpSpPr>
      <p:grpSpPr>
        <a:xfrm>
          <a:off x="0" y="0"/>
          <a:ext cx="0" cy="0"/>
          <a:chOff x="0" y="0"/>
          <a:chExt cx="0" cy="0"/>
        </a:xfrm>
      </p:grpSpPr>
      <p:pic>
        <p:nvPicPr>
          <p:cNvPr id="37" name="Espace réservé pour une image  36">
            <a:extLst>
              <a:ext uri="{FF2B5EF4-FFF2-40B4-BE49-F238E27FC236}">
                <a16:creationId xmlns:a16="http://schemas.microsoft.com/office/drawing/2014/main" id="{707B0E47-7AC7-19BF-4ECE-907D929F5CF8}"/>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783" r="783"/>
          <a:stretch>
            <a:fillRect/>
          </a:stretch>
        </p:blipFill>
        <p:spPr>
          <a:prstGeom prst="rect">
            <a:avLst/>
          </a:prstGeom>
        </p:spPr>
      </p:pic>
      <p:grpSp>
        <p:nvGrpSpPr>
          <p:cNvPr id="8" name="Groupe 7">
            <a:extLst>
              <a:ext uri="{FF2B5EF4-FFF2-40B4-BE49-F238E27FC236}">
                <a16:creationId xmlns:a16="http://schemas.microsoft.com/office/drawing/2014/main" id="{F74AB67E-45B6-215D-623B-B4EBB682AC28}"/>
              </a:ext>
            </a:extLst>
          </p:cNvPr>
          <p:cNvGrpSpPr/>
          <p:nvPr/>
        </p:nvGrpSpPr>
        <p:grpSpPr>
          <a:xfrm>
            <a:off x="4370519" y="1005047"/>
            <a:ext cx="327647" cy="3426171"/>
            <a:chOff x="3786364" y="2212182"/>
            <a:chExt cx="327647" cy="2909518"/>
          </a:xfrm>
        </p:grpSpPr>
        <p:sp>
          <p:nvSpPr>
            <p:cNvPr id="18" name="Rectangle 17">
              <a:extLst>
                <a:ext uri="{FF2B5EF4-FFF2-40B4-BE49-F238E27FC236}">
                  <a16:creationId xmlns:a16="http://schemas.microsoft.com/office/drawing/2014/main" id="{3418CF5A-290E-0CFD-F5F2-44C1F1D85132}"/>
                </a:ext>
              </a:extLst>
            </p:cNvPr>
            <p:cNvSpPr/>
            <p:nvPr/>
          </p:nvSpPr>
          <p:spPr>
            <a:xfrm>
              <a:off x="3873823" y="2392597"/>
              <a:ext cx="240188" cy="2692800"/>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27493294-7300-8E69-8907-D9B997E6BAF7}"/>
                </a:ext>
              </a:extLst>
            </p:cNvPr>
            <p:cNvSpPr/>
            <p:nvPr/>
          </p:nvSpPr>
          <p:spPr>
            <a:xfrm>
              <a:off x="3786364" y="2212182"/>
              <a:ext cx="317397" cy="290951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grpSp>
      <p:sp>
        <p:nvSpPr>
          <p:cNvPr id="3" name="Espace réservé du texte 2">
            <a:extLst>
              <a:ext uri="{FF2B5EF4-FFF2-40B4-BE49-F238E27FC236}">
                <a16:creationId xmlns:a16="http://schemas.microsoft.com/office/drawing/2014/main" id="{8CD3FD2D-EAD9-32F7-F956-3CE9512DA2E7}"/>
              </a:ext>
            </a:extLst>
          </p:cNvPr>
          <p:cNvSpPr>
            <a:spLocks noGrp="1"/>
          </p:cNvSpPr>
          <p:nvPr>
            <p:ph type="body" sz="quarter" idx="15"/>
          </p:nvPr>
        </p:nvSpPr>
        <p:spPr/>
        <p:txBody>
          <a:bodyPr/>
          <a:lstStyle/>
          <a:p>
            <a:r>
              <a:rPr lang="en-GB" noProof="1"/>
              <a:t>My lonnnnnnnnnnnng TITLE OF REFERENCE</a:t>
            </a:r>
          </a:p>
        </p:txBody>
      </p:sp>
      <p:sp>
        <p:nvSpPr>
          <p:cNvPr id="4" name="Espace réservé du texte 3">
            <a:extLst>
              <a:ext uri="{FF2B5EF4-FFF2-40B4-BE49-F238E27FC236}">
                <a16:creationId xmlns:a16="http://schemas.microsoft.com/office/drawing/2014/main" id="{D4DB6984-B744-5DA2-F8A8-F3E55E423A01}"/>
              </a:ext>
            </a:extLst>
          </p:cNvPr>
          <p:cNvSpPr>
            <a:spLocks noGrp="1"/>
          </p:cNvSpPr>
          <p:nvPr>
            <p:ph type="body" sz="quarter" idx="16"/>
          </p:nvPr>
        </p:nvSpPr>
        <p:spPr/>
        <p:txBody>
          <a:bodyPr/>
          <a:lstStyle/>
          <a:p>
            <a:r>
              <a:rPr lang="en-GB" noProof="1"/>
              <a:t>Subtitle about the project and client</a:t>
            </a:r>
          </a:p>
        </p:txBody>
      </p:sp>
      <p:sp>
        <p:nvSpPr>
          <p:cNvPr id="23" name="Rectangle 22">
            <a:extLst>
              <a:ext uri="{FF2B5EF4-FFF2-40B4-BE49-F238E27FC236}">
                <a16:creationId xmlns:a16="http://schemas.microsoft.com/office/drawing/2014/main" id="{E4114A0A-5FA5-038B-47A9-C6DE7B61AF47}"/>
              </a:ext>
            </a:extLst>
          </p:cNvPr>
          <p:cNvSpPr/>
          <p:nvPr/>
        </p:nvSpPr>
        <p:spPr>
          <a:xfrm rot="16200000">
            <a:off x="7314334" y="-376996"/>
            <a:ext cx="888139" cy="2844000"/>
          </a:xfrm>
          <a:prstGeom prst="rect">
            <a:avLst/>
          </a:prstGeom>
          <a:gradFill flip="none" rotWithShape="1">
            <a:gsLst>
              <a:gs pos="0">
                <a:schemeClr val="tx1"/>
              </a:gs>
              <a:gs pos="35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9" name="Textfeld 67">
            <a:extLst>
              <a:ext uri="{FF2B5EF4-FFF2-40B4-BE49-F238E27FC236}">
                <a16:creationId xmlns:a16="http://schemas.microsoft.com/office/drawing/2014/main" id="{504DBDA7-347C-22C6-7987-C50D27A1BA55}"/>
              </a:ext>
            </a:extLst>
          </p:cNvPr>
          <p:cNvSpPr txBox="1"/>
          <p:nvPr/>
        </p:nvSpPr>
        <p:spPr>
          <a:xfrm>
            <a:off x="2414357" y="4704285"/>
            <a:ext cx="689066" cy="193258"/>
          </a:xfrm>
          <a:prstGeom prst="rect">
            <a:avLst/>
          </a:prstGeom>
          <a:noFill/>
        </p:spPr>
        <p:txBody>
          <a:bodyPr wrap="square" rtlCol="0" anchor="ctr" anchorCtr="0">
            <a:noAutofit/>
          </a:bodyPr>
          <a:lstStyle/>
          <a:p>
            <a:pPr defTabSz="685818">
              <a:lnSpc>
                <a:spcPct val="80000"/>
              </a:lnSpc>
              <a:buClr>
                <a:srgbClr val="1D94C9"/>
              </a:buClr>
              <a:buSzPct val="130000"/>
              <a:defRPr/>
            </a:pPr>
            <a:r>
              <a:rPr lang="en-GB" sz="800" b="1" dirty="0"/>
              <a:t>XXX FTE</a:t>
            </a:r>
          </a:p>
        </p:txBody>
      </p:sp>
      <p:sp>
        <p:nvSpPr>
          <p:cNvPr id="10" name="Textfeld 67">
            <a:extLst>
              <a:ext uri="{FF2B5EF4-FFF2-40B4-BE49-F238E27FC236}">
                <a16:creationId xmlns:a16="http://schemas.microsoft.com/office/drawing/2014/main" id="{DC3EE985-6E0B-59F3-6599-5E0211BBE0A7}"/>
              </a:ext>
            </a:extLst>
          </p:cNvPr>
          <p:cNvSpPr txBox="1"/>
          <p:nvPr/>
        </p:nvSpPr>
        <p:spPr>
          <a:xfrm>
            <a:off x="4550298" y="4655041"/>
            <a:ext cx="587265" cy="291747"/>
          </a:xfrm>
          <a:prstGeom prst="rect">
            <a:avLst/>
          </a:prstGeom>
          <a:noFill/>
        </p:spPr>
        <p:txBody>
          <a:bodyPr wrap="square" rtlCol="0" anchor="ctr" anchorCtr="0">
            <a:noAutofit/>
          </a:bodyPr>
          <a:lstStyle/>
          <a:p>
            <a:pPr>
              <a:lnSpc>
                <a:spcPct val="80000"/>
              </a:lnSpc>
            </a:pPr>
            <a:r>
              <a:rPr lang="en-GB" sz="800" b="1" noProof="1"/>
              <a:t>Since </a:t>
            </a:r>
            <a:br>
              <a:rPr lang="en-GB" sz="800" b="1" noProof="1"/>
            </a:br>
            <a:r>
              <a:rPr lang="en-GB" sz="800" b="1" noProof="1"/>
              <a:t>Xxxx</a:t>
            </a:r>
          </a:p>
        </p:txBody>
      </p:sp>
      <p:sp>
        <p:nvSpPr>
          <p:cNvPr id="11" name="Textfeld 67">
            <a:extLst>
              <a:ext uri="{FF2B5EF4-FFF2-40B4-BE49-F238E27FC236}">
                <a16:creationId xmlns:a16="http://schemas.microsoft.com/office/drawing/2014/main" id="{4D2AF649-1A85-5D52-F9F7-603BCF51B623}"/>
              </a:ext>
            </a:extLst>
          </p:cNvPr>
          <p:cNvSpPr txBox="1"/>
          <p:nvPr/>
        </p:nvSpPr>
        <p:spPr>
          <a:xfrm>
            <a:off x="5560013" y="4704285"/>
            <a:ext cx="689066" cy="193258"/>
          </a:xfrm>
          <a:prstGeom prst="rect">
            <a:avLst/>
          </a:prstGeom>
          <a:noFill/>
        </p:spPr>
        <p:txBody>
          <a:bodyPr wrap="square" rtlCol="0" anchor="ctr" anchorCtr="0">
            <a:noAutofit/>
          </a:bodyPr>
          <a:lstStyle/>
          <a:p>
            <a:pPr>
              <a:lnSpc>
                <a:spcPct val="80000"/>
              </a:lnSpc>
            </a:pPr>
            <a:r>
              <a:rPr lang="en-GB" sz="800" b="1" noProof="1"/>
              <a:t>Xxxxxx</a:t>
            </a:r>
          </a:p>
        </p:txBody>
      </p:sp>
      <p:sp>
        <p:nvSpPr>
          <p:cNvPr id="12" name="Textfeld 67">
            <a:extLst>
              <a:ext uri="{FF2B5EF4-FFF2-40B4-BE49-F238E27FC236}">
                <a16:creationId xmlns:a16="http://schemas.microsoft.com/office/drawing/2014/main" id="{D7383397-A96A-53C7-6FC9-97F073F6D22E}"/>
              </a:ext>
            </a:extLst>
          </p:cNvPr>
          <p:cNvSpPr txBox="1"/>
          <p:nvPr/>
        </p:nvSpPr>
        <p:spPr>
          <a:xfrm>
            <a:off x="3543285" y="4655041"/>
            <a:ext cx="654763" cy="291747"/>
          </a:xfrm>
          <a:prstGeom prst="rect">
            <a:avLst/>
          </a:prstGeom>
          <a:noFill/>
        </p:spPr>
        <p:txBody>
          <a:bodyPr wrap="square" rtlCol="0" anchor="ctr" anchorCtr="0">
            <a:noAutofit/>
          </a:bodyPr>
          <a:lstStyle/>
          <a:p>
            <a:pPr>
              <a:lnSpc>
                <a:spcPct val="80000"/>
              </a:lnSpc>
            </a:pPr>
            <a:r>
              <a:rPr lang="en-GB" sz="800" b="1" noProof="1"/>
              <a:t>Service contract</a:t>
            </a:r>
          </a:p>
        </p:txBody>
      </p:sp>
      <p:pic>
        <p:nvPicPr>
          <p:cNvPr id="13" name="Graphique 12">
            <a:extLst>
              <a:ext uri="{FF2B5EF4-FFF2-40B4-BE49-F238E27FC236}">
                <a16:creationId xmlns:a16="http://schemas.microsoft.com/office/drawing/2014/main" id="{D19CEB36-20F9-7A47-EEA0-56B860AF259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98404" y="4638914"/>
            <a:ext cx="324000" cy="324000"/>
          </a:xfrm>
          <a:prstGeom prst="rect">
            <a:avLst/>
          </a:prstGeom>
        </p:spPr>
      </p:pic>
      <p:pic>
        <p:nvPicPr>
          <p:cNvPr id="14" name="Graphique 13">
            <a:extLst>
              <a:ext uri="{FF2B5EF4-FFF2-40B4-BE49-F238E27FC236}">
                <a16:creationId xmlns:a16="http://schemas.microsoft.com/office/drawing/2014/main" id="{30BF6B4D-25E3-66CE-D757-7467D8FB5C7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4208298" y="4629914"/>
            <a:ext cx="342000" cy="342000"/>
          </a:xfrm>
          <a:prstGeom prst="rect">
            <a:avLst/>
          </a:prstGeom>
        </p:spPr>
      </p:pic>
      <p:pic>
        <p:nvPicPr>
          <p:cNvPr id="15" name="Graphique 14">
            <a:extLst>
              <a:ext uri="{FF2B5EF4-FFF2-40B4-BE49-F238E27FC236}">
                <a16:creationId xmlns:a16="http://schemas.microsoft.com/office/drawing/2014/main" id="{36F3D6B1-24D0-1429-7A82-2693ADD3DFA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16974" y="4630818"/>
            <a:ext cx="340192" cy="340192"/>
          </a:xfrm>
          <a:prstGeom prst="rect">
            <a:avLst/>
          </a:prstGeom>
        </p:spPr>
      </p:pic>
      <p:pic>
        <p:nvPicPr>
          <p:cNvPr id="16" name="Graphique 15">
            <a:extLst>
              <a:ext uri="{FF2B5EF4-FFF2-40B4-BE49-F238E27FC236}">
                <a16:creationId xmlns:a16="http://schemas.microsoft.com/office/drawing/2014/main" id="{04FF3157-89C2-0F66-4C06-517D6C1A083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12077" y="4619848"/>
            <a:ext cx="362132" cy="362132"/>
          </a:xfrm>
          <a:prstGeom prst="rect">
            <a:avLst/>
          </a:prstGeom>
        </p:spPr>
      </p:pic>
      <p:grpSp>
        <p:nvGrpSpPr>
          <p:cNvPr id="43" name="Groupe 42">
            <a:extLst>
              <a:ext uri="{FF2B5EF4-FFF2-40B4-BE49-F238E27FC236}">
                <a16:creationId xmlns:a16="http://schemas.microsoft.com/office/drawing/2014/main" id="{2BF93C81-BF3D-F56F-C1F3-F10B66FF79B9}"/>
              </a:ext>
            </a:extLst>
          </p:cNvPr>
          <p:cNvGrpSpPr/>
          <p:nvPr/>
        </p:nvGrpSpPr>
        <p:grpSpPr>
          <a:xfrm>
            <a:off x="1449702" y="1005047"/>
            <a:ext cx="327647" cy="4006000"/>
            <a:chOff x="3786364" y="2212182"/>
            <a:chExt cx="327647" cy="2909518"/>
          </a:xfrm>
        </p:grpSpPr>
        <p:sp>
          <p:nvSpPr>
            <p:cNvPr id="44" name="Rectangle 43">
              <a:extLst>
                <a:ext uri="{FF2B5EF4-FFF2-40B4-BE49-F238E27FC236}">
                  <a16:creationId xmlns:a16="http://schemas.microsoft.com/office/drawing/2014/main" id="{47E11FA1-A88C-A6E5-2B7F-15569B804F06}"/>
                </a:ext>
              </a:extLst>
            </p:cNvPr>
            <p:cNvSpPr/>
            <p:nvPr/>
          </p:nvSpPr>
          <p:spPr>
            <a:xfrm>
              <a:off x="3873823" y="2392597"/>
              <a:ext cx="240188" cy="2692800"/>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
          <p:nvSpPr>
            <p:cNvPr id="45" name="Rectangle 44">
              <a:extLst>
                <a:ext uri="{FF2B5EF4-FFF2-40B4-BE49-F238E27FC236}">
                  <a16:creationId xmlns:a16="http://schemas.microsoft.com/office/drawing/2014/main" id="{51685C8D-FA01-AD98-25A1-B27B365AE2E6}"/>
                </a:ext>
              </a:extLst>
            </p:cNvPr>
            <p:cNvSpPr/>
            <p:nvPr/>
          </p:nvSpPr>
          <p:spPr>
            <a:xfrm>
              <a:off x="3786364" y="2212182"/>
              <a:ext cx="317397" cy="290951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grpSp>
      <p:sp>
        <p:nvSpPr>
          <p:cNvPr id="46" name="Rectangle 45">
            <a:extLst>
              <a:ext uri="{FF2B5EF4-FFF2-40B4-BE49-F238E27FC236}">
                <a16:creationId xmlns:a16="http://schemas.microsoft.com/office/drawing/2014/main" id="{82F72D77-F8B8-9F84-5E27-7A77603B5386}"/>
              </a:ext>
            </a:extLst>
          </p:cNvPr>
          <p:cNvSpPr/>
          <p:nvPr/>
        </p:nvSpPr>
        <p:spPr>
          <a:xfrm>
            <a:off x="4843925" y="1938573"/>
            <a:ext cx="1550849" cy="2342180"/>
          </a:xfrm>
          <a:prstGeom prst="rect">
            <a:avLst/>
          </a:prstGeom>
          <a:noFill/>
          <a:ln>
            <a:noFill/>
          </a:ln>
        </p:spPr>
        <p:txBody>
          <a:bodyPr wrap="square" lIns="0" tIns="0" rIns="0" bIns="0">
            <a:noAutofit/>
          </a:bodyPr>
          <a:lstStyle/>
          <a:p>
            <a:pPr marL="108000" lvl="1" indent="-108000">
              <a:lnSpc>
                <a:spcPct val="90000"/>
              </a:lnSpc>
              <a:spcAft>
                <a:spcPts val="600"/>
              </a:spcAft>
              <a:buClr>
                <a:schemeClr val="accent4"/>
              </a:buClr>
              <a:buFont typeface="Arial" panose="020B0604020202020204" pitchFamily="34" charset="0"/>
              <a:buChar char="•"/>
            </a:pPr>
            <a:r>
              <a:rPr lang="en-GB" sz="900" noProof="1"/>
              <a:t>sed ut perspiciatis</a:t>
            </a:r>
          </a:p>
          <a:p>
            <a:pPr marL="108000" lvl="1" indent="-108000">
              <a:lnSpc>
                <a:spcPct val="90000"/>
              </a:lnSpc>
              <a:spcAft>
                <a:spcPts val="600"/>
              </a:spcAft>
              <a:buClr>
                <a:schemeClr val="accent4"/>
              </a:buClr>
              <a:buFont typeface="Arial" panose="020B0604020202020204" pitchFamily="34" charset="0"/>
              <a:buChar char="•"/>
            </a:pPr>
            <a:r>
              <a:rPr lang="en-GB" sz="900" noProof="1"/>
              <a:t>unde omnis iste natus </a:t>
            </a:r>
          </a:p>
          <a:p>
            <a:pPr marL="108000" lvl="1" indent="-108000">
              <a:lnSpc>
                <a:spcPct val="90000"/>
              </a:lnSpc>
              <a:spcAft>
                <a:spcPts val="600"/>
              </a:spcAft>
              <a:buClr>
                <a:schemeClr val="accent4"/>
              </a:buClr>
              <a:buFont typeface="Arial" panose="020B0604020202020204" pitchFamily="34" charset="0"/>
              <a:buChar char="•"/>
            </a:pPr>
            <a:r>
              <a:rPr lang="en-GB" sz="900" noProof="1"/>
              <a:t>error sit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 accusantium </a:t>
            </a:r>
          </a:p>
          <a:p>
            <a:pPr marL="108000" lvl="1" indent="-108000">
              <a:lnSpc>
                <a:spcPct val="90000"/>
              </a:lnSpc>
              <a:spcAft>
                <a:spcPts val="600"/>
              </a:spcAft>
              <a:buClr>
                <a:schemeClr val="accent4"/>
              </a:buClr>
              <a:buFont typeface="Arial" panose="020B0604020202020204" pitchFamily="34" charset="0"/>
              <a:buChar char="•"/>
            </a:pPr>
            <a:r>
              <a:rPr lang="en-GB" sz="900" noProof="1"/>
              <a:t>doloremque laudantium</a:t>
            </a:r>
          </a:p>
          <a:p>
            <a:pPr marL="108000" lvl="1" indent="-108000">
              <a:lnSpc>
                <a:spcPct val="90000"/>
              </a:lnSpc>
              <a:spcAft>
                <a:spcPts val="600"/>
              </a:spcAft>
              <a:buClr>
                <a:schemeClr val="accent4"/>
              </a:buClr>
              <a:buFont typeface="Arial" panose="020B0604020202020204" pitchFamily="34" charset="0"/>
              <a:buChar char="•"/>
            </a:pPr>
            <a:r>
              <a:rPr lang="en-GB" sz="900" noProof="1"/>
              <a:t> totam rem aperiam</a:t>
            </a:r>
          </a:p>
          <a:p>
            <a:pPr marL="108000" lvl="1" indent="-108000">
              <a:lnSpc>
                <a:spcPct val="90000"/>
              </a:lnSpc>
              <a:spcAft>
                <a:spcPts val="600"/>
              </a:spcAft>
              <a:buClr>
                <a:schemeClr val="accent4"/>
              </a:buClr>
              <a:buFont typeface="Arial" panose="020B0604020202020204" pitchFamily="34" charset="0"/>
              <a:buChar char="•"/>
            </a:pPr>
            <a:r>
              <a:rPr lang="en-GB" sz="900" noProof="1"/>
              <a:t>sed ut perspiciatis</a:t>
            </a:r>
          </a:p>
          <a:p>
            <a:pPr marL="108000" lvl="1" indent="-108000">
              <a:lnSpc>
                <a:spcPct val="90000"/>
              </a:lnSpc>
              <a:spcAft>
                <a:spcPts val="600"/>
              </a:spcAft>
              <a:buClr>
                <a:schemeClr val="accent4"/>
              </a:buClr>
              <a:buFont typeface="Arial" panose="020B0604020202020204" pitchFamily="34" charset="0"/>
              <a:buChar char="•"/>
            </a:pPr>
            <a:r>
              <a:rPr lang="en-GB" sz="900" noProof="1"/>
              <a:t>unde omnis iste natus </a:t>
            </a:r>
          </a:p>
          <a:p>
            <a:pPr marL="108000" lvl="1" indent="-108000">
              <a:lnSpc>
                <a:spcPct val="90000"/>
              </a:lnSpc>
              <a:spcAft>
                <a:spcPts val="600"/>
              </a:spcAft>
              <a:buClr>
                <a:schemeClr val="accent4"/>
              </a:buClr>
              <a:buFont typeface="Arial" panose="020B0604020202020204" pitchFamily="34" charset="0"/>
              <a:buChar char="•"/>
            </a:pPr>
            <a:r>
              <a:rPr lang="en-GB" sz="900" noProof="1"/>
              <a:t>error sit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 accusantium </a:t>
            </a:r>
          </a:p>
          <a:p>
            <a:pPr marL="108000" lvl="1" indent="-108000">
              <a:lnSpc>
                <a:spcPct val="90000"/>
              </a:lnSpc>
              <a:spcAft>
                <a:spcPts val="600"/>
              </a:spcAft>
              <a:buClr>
                <a:schemeClr val="accent4"/>
              </a:buClr>
              <a:buFont typeface="Arial" panose="020B0604020202020204" pitchFamily="34" charset="0"/>
              <a:buChar char="•"/>
            </a:pPr>
            <a:r>
              <a:rPr lang="en-GB" sz="900" noProof="1"/>
              <a:t>doloremque laudantium</a:t>
            </a:r>
          </a:p>
          <a:p>
            <a:pPr marL="108000" lvl="1" indent="-108000">
              <a:lnSpc>
                <a:spcPct val="90000"/>
              </a:lnSpc>
              <a:spcAft>
                <a:spcPts val="600"/>
              </a:spcAft>
              <a:buClr>
                <a:schemeClr val="accent4"/>
              </a:buClr>
              <a:buFont typeface="Arial" panose="020B0604020202020204" pitchFamily="34" charset="0"/>
              <a:buChar char="•"/>
            </a:pPr>
            <a:r>
              <a:rPr lang="en-GB" sz="900" noProof="1"/>
              <a:t> totam rem aperiam</a:t>
            </a:r>
          </a:p>
        </p:txBody>
      </p:sp>
      <p:sp>
        <p:nvSpPr>
          <p:cNvPr id="48" name="Rectangle 47">
            <a:extLst>
              <a:ext uri="{FF2B5EF4-FFF2-40B4-BE49-F238E27FC236}">
                <a16:creationId xmlns:a16="http://schemas.microsoft.com/office/drawing/2014/main" id="{BFF508F2-7376-7053-8A54-1211C7EC5FB6}"/>
              </a:ext>
            </a:extLst>
          </p:cNvPr>
          <p:cNvSpPr/>
          <p:nvPr/>
        </p:nvSpPr>
        <p:spPr>
          <a:xfrm>
            <a:off x="1929320" y="1938573"/>
            <a:ext cx="2768846" cy="2348335"/>
          </a:xfrm>
          <a:prstGeom prst="rect">
            <a:avLst/>
          </a:prstGeom>
          <a:noFill/>
          <a:ln>
            <a:noFill/>
          </a:ln>
        </p:spPr>
        <p:txBody>
          <a:bodyPr wrap="square" tIns="0">
            <a:noAutofit/>
          </a:bodyPr>
          <a:lstStyle/>
          <a:p>
            <a:pPr marL="0" lvl="1">
              <a:lnSpc>
                <a:spcPct val="90000"/>
              </a:lnSpc>
              <a:spcAft>
                <a:spcPts val="600"/>
              </a:spcAft>
              <a:buClr>
                <a:schemeClr val="accent4"/>
              </a:buClr>
            </a:pPr>
            <a:r>
              <a:rPr lang="en-GB" sz="900" noProof="1"/>
              <a:t>Sed ut perspiciatis unde omnis iste natus error sit voluptatem accusantium doloremque laudantium, totam rem aperiam :</a:t>
            </a:r>
          </a:p>
          <a:p>
            <a:pPr marL="108000" lvl="1" indent="-108000">
              <a:lnSpc>
                <a:spcPct val="90000"/>
              </a:lnSpc>
              <a:spcAft>
                <a:spcPts val="600"/>
              </a:spcAft>
              <a:buClr>
                <a:schemeClr val="accent4"/>
              </a:buClr>
              <a:buFont typeface="Arial" panose="020B0604020202020204" pitchFamily="34" charset="0"/>
              <a:buChar char="•"/>
            </a:pPr>
            <a:r>
              <a:rPr lang="en-GB" sz="900" noProof="1"/>
              <a:t>Eaque ipsa quae ab illo inventore veritatis et quasi architecto beatae vitae dicta sunt explicabo</a:t>
            </a:r>
          </a:p>
          <a:p>
            <a:pPr marL="108000" lvl="1" indent="-108000">
              <a:lnSpc>
                <a:spcPct val="90000"/>
              </a:lnSpc>
              <a:spcAft>
                <a:spcPts val="600"/>
              </a:spcAft>
              <a:buClr>
                <a:schemeClr val="accent4"/>
              </a:buClr>
              <a:buFont typeface="Arial" panose="020B0604020202020204" pitchFamily="34" charset="0"/>
              <a:buChar char="•"/>
            </a:pPr>
            <a:r>
              <a:rPr lang="en-GB" sz="900" noProof="1"/>
              <a:t>Nemo enim ipsam voluptatem quia voluptas sit aspernatur aut odit aut fugit, sed quia consequuntur magni dolores eos qui ratione voluptatem sequi nesciunt</a:t>
            </a:r>
          </a:p>
          <a:p>
            <a:pPr marL="108000" lvl="1" indent="-108000">
              <a:lnSpc>
                <a:spcPct val="90000"/>
              </a:lnSpc>
              <a:spcAft>
                <a:spcPts val="600"/>
              </a:spcAft>
              <a:buClr>
                <a:schemeClr val="accent4"/>
              </a:buClr>
              <a:buFont typeface="Arial" panose="020B0604020202020204" pitchFamily="34" charset="0"/>
              <a:buChar char="•"/>
            </a:pPr>
            <a:r>
              <a:rPr lang="en-GB" sz="900" noProof="1"/>
              <a:t>Neque porro quisquam est, qui dolorem ipsum quia dolor sit amet, consectetur, adipisci velit, sed quia non numquam eius modi tempora incidunt ut labore et dolore magnam aliquam quaerat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Ut enim ad minima veniam, quis nostrum exercitationem ullam corporis suscipit laboriosam, nisi ut aliquid ex ea commodi consequatur</a:t>
            </a:r>
          </a:p>
        </p:txBody>
      </p:sp>
      <p:sp>
        <p:nvSpPr>
          <p:cNvPr id="49" name="Rectangle 48">
            <a:extLst>
              <a:ext uri="{FF2B5EF4-FFF2-40B4-BE49-F238E27FC236}">
                <a16:creationId xmlns:a16="http://schemas.microsoft.com/office/drawing/2014/main" id="{81767A0C-39F0-8475-56BC-1F7372DE6BEA}"/>
              </a:ext>
            </a:extLst>
          </p:cNvPr>
          <p:cNvSpPr/>
          <p:nvPr/>
        </p:nvSpPr>
        <p:spPr>
          <a:xfrm>
            <a:off x="222286" y="1938573"/>
            <a:ext cx="1415740" cy="2195986"/>
          </a:xfrm>
          <a:prstGeom prst="rect">
            <a:avLst/>
          </a:prstGeom>
          <a:noFill/>
          <a:ln>
            <a:noFill/>
          </a:ln>
        </p:spPr>
        <p:txBody>
          <a:bodyPr wrap="square" lIns="0" tIns="0" rIns="0" bIns="0" numCol="1" spcCol="180000">
            <a:noAutofit/>
          </a:bodyPr>
          <a:lstStyle/>
          <a:p>
            <a:pPr marL="0" lvl="1">
              <a:lnSpc>
                <a:spcPct val="90000"/>
              </a:lnSpc>
              <a:spcAft>
                <a:spcPts val="600"/>
              </a:spcAft>
              <a:buClr>
                <a:schemeClr val="accent4"/>
              </a:buClr>
            </a:pPr>
            <a:r>
              <a:rPr lang="en-GB" sz="900" noProof="1"/>
              <a:t>Lorem ipsum dolor sit amet, consectetur adipiscing elit, sed do eiusmod tempor incididunt ut labore et dolore magna aliqua. Ut enim ad minim veniam, quis nostrud exercitation ullamco laboris nisi ut aliquip ex ea commodo consequat. </a:t>
            </a:r>
          </a:p>
          <a:p>
            <a:pPr marL="0" lvl="1">
              <a:lnSpc>
                <a:spcPct val="90000"/>
              </a:lnSpc>
              <a:spcAft>
                <a:spcPts val="600"/>
              </a:spcAft>
              <a:buClr>
                <a:schemeClr val="accent4"/>
              </a:buClr>
            </a:pPr>
            <a:r>
              <a:rPr lang="en-GB" sz="900" noProof="1"/>
              <a:t>Duis aute irure dolor in reprehenderit in voluptate velit esse cillum dolore eu fugiat nulla pariatur. Excepteur sint occaecat cupidatat non proident, sunt in culpa qui officia deserunt mollit anim id est laborum.</a:t>
            </a:r>
          </a:p>
        </p:txBody>
      </p:sp>
      <p:grpSp>
        <p:nvGrpSpPr>
          <p:cNvPr id="24" name="Groupe 23">
            <a:extLst>
              <a:ext uri="{FF2B5EF4-FFF2-40B4-BE49-F238E27FC236}">
                <a16:creationId xmlns:a16="http://schemas.microsoft.com/office/drawing/2014/main" id="{9D1C0142-6C2C-3D9D-A7D4-95AF1A6CF068}"/>
              </a:ext>
            </a:extLst>
          </p:cNvPr>
          <p:cNvGrpSpPr/>
          <p:nvPr/>
        </p:nvGrpSpPr>
        <p:grpSpPr>
          <a:xfrm>
            <a:off x="449289" y="1082898"/>
            <a:ext cx="754140" cy="673445"/>
            <a:chOff x="449289" y="1082898"/>
            <a:chExt cx="754140" cy="673445"/>
          </a:xfrm>
        </p:grpSpPr>
        <p:sp>
          <p:nvSpPr>
            <p:cNvPr id="51" name="Rectangle 50">
              <a:extLst>
                <a:ext uri="{FF2B5EF4-FFF2-40B4-BE49-F238E27FC236}">
                  <a16:creationId xmlns:a16="http://schemas.microsoft.com/office/drawing/2014/main" id="{ADC63EA7-D448-3440-553D-B39FC125F3FC}"/>
                </a:ext>
              </a:extLst>
            </p:cNvPr>
            <p:cNvSpPr/>
            <p:nvPr/>
          </p:nvSpPr>
          <p:spPr>
            <a:xfrm>
              <a:off x="590313" y="1082898"/>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52" name="Rectangle 51">
              <a:extLst>
                <a:ext uri="{FF2B5EF4-FFF2-40B4-BE49-F238E27FC236}">
                  <a16:creationId xmlns:a16="http://schemas.microsoft.com/office/drawing/2014/main" id="{4F385F67-AD61-2D04-86B3-11B38E8B19A2}"/>
                </a:ext>
              </a:extLst>
            </p:cNvPr>
            <p:cNvSpPr/>
            <p:nvPr/>
          </p:nvSpPr>
          <p:spPr>
            <a:xfrm>
              <a:off x="449289" y="1315945"/>
              <a:ext cx="754140" cy="18774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ABOUT</a:t>
              </a:r>
            </a:p>
          </p:txBody>
        </p:sp>
      </p:grpSp>
      <p:grpSp>
        <p:nvGrpSpPr>
          <p:cNvPr id="25" name="Groupe 24">
            <a:extLst>
              <a:ext uri="{FF2B5EF4-FFF2-40B4-BE49-F238E27FC236}">
                <a16:creationId xmlns:a16="http://schemas.microsoft.com/office/drawing/2014/main" id="{4F4381DC-8D59-B02C-E7A5-F494CE9420C8}"/>
              </a:ext>
            </a:extLst>
          </p:cNvPr>
          <p:cNvGrpSpPr/>
          <p:nvPr/>
        </p:nvGrpSpPr>
        <p:grpSpPr>
          <a:xfrm>
            <a:off x="4989681" y="1082898"/>
            <a:ext cx="842186" cy="673445"/>
            <a:chOff x="4989681" y="1082898"/>
            <a:chExt cx="842186" cy="673445"/>
          </a:xfrm>
        </p:grpSpPr>
        <p:sp>
          <p:nvSpPr>
            <p:cNvPr id="50" name="Rectangle 49">
              <a:extLst>
                <a:ext uri="{FF2B5EF4-FFF2-40B4-BE49-F238E27FC236}">
                  <a16:creationId xmlns:a16="http://schemas.microsoft.com/office/drawing/2014/main" id="{EA3B2D42-4649-1EF8-0900-B6464353B749}"/>
                </a:ext>
              </a:extLst>
            </p:cNvPr>
            <p:cNvSpPr/>
            <p:nvPr/>
          </p:nvSpPr>
          <p:spPr>
            <a:xfrm>
              <a:off x="5174728" y="1082898"/>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53" name="Rectangle 52">
              <a:extLst>
                <a:ext uri="{FF2B5EF4-FFF2-40B4-BE49-F238E27FC236}">
                  <a16:creationId xmlns:a16="http://schemas.microsoft.com/office/drawing/2014/main" id="{FCB889DC-6762-725B-ACEC-2BB6A9897AF3}"/>
                </a:ext>
              </a:extLst>
            </p:cNvPr>
            <p:cNvSpPr/>
            <p:nvPr/>
          </p:nvSpPr>
          <p:spPr>
            <a:xfrm>
              <a:off x="4989681" y="1229255"/>
              <a:ext cx="842186" cy="36112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STANDARDS</a:t>
              </a:r>
            </a:p>
            <a:p>
              <a:pPr algn="ctr" defTabSz="457189">
                <a:lnSpc>
                  <a:spcPct val="80000"/>
                </a:lnSpc>
                <a:spcAft>
                  <a:spcPts val="234"/>
                </a:spcAft>
                <a:defRPr/>
              </a:pPr>
              <a:r>
                <a:rPr lang="en-GB" sz="1200" b="1" noProof="1">
                  <a:solidFill>
                    <a:srgbClr val="7ECBEE">
                      <a:lumMod val="50000"/>
                    </a:srgbClr>
                  </a:solidFill>
                  <a:latin typeface="Calibri"/>
                </a:rPr>
                <a:t>&amp; TOOLS</a:t>
              </a:r>
            </a:p>
          </p:txBody>
        </p:sp>
      </p:grpSp>
      <p:grpSp>
        <p:nvGrpSpPr>
          <p:cNvPr id="22" name="Groupe 21">
            <a:extLst>
              <a:ext uri="{FF2B5EF4-FFF2-40B4-BE49-F238E27FC236}">
                <a16:creationId xmlns:a16="http://schemas.microsoft.com/office/drawing/2014/main" id="{585A3D5E-3406-61B2-4C80-3B0F1D430C6E}"/>
              </a:ext>
            </a:extLst>
          </p:cNvPr>
          <p:cNvGrpSpPr/>
          <p:nvPr/>
        </p:nvGrpSpPr>
        <p:grpSpPr>
          <a:xfrm>
            <a:off x="2781946" y="1081235"/>
            <a:ext cx="842186" cy="673445"/>
            <a:chOff x="2781946" y="1081235"/>
            <a:chExt cx="842186" cy="673445"/>
          </a:xfrm>
        </p:grpSpPr>
        <p:sp>
          <p:nvSpPr>
            <p:cNvPr id="54" name="Rectangle 53">
              <a:extLst>
                <a:ext uri="{FF2B5EF4-FFF2-40B4-BE49-F238E27FC236}">
                  <a16:creationId xmlns:a16="http://schemas.microsoft.com/office/drawing/2014/main" id="{3D3CC9C3-2BA6-F2B7-D22F-EA246B277C0D}"/>
                </a:ext>
              </a:extLst>
            </p:cNvPr>
            <p:cNvSpPr/>
            <p:nvPr/>
          </p:nvSpPr>
          <p:spPr>
            <a:xfrm>
              <a:off x="2966993" y="1081235"/>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55" name="Rectangle 54">
              <a:extLst>
                <a:ext uri="{FF2B5EF4-FFF2-40B4-BE49-F238E27FC236}">
                  <a16:creationId xmlns:a16="http://schemas.microsoft.com/office/drawing/2014/main" id="{78AD4005-D10F-9118-B2B7-CE6B299C0F54}"/>
                </a:ext>
              </a:extLst>
            </p:cNvPr>
            <p:cNvSpPr/>
            <p:nvPr/>
          </p:nvSpPr>
          <p:spPr>
            <a:xfrm>
              <a:off x="2781946" y="1239135"/>
              <a:ext cx="842186" cy="36112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ALTEN</a:t>
              </a:r>
            </a:p>
            <a:p>
              <a:pPr algn="ctr" defTabSz="457189">
                <a:lnSpc>
                  <a:spcPct val="80000"/>
                </a:lnSpc>
                <a:spcAft>
                  <a:spcPts val="234"/>
                </a:spcAft>
                <a:defRPr/>
              </a:pPr>
              <a:r>
                <a:rPr lang="en-GB" sz="1200" b="1" noProof="1">
                  <a:solidFill>
                    <a:srgbClr val="7ECBEE">
                      <a:lumMod val="50000"/>
                    </a:srgbClr>
                  </a:solidFill>
                  <a:latin typeface="Calibri"/>
                </a:rPr>
                <a:t>ACTIVITIES</a:t>
              </a:r>
            </a:p>
          </p:txBody>
        </p:sp>
      </p:grpSp>
      <p:sp>
        <p:nvSpPr>
          <p:cNvPr id="6" name="Rectangle 5">
            <a:extLst>
              <a:ext uri="{FF2B5EF4-FFF2-40B4-BE49-F238E27FC236}">
                <a16:creationId xmlns:a16="http://schemas.microsoft.com/office/drawing/2014/main" id="{8CABD344-41B7-001F-0D32-594C8B24187A}"/>
              </a:ext>
            </a:extLst>
          </p:cNvPr>
          <p:cNvSpPr/>
          <p:nvPr/>
        </p:nvSpPr>
        <p:spPr>
          <a:xfrm rot="5400000">
            <a:off x="7473188" y="863673"/>
            <a:ext cx="564385" cy="2844000"/>
          </a:xfrm>
          <a:prstGeom prst="rect">
            <a:avLst/>
          </a:prstGeom>
          <a:gradFill flip="none" rotWithShape="1">
            <a:gsLst>
              <a:gs pos="0">
                <a:schemeClr val="tx1"/>
              </a:gs>
              <a:gs pos="30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72394B57-8A89-063B-2A9C-B15C5B26F0C9}"/>
              </a:ext>
            </a:extLst>
          </p:cNvPr>
          <p:cNvSpPr/>
          <p:nvPr/>
        </p:nvSpPr>
        <p:spPr>
          <a:xfrm rot="16200000">
            <a:off x="7271667" y="1621771"/>
            <a:ext cx="973473" cy="2844000"/>
          </a:xfrm>
          <a:prstGeom prst="rect">
            <a:avLst/>
          </a:prstGeom>
          <a:gradFill flip="none" rotWithShape="1">
            <a:gsLst>
              <a:gs pos="0">
                <a:schemeClr val="tx1"/>
              </a:gs>
              <a:gs pos="30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90C2CECF-FC8D-934C-2993-F6CD0F09D274}"/>
              </a:ext>
            </a:extLst>
          </p:cNvPr>
          <p:cNvSpPr/>
          <p:nvPr/>
        </p:nvSpPr>
        <p:spPr>
          <a:xfrm>
            <a:off x="6808356" y="2104447"/>
            <a:ext cx="2003092" cy="564385"/>
          </a:xfrm>
          <a:prstGeom prst="rect">
            <a:avLst/>
          </a:prstGeom>
          <a:noFill/>
          <a:ln>
            <a:noFill/>
          </a:ln>
        </p:spPr>
        <p:txBody>
          <a:bodyPr wrap="square" anchor="ctr" anchorCtr="0">
            <a:spAutoFit/>
          </a:bodyPr>
          <a:lstStyle/>
          <a:p>
            <a:pPr algn="ctr" defTabSz="457189">
              <a:lnSpc>
                <a:spcPct val="80000"/>
              </a:lnSpc>
              <a:spcAft>
                <a:spcPts val="234"/>
              </a:spcAft>
              <a:defRPr/>
            </a:pPr>
            <a:r>
              <a:rPr lang="en-GB" sz="2400" b="1" spc="300" noProof="1">
                <a:solidFill>
                  <a:schemeClr val="bg1"/>
                </a:solidFill>
                <a:latin typeface="Arial Black" panose="020B0604020202020204" pitchFamily="34" charset="0"/>
                <a:cs typeface="Arial Black" panose="020B0604020202020204" pitchFamily="34" charset="0"/>
              </a:rPr>
              <a:t>ALTEN</a:t>
            </a:r>
            <a:br>
              <a:rPr lang="en-GB" sz="2400" b="1" spc="300" noProof="1">
                <a:gradFill>
                  <a:gsLst>
                    <a:gs pos="67000">
                      <a:schemeClr val="accent5"/>
                    </a:gs>
                    <a:gs pos="29000">
                      <a:schemeClr val="accent4"/>
                    </a:gs>
                    <a:gs pos="100000">
                      <a:srgbClr val="21C1B4"/>
                    </a:gs>
                  </a:gsLst>
                  <a:lin ang="0" scaled="1"/>
                </a:gradFill>
                <a:latin typeface="Arial Black" panose="020B0604020202020204" pitchFamily="34" charset="0"/>
                <a:cs typeface="Arial Black" panose="020B0604020202020204" pitchFamily="34" charset="0"/>
              </a:rPr>
            </a:br>
            <a:r>
              <a:rPr lang="en-GB" sz="1400" b="1" noProof="1">
                <a:gradFill>
                  <a:gsLst>
                    <a:gs pos="25000">
                      <a:schemeClr val="accent4"/>
                    </a:gs>
                    <a:gs pos="83000">
                      <a:schemeClr val="accent1"/>
                    </a:gs>
                  </a:gsLst>
                  <a:lin ang="0" scaled="1"/>
                </a:gradFill>
                <a:latin typeface="Arial Black" panose="020B0604020202020204" pitchFamily="34" charset="0"/>
                <a:cs typeface="Arial Black" panose="020B0604020202020204" pitchFamily="34" charset="0"/>
              </a:rPr>
              <a:t>ADDED VALUE</a:t>
            </a:r>
          </a:p>
        </p:txBody>
      </p:sp>
      <p:sp>
        <p:nvSpPr>
          <p:cNvPr id="40" name="Graphique 38">
            <a:extLst>
              <a:ext uri="{FF2B5EF4-FFF2-40B4-BE49-F238E27FC236}">
                <a16:creationId xmlns:a16="http://schemas.microsoft.com/office/drawing/2014/main" id="{9F397320-E944-9F8C-BD8C-FFD404B61403}"/>
              </a:ext>
            </a:extLst>
          </p:cNvPr>
          <p:cNvSpPr/>
          <p:nvPr/>
        </p:nvSpPr>
        <p:spPr>
          <a:xfrm>
            <a:off x="7179925" y="341155"/>
            <a:ext cx="1253607" cy="232266"/>
          </a:xfrm>
          <a:custGeom>
            <a:avLst/>
            <a:gdLst>
              <a:gd name="csX0" fmla="*/ 853440 w 1850727"/>
              <a:gd name="csY0" fmla="*/ 117158 h 342900"/>
              <a:gd name="csX1" fmla="*/ 727710 w 1850727"/>
              <a:gd name="csY1" fmla="*/ 6668 h 342900"/>
              <a:gd name="csX2" fmla="*/ 557213 w 1850727"/>
              <a:gd name="csY2" fmla="*/ 6668 h 342900"/>
              <a:gd name="csX3" fmla="*/ 557213 w 1850727"/>
              <a:gd name="csY3" fmla="*/ 335280 h 342900"/>
              <a:gd name="csX4" fmla="*/ 637223 w 1850727"/>
              <a:gd name="csY4" fmla="*/ 335280 h 342900"/>
              <a:gd name="csX5" fmla="*/ 637223 w 1850727"/>
              <a:gd name="csY5" fmla="*/ 78105 h 342900"/>
              <a:gd name="csX6" fmla="*/ 727710 w 1850727"/>
              <a:gd name="csY6" fmla="*/ 78105 h 342900"/>
              <a:gd name="csX7" fmla="*/ 773430 w 1850727"/>
              <a:gd name="csY7" fmla="*/ 119063 h 342900"/>
              <a:gd name="csX8" fmla="*/ 727710 w 1850727"/>
              <a:gd name="csY8" fmla="*/ 160020 h 342900"/>
              <a:gd name="csX9" fmla="*/ 650558 w 1850727"/>
              <a:gd name="csY9" fmla="*/ 160020 h 342900"/>
              <a:gd name="csX10" fmla="*/ 761048 w 1850727"/>
              <a:gd name="csY10" fmla="*/ 335280 h 342900"/>
              <a:gd name="csX11" fmla="*/ 852488 w 1850727"/>
              <a:gd name="csY11" fmla="*/ 335280 h 342900"/>
              <a:gd name="csX12" fmla="*/ 778193 w 1850727"/>
              <a:gd name="csY12" fmla="*/ 217170 h 342900"/>
              <a:gd name="csX13" fmla="*/ 853440 w 1850727"/>
              <a:gd name="csY13" fmla="*/ 117158 h 342900"/>
              <a:gd name="csX14" fmla="*/ 423863 w 1850727"/>
              <a:gd name="csY14" fmla="*/ 6668 h 342900"/>
              <a:gd name="csX15" fmla="*/ 503873 w 1850727"/>
              <a:gd name="csY15" fmla="*/ 6668 h 342900"/>
              <a:gd name="csX16" fmla="*/ 503873 w 1850727"/>
              <a:gd name="csY16" fmla="*/ 335280 h 342900"/>
              <a:gd name="csX17" fmla="*/ 423863 w 1850727"/>
              <a:gd name="csY17" fmla="*/ 335280 h 342900"/>
              <a:gd name="csX18" fmla="*/ 167640 w 1850727"/>
              <a:gd name="csY18" fmla="*/ 6668 h 342900"/>
              <a:gd name="csX19" fmla="*/ 0 w 1850727"/>
              <a:gd name="csY19" fmla="*/ 336233 h 342900"/>
              <a:gd name="csX20" fmla="*/ 90488 w 1850727"/>
              <a:gd name="csY20" fmla="*/ 336233 h 342900"/>
              <a:gd name="csX21" fmla="*/ 117158 w 1850727"/>
              <a:gd name="csY21" fmla="*/ 280988 h 342900"/>
              <a:gd name="csX22" fmla="*/ 252413 w 1850727"/>
              <a:gd name="csY22" fmla="*/ 280988 h 342900"/>
              <a:gd name="csX23" fmla="*/ 219075 w 1850727"/>
              <a:gd name="csY23" fmla="*/ 211455 h 342900"/>
              <a:gd name="csX24" fmla="*/ 151448 w 1850727"/>
              <a:gd name="csY24" fmla="*/ 211455 h 342900"/>
              <a:gd name="csX25" fmla="*/ 200978 w 1850727"/>
              <a:gd name="csY25" fmla="*/ 110490 h 342900"/>
              <a:gd name="csX26" fmla="*/ 201930 w 1850727"/>
              <a:gd name="csY26" fmla="*/ 110490 h 342900"/>
              <a:gd name="csX27" fmla="*/ 314325 w 1850727"/>
              <a:gd name="csY27" fmla="*/ 336233 h 342900"/>
              <a:gd name="csX28" fmla="*/ 406718 w 1850727"/>
              <a:gd name="csY28" fmla="*/ 336233 h 342900"/>
              <a:gd name="csX29" fmla="*/ 239078 w 1850727"/>
              <a:gd name="csY29" fmla="*/ 6668 h 342900"/>
              <a:gd name="csX30" fmla="*/ 1145858 w 1850727"/>
              <a:gd name="csY30" fmla="*/ 164783 h 342900"/>
              <a:gd name="csX31" fmla="*/ 1184910 w 1850727"/>
              <a:gd name="csY31" fmla="*/ 95250 h 342900"/>
              <a:gd name="csX32" fmla="*/ 1079183 w 1850727"/>
              <a:gd name="csY32" fmla="*/ 6668 h 342900"/>
              <a:gd name="csX33" fmla="*/ 891540 w 1850727"/>
              <a:gd name="csY33" fmla="*/ 6668 h 342900"/>
              <a:gd name="csX34" fmla="*/ 891540 w 1850727"/>
              <a:gd name="csY34" fmla="*/ 335280 h 342900"/>
              <a:gd name="csX35" fmla="*/ 1085850 w 1850727"/>
              <a:gd name="csY35" fmla="*/ 335280 h 342900"/>
              <a:gd name="csX36" fmla="*/ 1198245 w 1850727"/>
              <a:gd name="csY36" fmla="*/ 242888 h 342900"/>
              <a:gd name="csX37" fmla="*/ 1145858 w 1850727"/>
              <a:gd name="csY37" fmla="*/ 164783 h 342900"/>
              <a:gd name="csX38" fmla="*/ 971550 w 1850727"/>
              <a:gd name="csY38" fmla="*/ 76200 h 342900"/>
              <a:gd name="csX39" fmla="*/ 1078230 w 1850727"/>
              <a:gd name="csY39" fmla="*/ 76200 h 342900"/>
              <a:gd name="csX40" fmla="*/ 1106805 w 1850727"/>
              <a:gd name="csY40" fmla="*/ 104775 h 342900"/>
              <a:gd name="csX41" fmla="*/ 1078230 w 1850727"/>
              <a:gd name="csY41" fmla="*/ 133350 h 342900"/>
              <a:gd name="csX42" fmla="*/ 971550 w 1850727"/>
              <a:gd name="csY42" fmla="*/ 133350 h 342900"/>
              <a:gd name="csX43" fmla="*/ 971550 w 1850727"/>
              <a:gd name="csY43" fmla="*/ 76200 h 342900"/>
              <a:gd name="csX44" fmla="*/ 1081088 w 1850727"/>
              <a:gd name="csY44" fmla="*/ 266700 h 342900"/>
              <a:gd name="csX45" fmla="*/ 971550 w 1850727"/>
              <a:gd name="csY45" fmla="*/ 266700 h 342900"/>
              <a:gd name="csX46" fmla="*/ 971550 w 1850727"/>
              <a:gd name="csY46" fmla="*/ 200025 h 342900"/>
              <a:gd name="csX47" fmla="*/ 1081088 w 1850727"/>
              <a:gd name="csY47" fmla="*/ 200025 h 342900"/>
              <a:gd name="csX48" fmla="*/ 1115378 w 1850727"/>
              <a:gd name="csY48" fmla="*/ 233363 h 342900"/>
              <a:gd name="csX49" fmla="*/ 1081088 w 1850727"/>
              <a:gd name="csY49" fmla="*/ 266700 h 342900"/>
              <a:gd name="csX50" fmla="*/ 1451610 w 1850727"/>
              <a:gd name="csY50" fmla="*/ 190500 h 342900"/>
              <a:gd name="csX51" fmla="*/ 1383030 w 1850727"/>
              <a:gd name="csY51" fmla="*/ 267653 h 342900"/>
              <a:gd name="csX52" fmla="*/ 1315403 w 1850727"/>
              <a:gd name="csY52" fmla="*/ 190500 h 342900"/>
              <a:gd name="csX53" fmla="*/ 1315403 w 1850727"/>
              <a:gd name="csY53" fmla="*/ 6668 h 342900"/>
              <a:gd name="csX54" fmla="*/ 1233488 w 1850727"/>
              <a:gd name="csY54" fmla="*/ 6668 h 342900"/>
              <a:gd name="csX55" fmla="*/ 1233488 w 1850727"/>
              <a:gd name="csY55" fmla="*/ 184785 h 342900"/>
              <a:gd name="csX56" fmla="*/ 1383983 w 1850727"/>
              <a:gd name="csY56" fmla="*/ 342900 h 342900"/>
              <a:gd name="csX57" fmla="*/ 1534478 w 1850727"/>
              <a:gd name="csY57" fmla="*/ 184785 h 342900"/>
              <a:gd name="csX58" fmla="*/ 1534478 w 1850727"/>
              <a:gd name="csY58" fmla="*/ 6668 h 342900"/>
              <a:gd name="csX59" fmla="*/ 1452563 w 1850727"/>
              <a:gd name="csY59" fmla="*/ 6668 h 342900"/>
              <a:gd name="csX60" fmla="*/ 1452563 w 1850727"/>
              <a:gd name="csY60" fmla="*/ 190500 h 342900"/>
              <a:gd name="csX61" fmla="*/ 1747838 w 1850727"/>
              <a:gd name="csY61" fmla="*/ 138113 h 342900"/>
              <a:gd name="csX62" fmla="*/ 1655445 w 1850727"/>
              <a:gd name="csY62" fmla="*/ 96203 h 342900"/>
              <a:gd name="csX63" fmla="*/ 1706880 w 1850727"/>
              <a:gd name="csY63" fmla="*/ 71438 h 342900"/>
              <a:gd name="csX64" fmla="*/ 1820228 w 1850727"/>
              <a:gd name="csY64" fmla="*/ 98108 h 342900"/>
              <a:gd name="csX65" fmla="*/ 1845945 w 1850727"/>
              <a:gd name="csY65" fmla="*/ 31433 h 342900"/>
              <a:gd name="csX66" fmla="*/ 1706880 w 1850727"/>
              <a:gd name="csY66" fmla="*/ 0 h 342900"/>
              <a:gd name="csX67" fmla="*/ 1574483 w 1850727"/>
              <a:gd name="csY67" fmla="*/ 99060 h 342900"/>
              <a:gd name="csX68" fmla="*/ 1691640 w 1850727"/>
              <a:gd name="csY68" fmla="*/ 201930 h 342900"/>
              <a:gd name="csX69" fmla="*/ 1768793 w 1850727"/>
              <a:gd name="csY69" fmla="*/ 242888 h 342900"/>
              <a:gd name="csX70" fmla="*/ 1716405 w 1850727"/>
              <a:gd name="csY70" fmla="*/ 270510 h 342900"/>
              <a:gd name="csX71" fmla="*/ 1584960 w 1850727"/>
              <a:gd name="csY71" fmla="*/ 238125 h 342900"/>
              <a:gd name="csX72" fmla="*/ 1560195 w 1850727"/>
              <a:gd name="csY72" fmla="*/ 308610 h 342900"/>
              <a:gd name="csX73" fmla="*/ 1718310 w 1850727"/>
              <a:gd name="csY73" fmla="*/ 342900 h 342900"/>
              <a:gd name="csX74" fmla="*/ 1850708 w 1850727"/>
              <a:gd name="csY74" fmla="*/ 240030 h 342900"/>
              <a:gd name="csX75" fmla="*/ 1747838 w 1850727"/>
              <a:gd name="csY75" fmla="*/ 138113 h 3429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1850727" h="342900">
                <a:moveTo>
                  <a:pt x="853440" y="117158"/>
                </a:moveTo>
                <a:cubicBezTo>
                  <a:pt x="853440" y="54293"/>
                  <a:pt x="812483" y="6668"/>
                  <a:pt x="727710" y="6668"/>
                </a:cubicBezTo>
                <a:lnTo>
                  <a:pt x="557213" y="6668"/>
                </a:lnTo>
                <a:lnTo>
                  <a:pt x="557213" y="335280"/>
                </a:lnTo>
                <a:lnTo>
                  <a:pt x="637223" y="335280"/>
                </a:lnTo>
                <a:lnTo>
                  <a:pt x="637223" y="78105"/>
                </a:lnTo>
                <a:lnTo>
                  <a:pt x="727710" y="78105"/>
                </a:lnTo>
                <a:cubicBezTo>
                  <a:pt x="761048" y="78105"/>
                  <a:pt x="773430" y="97155"/>
                  <a:pt x="773430" y="119063"/>
                </a:cubicBezTo>
                <a:cubicBezTo>
                  <a:pt x="773430" y="141923"/>
                  <a:pt x="761048" y="160020"/>
                  <a:pt x="727710" y="160020"/>
                </a:cubicBezTo>
                <a:lnTo>
                  <a:pt x="650558" y="160020"/>
                </a:lnTo>
                <a:lnTo>
                  <a:pt x="761048" y="335280"/>
                </a:lnTo>
                <a:lnTo>
                  <a:pt x="852488" y="335280"/>
                </a:lnTo>
                <a:cubicBezTo>
                  <a:pt x="852488" y="335280"/>
                  <a:pt x="777240" y="217170"/>
                  <a:pt x="778193" y="217170"/>
                </a:cubicBezTo>
                <a:cubicBezTo>
                  <a:pt x="823913" y="206693"/>
                  <a:pt x="853440" y="174308"/>
                  <a:pt x="853440" y="117158"/>
                </a:cubicBezTo>
                <a:moveTo>
                  <a:pt x="423863" y="6668"/>
                </a:moveTo>
                <a:lnTo>
                  <a:pt x="503873" y="6668"/>
                </a:lnTo>
                <a:lnTo>
                  <a:pt x="503873" y="335280"/>
                </a:lnTo>
                <a:lnTo>
                  <a:pt x="423863" y="335280"/>
                </a:lnTo>
                <a:close/>
                <a:moveTo>
                  <a:pt x="167640" y="6668"/>
                </a:moveTo>
                <a:lnTo>
                  <a:pt x="0" y="336233"/>
                </a:lnTo>
                <a:lnTo>
                  <a:pt x="90488" y="336233"/>
                </a:lnTo>
                <a:lnTo>
                  <a:pt x="117158" y="280988"/>
                </a:lnTo>
                <a:lnTo>
                  <a:pt x="252413" y="280988"/>
                </a:lnTo>
                <a:lnTo>
                  <a:pt x="219075" y="211455"/>
                </a:lnTo>
                <a:lnTo>
                  <a:pt x="151448" y="211455"/>
                </a:lnTo>
                <a:lnTo>
                  <a:pt x="200978" y="110490"/>
                </a:lnTo>
                <a:lnTo>
                  <a:pt x="201930" y="110490"/>
                </a:lnTo>
                <a:lnTo>
                  <a:pt x="314325" y="336233"/>
                </a:lnTo>
                <a:lnTo>
                  <a:pt x="406718" y="336233"/>
                </a:lnTo>
                <a:lnTo>
                  <a:pt x="239078" y="6668"/>
                </a:lnTo>
                <a:close/>
                <a:moveTo>
                  <a:pt x="1145858" y="164783"/>
                </a:moveTo>
                <a:cubicBezTo>
                  <a:pt x="1171575" y="150495"/>
                  <a:pt x="1184910" y="128588"/>
                  <a:pt x="1184910" y="95250"/>
                </a:cubicBezTo>
                <a:cubicBezTo>
                  <a:pt x="1184910" y="41910"/>
                  <a:pt x="1144905" y="6668"/>
                  <a:pt x="1079183" y="6668"/>
                </a:cubicBezTo>
                <a:lnTo>
                  <a:pt x="891540" y="6668"/>
                </a:lnTo>
                <a:lnTo>
                  <a:pt x="891540" y="335280"/>
                </a:lnTo>
                <a:lnTo>
                  <a:pt x="1085850" y="335280"/>
                </a:lnTo>
                <a:cubicBezTo>
                  <a:pt x="1153478" y="335280"/>
                  <a:pt x="1198245" y="299085"/>
                  <a:pt x="1198245" y="242888"/>
                </a:cubicBezTo>
                <a:cubicBezTo>
                  <a:pt x="1199198" y="204788"/>
                  <a:pt x="1177290" y="176213"/>
                  <a:pt x="1145858" y="164783"/>
                </a:cubicBezTo>
                <a:moveTo>
                  <a:pt x="971550" y="76200"/>
                </a:moveTo>
                <a:lnTo>
                  <a:pt x="1078230" y="76200"/>
                </a:lnTo>
                <a:cubicBezTo>
                  <a:pt x="1094423" y="76200"/>
                  <a:pt x="1106805" y="88583"/>
                  <a:pt x="1106805" y="104775"/>
                </a:cubicBezTo>
                <a:cubicBezTo>
                  <a:pt x="1106805" y="120968"/>
                  <a:pt x="1094423" y="133350"/>
                  <a:pt x="1078230" y="133350"/>
                </a:cubicBezTo>
                <a:lnTo>
                  <a:pt x="971550" y="133350"/>
                </a:lnTo>
                <a:lnTo>
                  <a:pt x="971550" y="76200"/>
                </a:lnTo>
                <a:close/>
                <a:moveTo>
                  <a:pt x="1081088" y="266700"/>
                </a:moveTo>
                <a:lnTo>
                  <a:pt x="971550" y="266700"/>
                </a:lnTo>
                <a:lnTo>
                  <a:pt x="971550" y="200025"/>
                </a:lnTo>
                <a:lnTo>
                  <a:pt x="1081088" y="200025"/>
                </a:lnTo>
                <a:cubicBezTo>
                  <a:pt x="1100138" y="200025"/>
                  <a:pt x="1115378" y="214313"/>
                  <a:pt x="1115378" y="233363"/>
                </a:cubicBezTo>
                <a:cubicBezTo>
                  <a:pt x="1115378" y="252413"/>
                  <a:pt x="1100138" y="266700"/>
                  <a:pt x="1081088" y="266700"/>
                </a:cubicBezTo>
                <a:moveTo>
                  <a:pt x="1451610" y="190500"/>
                </a:moveTo>
                <a:cubicBezTo>
                  <a:pt x="1451610" y="240030"/>
                  <a:pt x="1428750" y="267653"/>
                  <a:pt x="1383030" y="267653"/>
                </a:cubicBezTo>
                <a:cubicBezTo>
                  <a:pt x="1338263" y="267653"/>
                  <a:pt x="1315403" y="240030"/>
                  <a:pt x="1315403" y="190500"/>
                </a:cubicBezTo>
                <a:lnTo>
                  <a:pt x="1315403" y="6668"/>
                </a:lnTo>
                <a:lnTo>
                  <a:pt x="1233488" y="6668"/>
                </a:lnTo>
                <a:lnTo>
                  <a:pt x="1233488" y="184785"/>
                </a:lnTo>
                <a:cubicBezTo>
                  <a:pt x="1233488" y="286703"/>
                  <a:pt x="1286828" y="342900"/>
                  <a:pt x="1383983" y="342900"/>
                </a:cubicBezTo>
                <a:cubicBezTo>
                  <a:pt x="1481138" y="342900"/>
                  <a:pt x="1534478" y="286703"/>
                  <a:pt x="1534478" y="184785"/>
                </a:cubicBezTo>
                <a:lnTo>
                  <a:pt x="1534478" y="6668"/>
                </a:lnTo>
                <a:lnTo>
                  <a:pt x="1452563" y="6668"/>
                </a:lnTo>
                <a:lnTo>
                  <a:pt x="1452563" y="190500"/>
                </a:lnTo>
                <a:close/>
                <a:moveTo>
                  <a:pt x="1747838" y="138113"/>
                </a:moveTo>
                <a:cubicBezTo>
                  <a:pt x="1671638" y="120015"/>
                  <a:pt x="1655445" y="118110"/>
                  <a:pt x="1655445" y="96203"/>
                </a:cubicBezTo>
                <a:cubicBezTo>
                  <a:pt x="1655445" y="79058"/>
                  <a:pt x="1674495" y="71438"/>
                  <a:pt x="1706880" y="71438"/>
                </a:cubicBezTo>
                <a:cubicBezTo>
                  <a:pt x="1749743" y="71438"/>
                  <a:pt x="1794510" y="81915"/>
                  <a:pt x="1820228" y="98108"/>
                </a:cubicBezTo>
                <a:lnTo>
                  <a:pt x="1845945" y="31433"/>
                </a:lnTo>
                <a:cubicBezTo>
                  <a:pt x="1811655" y="12383"/>
                  <a:pt x="1764030" y="0"/>
                  <a:pt x="1706880" y="0"/>
                </a:cubicBezTo>
                <a:cubicBezTo>
                  <a:pt x="1622108" y="0"/>
                  <a:pt x="1574483" y="41910"/>
                  <a:pt x="1574483" y="99060"/>
                </a:cubicBezTo>
                <a:cubicBezTo>
                  <a:pt x="1574483" y="160020"/>
                  <a:pt x="1609725" y="184785"/>
                  <a:pt x="1691640" y="201930"/>
                </a:cubicBezTo>
                <a:cubicBezTo>
                  <a:pt x="1755458" y="216218"/>
                  <a:pt x="1768793" y="224790"/>
                  <a:pt x="1768793" y="242888"/>
                </a:cubicBezTo>
                <a:cubicBezTo>
                  <a:pt x="1768793" y="261938"/>
                  <a:pt x="1751648" y="270510"/>
                  <a:pt x="1716405" y="270510"/>
                </a:cubicBezTo>
                <a:cubicBezTo>
                  <a:pt x="1665923" y="270510"/>
                  <a:pt x="1621155" y="258128"/>
                  <a:pt x="1584960" y="238125"/>
                </a:cubicBezTo>
                <a:lnTo>
                  <a:pt x="1560195" y="308610"/>
                </a:lnTo>
                <a:cubicBezTo>
                  <a:pt x="1600200" y="329565"/>
                  <a:pt x="1659255" y="342900"/>
                  <a:pt x="1718310" y="342900"/>
                </a:cubicBezTo>
                <a:cubicBezTo>
                  <a:pt x="1801178" y="342900"/>
                  <a:pt x="1850708" y="304800"/>
                  <a:pt x="1850708" y="240030"/>
                </a:cubicBezTo>
                <a:cubicBezTo>
                  <a:pt x="1851660" y="187643"/>
                  <a:pt x="1818323" y="154305"/>
                  <a:pt x="1747838" y="138113"/>
                </a:cubicBezTo>
              </a:path>
            </a:pathLst>
          </a:custGeom>
          <a:solidFill>
            <a:srgbClr val="FFFFFF"/>
          </a:solidFill>
          <a:ln w="9525" cap="flat">
            <a:noFill/>
            <a:prstDash val="solid"/>
            <a:miter/>
          </a:ln>
        </p:spPr>
        <p:txBody>
          <a:bodyPr/>
          <a:lstStyle/>
          <a:p>
            <a:endParaRPr lang="en-GB"/>
          </a:p>
        </p:txBody>
      </p:sp>
      <p:sp>
        <p:nvSpPr>
          <p:cNvPr id="27" name="Rectangle 26">
            <a:extLst>
              <a:ext uri="{FF2B5EF4-FFF2-40B4-BE49-F238E27FC236}">
                <a16:creationId xmlns:a16="http://schemas.microsoft.com/office/drawing/2014/main" id="{FB057BEC-7C9F-215D-C06E-53F95E72DF36}"/>
              </a:ext>
            </a:extLst>
          </p:cNvPr>
          <p:cNvSpPr/>
          <p:nvPr/>
        </p:nvSpPr>
        <p:spPr>
          <a:xfrm>
            <a:off x="6461919" y="2761621"/>
            <a:ext cx="2589983" cy="2416046"/>
          </a:xfrm>
          <a:prstGeom prst="rect">
            <a:avLst/>
          </a:prstGeom>
          <a:noFill/>
          <a:ln>
            <a:noFill/>
          </a:ln>
        </p:spPr>
        <p:txBody>
          <a:bodyPr wrap="square">
            <a:noAutofit/>
          </a:bodyPr>
          <a:lstStyle/>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Itaque earum rerum hic tenetur a sapiente delectus</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Ut aut reiciendis voluptatibus maiores alias consequatur aut perferendis doloribus asperiores repellat</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Et harum quidem rerum facilis est et expedita distinction</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Nam libero tempore, cum soluta nobis est eligendi optio cumque nihil impedit quo minus</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Ut aut reiciendis voluptatibus maiores alias consequatur aut perferendis doloribus asperiores repellat</a:t>
            </a:r>
          </a:p>
          <a:p>
            <a:pPr marL="144000" lvl="1" indent="-144000">
              <a:lnSpc>
                <a:spcPct val="90000"/>
              </a:lnSpc>
              <a:spcAft>
                <a:spcPts val="600"/>
              </a:spcAft>
              <a:buClr>
                <a:schemeClr val="accent5"/>
              </a:buClr>
              <a:buFont typeface="Wingdings" pitchFamily="2" charset="2"/>
              <a:buChar char="ü"/>
            </a:pPr>
            <a:endParaRPr lang="en-GB" sz="1000" noProof="1">
              <a:solidFill>
                <a:schemeClr val="bg1"/>
              </a:solidFill>
            </a:endParaRPr>
          </a:p>
        </p:txBody>
      </p:sp>
      <p:sp>
        <p:nvSpPr>
          <p:cNvPr id="2" name="Rectangle 1">
            <a:extLst>
              <a:ext uri="{FF2B5EF4-FFF2-40B4-BE49-F238E27FC236}">
                <a16:creationId xmlns:a16="http://schemas.microsoft.com/office/drawing/2014/main" id="{22C00381-91F1-450B-5431-B443DF7490C9}"/>
              </a:ext>
            </a:extLst>
          </p:cNvPr>
          <p:cNvSpPr/>
          <p:nvPr/>
        </p:nvSpPr>
        <p:spPr>
          <a:xfrm rot="20767265">
            <a:off x="6683206" y="1254795"/>
            <a:ext cx="2177678" cy="3180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70000"/>
              </a:lnSpc>
            </a:pPr>
            <a:r>
              <a:rPr lang="en-GB" sz="1100" dirty="0"/>
              <a:t>Delete the existing image, add your own, and send it to the back</a:t>
            </a:r>
          </a:p>
        </p:txBody>
      </p:sp>
      <p:sp>
        <p:nvSpPr>
          <p:cNvPr id="5" name="Rectangle 4">
            <a:extLst>
              <a:ext uri="{FF2B5EF4-FFF2-40B4-BE49-F238E27FC236}">
                <a16:creationId xmlns:a16="http://schemas.microsoft.com/office/drawing/2014/main" id="{ED56B3A9-2B3B-EC59-FCCE-634D02F7E15D}"/>
              </a:ext>
            </a:extLst>
          </p:cNvPr>
          <p:cNvSpPr/>
          <p:nvPr/>
        </p:nvSpPr>
        <p:spPr>
          <a:xfrm rot="20767265">
            <a:off x="6893265" y="394333"/>
            <a:ext cx="1875810" cy="20956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70000"/>
              </a:lnSpc>
            </a:pPr>
            <a:r>
              <a:rPr lang="en-GB" sz="1100" dirty="0"/>
              <a:t>Add the client logo</a:t>
            </a:r>
          </a:p>
        </p:txBody>
      </p:sp>
    </p:spTree>
    <p:extLst>
      <p:ext uri="{BB962C8B-B14F-4D97-AF65-F5344CB8AC3E}">
        <p14:creationId xmlns:p14="http://schemas.microsoft.com/office/powerpoint/2010/main" val="4003025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9BFBC-4C70-2BDC-B0D7-99A2FFE2EB60}"/>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8CD3FD2D-EAD9-32F7-F956-3CE9512DA2E7}"/>
              </a:ext>
            </a:extLst>
          </p:cNvPr>
          <p:cNvSpPr>
            <a:spLocks noGrp="1"/>
          </p:cNvSpPr>
          <p:nvPr>
            <p:ph type="body" sz="quarter" idx="15"/>
          </p:nvPr>
        </p:nvSpPr>
        <p:spPr/>
        <p:txBody>
          <a:bodyPr/>
          <a:lstStyle/>
          <a:p>
            <a:r>
              <a:rPr lang="en-GB" noProof="1"/>
              <a:t>My TITLE OF REFERENCE with </a:t>
            </a:r>
            <a:br>
              <a:rPr lang="en-GB" noProof="1"/>
            </a:br>
            <a:r>
              <a:rPr lang="en-GB" noProof="1"/>
              <a:t>a </a:t>
            </a:r>
            <a:r>
              <a:rPr lang="fr-FR" dirty="0" err="1"/>
              <a:t>video</a:t>
            </a:r>
            <a:r>
              <a:rPr lang="fr-FR" dirty="0"/>
              <a:t> of the solution</a:t>
            </a:r>
            <a:endParaRPr lang="en-GB" noProof="1"/>
          </a:p>
        </p:txBody>
      </p:sp>
      <p:sp>
        <p:nvSpPr>
          <p:cNvPr id="4" name="Espace réservé du texte 3">
            <a:extLst>
              <a:ext uri="{FF2B5EF4-FFF2-40B4-BE49-F238E27FC236}">
                <a16:creationId xmlns:a16="http://schemas.microsoft.com/office/drawing/2014/main" id="{D4DB6984-B744-5DA2-F8A8-F3E55E423A01}"/>
              </a:ext>
            </a:extLst>
          </p:cNvPr>
          <p:cNvSpPr>
            <a:spLocks noGrp="1"/>
          </p:cNvSpPr>
          <p:nvPr>
            <p:ph type="body" sz="quarter" idx="16"/>
          </p:nvPr>
        </p:nvSpPr>
        <p:spPr/>
        <p:txBody>
          <a:bodyPr/>
          <a:lstStyle/>
          <a:p>
            <a:r>
              <a:rPr lang="en-GB" noProof="1"/>
              <a:t>Subtitle about the project and client</a:t>
            </a:r>
          </a:p>
        </p:txBody>
      </p:sp>
      <p:sp>
        <p:nvSpPr>
          <p:cNvPr id="9" name="Espace réservé de l'élément multimédia 8">
            <a:extLst>
              <a:ext uri="{FF2B5EF4-FFF2-40B4-BE49-F238E27FC236}">
                <a16:creationId xmlns:a16="http://schemas.microsoft.com/office/drawing/2014/main" id="{7214909A-24D3-BE6D-6EB2-482CF009667C}"/>
              </a:ext>
            </a:extLst>
          </p:cNvPr>
          <p:cNvSpPr>
            <a:spLocks noGrp="1"/>
          </p:cNvSpPr>
          <p:nvPr>
            <p:ph type="media" sz="quarter" idx="17"/>
          </p:nvPr>
        </p:nvSpPr>
        <p:spPr/>
        <p:txBody>
          <a:bodyPr/>
          <a:lstStyle/>
          <a:p>
            <a:endParaRPr lang="en-GB"/>
          </a:p>
        </p:txBody>
      </p:sp>
      <p:grpSp>
        <p:nvGrpSpPr>
          <p:cNvPr id="60" name="Groupe 59">
            <a:extLst>
              <a:ext uri="{FF2B5EF4-FFF2-40B4-BE49-F238E27FC236}">
                <a16:creationId xmlns:a16="http://schemas.microsoft.com/office/drawing/2014/main" id="{DACA27E6-0D33-D179-038C-FFD10E311D29}"/>
              </a:ext>
            </a:extLst>
          </p:cNvPr>
          <p:cNvGrpSpPr/>
          <p:nvPr/>
        </p:nvGrpSpPr>
        <p:grpSpPr>
          <a:xfrm>
            <a:off x="4370519" y="1005047"/>
            <a:ext cx="327647" cy="3426171"/>
            <a:chOff x="3786364" y="2212182"/>
            <a:chExt cx="327647" cy="2909518"/>
          </a:xfrm>
        </p:grpSpPr>
        <p:sp>
          <p:nvSpPr>
            <p:cNvPr id="61" name="Rectangle 60">
              <a:extLst>
                <a:ext uri="{FF2B5EF4-FFF2-40B4-BE49-F238E27FC236}">
                  <a16:creationId xmlns:a16="http://schemas.microsoft.com/office/drawing/2014/main" id="{DC93DCBC-B689-4A6B-2EEE-864BEF50F33A}"/>
                </a:ext>
              </a:extLst>
            </p:cNvPr>
            <p:cNvSpPr/>
            <p:nvPr/>
          </p:nvSpPr>
          <p:spPr>
            <a:xfrm>
              <a:off x="3873823" y="2392597"/>
              <a:ext cx="240188" cy="2692800"/>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
          <p:nvSpPr>
            <p:cNvPr id="62" name="Rectangle 61">
              <a:extLst>
                <a:ext uri="{FF2B5EF4-FFF2-40B4-BE49-F238E27FC236}">
                  <a16:creationId xmlns:a16="http://schemas.microsoft.com/office/drawing/2014/main" id="{F776F312-945A-3281-6B94-534D55A2255D}"/>
                </a:ext>
              </a:extLst>
            </p:cNvPr>
            <p:cNvSpPr/>
            <p:nvPr/>
          </p:nvSpPr>
          <p:spPr>
            <a:xfrm>
              <a:off x="3786364" y="2212182"/>
              <a:ext cx="317397" cy="290951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grpSp>
      <p:grpSp>
        <p:nvGrpSpPr>
          <p:cNvPr id="63" name="Groupe 62">
            <a:extLst>
              <a:ext uri="{FF2B5EF4-FFF2-40B4-BE49-F238E27FC236}">
                <a16:creationId xmlns:a16="http://schemas.microsoft.com/office/drawing/2014/main" id="{FEAF2B8F-E485-4F98-D8B3-FD4787279577}"/>
              </a:ext>
            </a:extLst>
          </p:cNvPr>
          <p:cNvGrpSpPr/>
          <p:nvPr/>
        </p:nvGrpSpPr>
        <p:grpSpPr>
          <a:xfrm>
            <a:off x="1449702" y="1005047"/>
            <a:ext cx="327647" cy="4006000"/>
            <a:chOff x="3786364" y="2212182"/>
            <a:chExt cx="327647" cy="2909518"/>
          </a:xfrm>
        </p:grpSpPr>
        <p:sp>
          <p:nvSpPr>
            <p:cNvPr id="64" name="Rectangle 63">
              <a:extLst>
                <a:ext uri="{FF2B5EF4-FFF2-40B4-BE49-F238E27FC236}">
                  <a16:creationId xmlns:a16="http://schemas.microsoft.com/office/drawing/2014/main" id="{3D8F4910-0353-A104-CB17-F9F7297F4D7B}"/>
                </a:ext>
              </a:extLst>
            </p:cNvPr>
            <p:cNvSpPr/>
            <p:nvPr/>
          </p:nvSpPr>
          <p:spPr>
            <a:xfrm>
              <a:off x="3873823" y="2392597"/>
              <a:ext cx="240188" cy="2692800"/>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
          <p:nvSpPr>
            <p:cNvPr id="65" name="Rectangle 64">
              <a:extLst>
                <a:ext uri="{FF2B5EF4-FFF2-40B4-BE49-F238E27FC236}">
                  <a16:creationId xmlns:a16="http://schemas.microsoft.com/office/drawing/2014/main" id="{0BEAC8F6-A802-AEB1-F711-58EA37A22CBC}"/>
                </a:ext>
              </a:extLst>
            </p:cNvPr>
            <p:cNvSpPr/>
            <p:nvPr/>
          </p:nvSpPr>
          <p:spPr>
            <a:xfrm>
              <a:off x="3786364" y="2212182"/>
              <a:ext cx="317397" cy="290951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grpSp>
      <p:sp>
        <p:nvSpPr>
          <p:cNvPr id="23" name="Rectangle 22">
            <a:extLst>
              <a:ext uri="{FF2B5EF4-FFF2-40B4-BE49-F238E27FC236}">
                <a16:creationId xmlns:a16="http://schemas.microsoft.com/office/drawing/2014/main" id="{E4114A0A-5FA5-038B-47A9-C6DE7B61AF47}"/>
              </a:ext>
            </a:extLst>
          </p:cNvPr>
          <p:cNvSpPr/>
          <p:nvPr/>
        </p:nvSpPr>
        <p:spPr>
          <a:xfrm rot="16200000">
            <a:off x="7314334" y="-376996"/>
            <a:ext cx="888139" cy="2844000"/>
          </a:xfrm>
          <a:prstGeom prst="rect">
            <a:avLst/>
          </a:prstGeom>
          <a:gradFill flip="none" rotWithShape="1">
            <a:gsLst>
              <a:gs pos="0">
                <a:schemeClr val="tx1"/>
              </a:gs>
              <a:gs pos="35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CABD344-41B7-001F-0D32-594C8B24187A}"/>
              </a:ext>
            </a:extLst>
          </p:cNvPr>
          <p:cNvSpPr/>
          <p:nvPr/>
        </p:nvSpPr>
        <p:spPr>
          <a:xfrm rot="5400000">
            <a:off x="7473188" y="863673"/>
            <a:ext cx="564385" cy="2844000"/>
          </a:xfrm>
          <a:prstGeom prst="rect">
            <a:avLst/>
          </a:prstGeom>
          <a:gradFill flip="none" rotWithShape="1">
            <a:gsLst>
              <a:gs pos="0">
                <a:schemeClr val="tx1"/>
              </a:gs>
              <a:gs pos="30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72394B57-8A89-063B-2A9C-B15C5B26F0C9}"/>
              </a:ext>
            </a:extLst>
          </p:cNvPr>
          <p:cNvSpPr/>
          <p:nvPr/>
        </p:nvSpPr>
        <p:spPr>
          <a:xfrm rot="16200000">
            <a:off x="7271667" y="1621771"/>
            <a:ext cx="973473" cy="2844000"/>
          </a:xfrm>
          <a:prstGeom prst="rect">
            <a:avLst/>
          </a:prstGeom>
          <a:gradFill flip="none" rotWithShape="1">
            <a:gsLst>
              <a:gs pos="0">
                <a:schemeClr val="tx1"/>
              </a:gs>
              <a:gs pos="30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90C2CECF-FC8D-934C-2993-F6CD0F09D274}"/>
              </a:ext>
            </a:extLst>
          </p:cNvPr>
          <p:cNvSpPr/>
          <p:nvPr/>
        </p:nvSpPr>
        <p:spPr>
          <a:xfrm>
            <a:off x="6808356" y="2443457"/>
            <a:ext cx="2003092" cy="564385"/>
          </a:xfrm>
          <a:prstGeom prst="rect">
            <a:avLst/>
          </a:prstGeom>
          <a:noFill/>
          <a:ln>
            <a:noFill/>
          </a:ln>
        </p:spPr>
        <p:txBody>
          <a:bodyPr wrap="square" anchor="ctr" anchorCtr="0">
            <a:spAutoFit/>
          </a:bodyPr>
          <a:lstStyle/>
          <a:p>
            <a:pPr algn="ctr" defTabSz="457189">
              <a:lnSpc>
                <a:spcPct val="80000"/>
              </a:lnSpc>
              <a:spcAft>
                <a:spcPts val="234"/>
              </a:spcAft>
              <a:defRPr/>
            </a:pPr>
            <a:r>
              <a:rPr lang="en-GB" sz="2400" b="1" spc="300" noProof="1">
                <a:solidFill>
                  <a:schemeClr val="bg1"/>
                </a:solidFill>
                <a:latin typeface="Arial Black" panose="020B0604020202020204" pitchFamily="34" charset="0"/>
                <a:cs typeface="Arial Black" panose="020B0604020202020204" pitchFamily="34" charset="0"/>
              </a:rPr>
              <a:t>ALTEN</a:t>
            </a:r>
            <a:br>
              <a:rPr lang="en-GB" sz="2400" b="1" spc="300" noProof="1">
                <a:gradFill>
                  <a:gsLst>
                    <a:gs pos="67000">
                      <a:schemeClr val="accent5"/>
                    </a:gs>
                    <a:gs pos="29000">
                      <a:schemeClr val="accent4"/>
                    </a:gs>
                    <a:gs pos="100000">
                      <a:srgbClr val="21C1B4"/>
                    </a:gs>
                  </a:gsLst>
                  <a:lin ang="0" scaled="1"/>
                </a:gradFill>
                <a:latin typeface="Arial Black" panose="020B0604020202020204" pitchFamily="34" charset="0"/>
                <a:cs typeface="Arial Black" panose="020B0604020202020204" pitchFamily="34" charset="0"/>
              </a:rPr>
            </a:br>
            <a:r>
              <a:rPr lang="en-GB" sz="1400" b="1" noProof="1">
                <a:gradFill>
                  <a:gsLst>
                    <a:gs pos="25000">
                      <a:schemeClr val="accent4"/>
                    </a:gs>
                    <a:gs pos="83000">
                      <a:schemeClr val="accent1"/>
                    </a:gs>
                  </a:gsLst>
                  <a:lin ang="0" scaled="1"/>
                </a:gradFill>
                <a:latin typeface="Arial Black" panose="020B0604020202020204" pitchFamily="34" charset="0"/>
                <a:cs typeface="Arial Black" panose="020B0604020202020204" pitchFamily="34" charset="0"/>
              </a:rPr>
              <a:t>ADDED VALUE</a:t>
            </a:r>
          </a:p>
        </p:txBody>
      </p:sp>
      <p:sp>
        <p:nvSpPr>
          <p:cNvPr id="18" name="Textfeld 67">
            <a:extLst>
              <a:ext uri="{FF2B5EF4-FFF2-40B4-BE49-F238E27FC236}">
                <a16:creationId xmlns:a16="http://schemas.microsoft.com/office/drawing/2014/main" id="{5B906147-42AD-FD69-C689-5414FF083952}"/>
              </a:ext>
            </a:extLst>
          </p:cNvPr>
          <p:cNvSpPr txBox="1"/>
          <p:nvPr/>
        </p:nvSpPr>
        <p:spPr>
          <a:xfrm>
            <a:off x="2414357" y="4704285"/>
            <a:ext cx="689066" cy="193258"/>
          </a:xfrm>
          <a:prstGeom prst="rect">
            <a:avLst/>
          </a:prstGeom>
          <a:noFill/>
        </p:spPr>
        <p:txBody>
          <a:bodyPr wrap="square" rtlCol="0" anchor="ctr" anchorCtr="0">
            <a:noAutofit/>
          </a:bodyPr>
          <a:lstStyle/>
          <a:p>
            <a:pPr defTabSz="685818">
              <a:lnSpc>
                <a:spcPct val="80000"/>
              </a:lnSpc>
              <a:buClr>
                <a:srgbClr val="1D94C9"/>
              </a:buClr>
              <a:buSzPct val="130000"/>
              <a:defRPr/>
            </a:pPr>
            <a:r>
              <a:rPr lang="en-GB" sz="800" b="1" dirty="0"/>
              <a:t>XXX FTE</a:t>
            </a:r>
          </a:p>
        </p:txBody>
      </p:sp>
      <p:sp>
        <p:nvSpPr>
          <p:cNvPr id="21" name="Textfeld 67">
            <a:extLst>
              <a:ext uri="{FF2B5EF4-FFF2-40B4-BE49-F238E27FC236}">
                <a16:creationId xmlns:a16="http://schemas.microsoft.com/office/drawing/2014/main" id="{BE0E73A2-9EB9-7AA6-D40E-CA36E62EF823}"/>
              </a:ext>
            </a:extLst>
          </p:cNvPr>
          <p:cNvSpPr txBox="1"/>
          <p:nvPr/>
        </p:nvSpPr>
        <p:spPr>
          <a:xfrm>
            <a:off x="4550298" y="4655041"/>
            <a:ext cx="587265" cy="291747"/>
          </a:xfrm>
          <a:prstGeom prst="rect">
            <a:avLst/>
          </a:prstGeom>
          <a:noFill/>
        </p:spPr>
        <p:txBody>
          <a:bodyPr wrap="square" rtlCol="0" anchor="ctr" anchorCtr="0">
            <a:noAutofit/>
          </a:bodyPr>
          <a:lstStyle/>
          <a:p>
            <a:pPr>
              <a:lnSpc>
                <a:spcPct val="80000"/>
              </a:lnSpc>
            </a:pPr>
            <a:r>
              <a:rPr lang="en-GB" sz="800" b="1" noProof="1"/>
              <a:t>Since </a:t>
            </a:r>
            <a:br>
              <a:rPr lang="en-GB" sz="800" b="1" noProof="1"/>
            </a:br>
            <a:r>
              <a:rPr lang="en-GB" sz="800" b="1" noProof="1"/>
              <a:t>Xxxx</a:t>
            </a:r>
          </a:p>
        </p:txBody>
      </p:sp>
      <p:sp>
        <p:nvSpPr>
          <p:cNvPr id="22" name="Textfeld 67">
            <a:extLst>
              <a:ext uri="{FF2B5EF4-FFF2-40B4-BE49-F238E27FC236}">
                <a16:creationId xmlns:a16="http://schemas.microsoft.com/office/drawing/2014/main" id="{B3660397-F461-A447-2842-AAFCCC110D88}"/>
              </a:ext>
            </a:extLst>
          </p:cNvPr>
          <p:cNvSpPr txBox="1"/>
          <p:nvPr/>
        </p:nvSpPr>
        <p:spPr>
          <a:xfrm>
            <a:off x="5560013" y="4704285"/>
            <a:ext cx="689066" cy="193258"/>
          </a:xfrm>
          <a:prstGeom prst="rect">
            <a:avLst/>
          </a:prstGeom>
          <a:noFill/>
        </p:spPr>
        <p:txBody>
          <a:bodyPr wrap="square" rtlCol="0" anchor="ctr" anchorCtr="0">
            <a:noAutofit/>
          </a:bodyPr>
          <a:lstStyle/>
          <a:p>
            <a:pPr>
              <a:lnSpc>
                <a:spcPct val="80000"/>
              </a:lnSpc>
            </a:pPr>
            <a:r>
              <a:rPr lang="en-GB" sz="800" b="1" noProof="1"/>
              <a:t>Xxxxxx</a:t>
            </a:r>
          </a:p>
        </p:txBody>
      </p:sp>
      <p:sp>
        <p:nvSpPr>
          <p:cNvPr id="24" name="Textfeld 67">
            <a:extLst>
              <a:ext uri="{FF2B5EF4-FFF2-40B4-BE49-F238E27FC236}">
                <a16:creationId xmlns:a16="http://schemas.microsoft.com/office/drawing/2014/main" id="{0764DA5B-BD20-12AA-0686-FBB61917B6CF}"/>
              </a:ext>
            </a:extLst>
          </p:cNvPr>
          <p:cNvSpPr txBox="1"/>
          <p:nvPr/>
        </p:nvSpPr>
        <p:spPr>
          <a:xfrm>
            <a:off x="3543285" y="4655041"/>
            <a:ext cx="654763" cy="291747"/>
          </a:xfrm>
          <a:prstGeom prst="rect">
            <a:avLst/>
          </a:prstGeom>
          <a:noFill/>
        </p:spPr>
        <p:txBody>
          <a:bodyPr wrap="square" rtlCol="0" anchor="ctr" anchorCtr="0">
            <a:noAutofit/>
          </a:bodyPr>
          <a:lstStyle/>
          <a:p>
            <a:pPr>
              <a:lnSpc>
                <a:spcPct val="80000"/>
              </a:lnSpc>
            </a:pPr>
            <a:r>
              <a:rPr lang="en-GB" sz="800" b="1" noProof="1"/>
              <a:t>Service contract</a:t>
            </a:r>
          </a:p>
        </p:txBody>
      </p:sp>
      <p:pic>
        <p:nvPicPr>
          <p:cNvPr id="25" name="Graphique 24">
            <a:extLst>
              <a:ext uri="{FF2B5EF4-FFF2-40B4-BE49-F238E27FC236}">
                <a16:creationId xmlns:a16="http://schemas.microsoft.com/office/drawing/2014/main" id="{B497857B-00D6-C05E-44F2-8FB31F5294D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98404" y="4638914"/>
            <a:ext cx="324000" cy="324000"/>
          </a:xfrm>
          <a:prstGeom prst="rect">
            <a:avLst/>
          </a:prstGeom>
        </p:spPr>
      </p:pic>
      <p:pic>
        <p:nvPicPr>
          <p:cNvPr id="28" name="Graphique 27">
            <a:extLst>
              <a:ext uri="{FF2B5EF4-FFF2-40B4-BE49-F238E27FC236}">
                <a16:creationId xmlns:a16="http://schemas.microsoft.com/office/drawing/2014/main" id="{25EAAA4F-4168-F8F0-4219-68DB5B254A8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4208298" y="4629914"/>
            <a:ext cx="342000" cy="342000"/>
          </a:xfrm>
          <a:prstGeom prst="rect">
            <a:avLst/>
          </a:prstGeom>
        </p:spPr>
      </p:pic>
      <p:pic>
        <p:nvPicPr>
          <p:cNvPr id="29" name="Graphique 28">
            <a:extLst>
              <a:ext uri="{FF2B5EF4-FFF2-40B4-BE49-F238E27FC236}">
                <a16:creationId xmlns:a16="http://schemas.microsoft.com/office/drawing/2014/main" id="{4945C9B7-FE61-2AA3-B175-349E2A1251D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16974" y="4630818"/>
            <a:ext cx="340192" cy="340192"/>
          </a:xfrm>
          <a:prstGeom prst="rect">
            <a:avLst/>
          </a:prstGeom>
        </p:spPr>
      </p:pic>
      <p:pic>
        <p:nvPicPr>
          <p:cNvPr id="30" name="Graphique 29">
            <a:extLst>
              <a:ext uri="{FF2B5EF4-FFF2-40B4-BE49-F238E27FC236}">
                <a16:creationId xmlns:a16="http://schemas.microsoft.com/office/drawing/2014/main" id="{392C9AA1-B6DF-0E89-3830-6B508E94A7A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12077" y="4619848"/>
            <a:ext cx="362132" cy="362132"/>
          </a:xfrm>
          <a:prstGeom prst="rect">
            <a:avLst/>
          </a:prstGeom>
        </p:spPr>
      </p:pic>
      <p:sp>
        <p:nvSpPr>
          <p:cNvPr id="34" name="Rectangle 33">
            <a:extLst>
              <a:ext uri="{FF2B5EF4-FFF2-40B4-BE49-F238E27FC236}">
                <a16:creationId xmlns:a16="http://schemas.microsoft.com/office/drawing/2014/main" id="{51FE9252-C387-B8A1-61B5-9A2A660BA655}"/>
              </a:ext>
            </a:extLst>
          </p:cNvPr>
          <p:cNvSpPr/>
          <p:nvPr/>
        </p:nvSpPr>
        <p:spPr>
          <a:xfrm>
            <a:off x="1929320" y="1938573"/>
            <a:ext cx="2768846" cy="2348335"/>
          </a:xfrm>
          <a:prstGeom prst="rect">
            <a:avLst/>
          </a:prstGeom>
          <a:noFill/>
          <a:ln>
            <a:noFill/>
          </a:ln>
        </p:spPr>
        <p:txBody>
          <a:bodyPr wrap="square" tIns="0">
            <a:noAutofit/>
          </a:bodyPr>
          <a:lstStyle/>
          <a:p>
            <a:pPr marL="0" lvl="1">
              <a:lnSpc>
                <a:spcPct val="90000"/>
              </a:lnSpc>
              <a:spcAft>
                <a:spcPts val="600"/>
              </a:spcAft>
              <a:buClr>
                <a:schemeClr val="accent4"/>
              </a:buClr>
            </a:pPr>
            <a:r>
              <a:rPr lang="en-GB" sz="900" noProof="1"/>
              <a:t>Sed ut perspiciatis unde omnis iste natus error sit voluptatem accusantium doloremque laudantium, totam rem aperiam :</a:t>
            </a:r>
          </a:p>
          <a:p>
            <a:pPr marL="108000" lvl="1" indent="-108000">
              <a:lnSpc>
                <a:spcPct val="90000"/>
              </a:lnSpc>
              <a:spcAft>
                <a:spcPts val="600"/>
              </a:spcAft>
              <a:buClr>
                <a:schemeClr val="accent4"/>
              </a:buClr>
              <a:buFont typeface="Arial" panose="020B0604020202020204" pitchFamily="34" charset="0"/>
              <a:buChar char="•"/>
            </a:pPr>
            <a:r>
              <a:rPr lang="en-GB" sz="900" noProof="1"/>
              <a:t>Eaque ipsa quae ab illo inventore veritatis et quasi architecto beatae vitae dicta sunt explicabo</a:t>
            </a:r>
          </a:p>
          <a:p>
            <a:pPr marL="108000" lvl="1" indent="-108000">
              <a:lnSpc>
                <a:spcPct val="90000"/>
              </a:lnSpc>
              <a:spcAft>
                <a:spcPts val="600"/>
              </a:spcAft>
              <a:buClr>
                <a:schemeClr val="accent4"/>
              </a:buClr>
              <a:buFont typeface="Arial" panose="020B0604020202020204" pitchFamily="34" charset="0"/>
              <a:buChar char="•"/>
            </a:pPr>
            <a:r>
              <a:rPr lang="en-GB" sz="900" noProof="1"/>
              <a:t>Nemo enim ipsam voluptatem quia voluptas sit aspernatur aut odit aut fugit, sed quia consequuntur magni dolores eos qui ratione voluptatem sequi nesciunt</a:t>
            </a:r>
          </a:p>
          <a:p>
            <a:pPr marL="108000" lvl="1" indent="-108000">
              <a:lnSpc>
                <a:spcPct val="90000"/>
              </a:lnSpc>
              <a:spcAft>
                <a:spcPts val="600"/>
              </a:spcAft>
              <a:buClr>
                <a:schemeClr val="accent4"/>
              </a:buClr>
              <a:buFont typeface="Arial" panose="020B0604020202020204" pitchFamily="34" charset="0"/>
              <a:buChar char="•"/>
            </a:pPr>
            <a:r>
              <a:rPr lang="en-GB" sz="900" noProof="1"/>
              <a:t>Neque porro quisquam est, qui dolorem ipsum quia dolor sit amet, consectetur, adipisci velit, sed quia non numquam eius modi tempora incidunt ut labore et dolore magnam aliquam quaerat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Ut enim ad minima veniam, quis nostrum exercitationem ullam corporis suscipit laboriosam, nisi ut aliquid ex ea commodi consequatur</a:t>
            </a:r>
          </a:p>
        </p:txBody>
      </p:sp>
      <p:sp>
        <p:nvSpPr>
          <p:cNvPr id="35" name="Rectangle 34">
            <a:extLst>
              <a:ext uri="{FF2B5EF4-FFF2-40B4-BE49-F238E27FC236}">
                <a16:creationId xmlns:a16="http://schemas.microsoft.com/office/drawing/2014/main" id="{038FFB35-34F0-68B7-D097-3EF9AD6229FB}"/>
              </a:ext>
            </a:extLst>
          </p:cNvPr>
          <p:cNvSpPr/>
          <p:nvPr/>
        </p:nvSpPr>
        <p:spPr>
          <a:xfrm>
            <a:off x="222286" y="1938573"/>
            <a:ext cx="1415740" cy="2195986"/>
          </a:xfrm>
          <a:prstGeom prst="rect">
            <a:avLst/>
          </a:prstGeom>
          <a:noFill/>
          <a:ln>
            <a:noFill/>
          </a:ln>
        </p:spPr>
        <p:txBody>
          <a:bodyPr wrap="square" lIns="0" tIns="0" rIns="0" bIns="0" numCol="1" spcCol="180000">
            <a:noAutofit/>
          </a:bodyPr>
          <a:lstStyle/>
          <a:p>
            <a:pPr marL="0" lvl="1">
              <a:lnSpc>
                <a:spcPct val="90000"/>
              </a:lnSpc>
              <a:spcAft>
                <a:spcPts val="600"/>
              </a:spcAft>
              <a:buClr>
                <a:schemeClr val="accent4"/>
              </a:buClr>
            </a:pPr>
            <a:r>
              <a:rPr lang="en-GB" sz="900" noProof="1"/>
              <a:t>Lorem ipsum dolor sit amet, consectetur adipiscing elit, sed do eiusmod tempor incididunt ut labore et dolore magna aliqua. Ut enim ad minim veniam, quis nostrud exercitation ullamco laboris nisi ut aliquip ex ea commodo consequat. </a:t>
            </a:r>
          </a:p>
          <a:p>
            <a:pPr marL="0" lvl="1">
              <a:lnSpc>
                <a:spcPct val="90000"/>
              </a:lnSpc>
              <a:spcAft>
                <a:spcPts val="600"/>
              </a:spcAft>
              <a:buClr>
                <a:schemeClr val="accent4"/>
              </a:buClr>
            </a:pPr>
            <a:r>
              <a:rPr lang="en-GB" sz="900" noProof="1"/>
              <a:t>Duis aute irure dolor in reprehenderit in voluptate velit esse cillum dolore eu fugiat nulla pariatur. Excepteur sint occaecat cupidatat non proident, sunt in culpa qui officia deserunt mollit anim id est laborum.</a:t>
            </a:r>
          </a:p>
        </p:txBody>
      </p:sp>
      <p:grpSp>
        <p:nvGrpSpPr>
          <p:cNvPr id="36" name="Groupe 35">
            <a:extLst>
              <a:ext uri="{FF2B5EF4-FFF2-40B4-BE49-F238E27FC236}">
                <a16:creationId xmlns:a16="http://schemas.microsoft.com/office/drawing/2014/main" id="{45479630-6D4E-2F8E-B9EA-BA1040ACA93B}"/>
              </a:ext>
            </a:extLst>
          </p:cNvPr>
          <p:cNvGrpSpPr/>
          <p:nvPr/>
        </p:nvGrpSpPr>
        <p:grpSpPr>
          <a:xfrm>
            <a:off x="449289" y="1082898"/>
            <a:ext cx="754140" cy="673445"/>
            <a:chOff x="449289" y="1082898"/>
            <a:chExt cx="754140" cy="673445"/>
          </a:xfrm>
        </p:grpSpPr>
        <p:sp>
          <p:nvSpPr>
            <p:cNvPr id="37" name="Rectangle 36">
              <a:extLst>
                <a:ext uri="{FF2B5EF4-FFF2-40B4-BE49-F238E27FC236}">
                  <a16:creationId xmlns:a16="http://schemas.microsoft.com/office/drawing/2014/main" id="{88F6AE47-C784-1F8A-F0BE-A92F17050909}"/>
                </a:ext>
              </a:extLst>
            </p:cNvPr>
            <p:cNvSpPr/>
            <p:nvPr/>
          </p:nvSpPr>
          <p:spPr>
            <a:xfrm>
              <a:off x="590313" y="1082898"/>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38" name="Rectangle 37">
              <a:extLst>
                <a:ext uri="{FF2B5EF4-FFF2-40B4-BE49-F238E27FC236}">
                  <a16:creationId xmlns:a16="http://schemas.microsoft.com/office/drawing/2014/main" id="{ED401945-8EA5-701C-A3D6-1F09F4C62B8B}"/>
                </a:ext>
              </a:extLst>
            </p:cNvPr>
            <p:cNvSpPr/>
            <p:nvPr/>
          </p:nvSpPr>
          <p:spPr>
            <a:xfrm>
              <a:off x="449289" y="1315945"/>
              <a:ext cx="754140" cy="18774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ABOUT</a:t>
              </a:r>
            </a:p>
          </p:txBody>
        </p:sp>
      </p:grpSp>
      <p:grpSp>
        <p:nvGrpSpPr>
          <p:cNvPr id="39" name="Groupe 38">
            <a:extLst>
              <a:ext uri="{FF2B5EF4-FFF2-40B4-BE49-F238E27FC236}">
                <a16:creationId xmlns:a16="http://schemas.microsoft.com/office/drawing/2014/main" id="{E5AE74CB-6845-3A49-68C5-51ADBB30BCD5}"/>
              </a:ext>
            </a:extLst>
          </p:cNvPr>
          <p:cNvGrpSpPr/>
          <p:nvPr/>
        </p:nvGrpSpPr>
        <p:grpSpPr>
          <a:xfrm>
            <a:off x="4989681" y="1082898"/>
            <a:ext cx="842186" cy="673445"/>
            <a:chOff x="4989681" y="1082898"/>
            <a:chExt cx="842186" cy="673445"/>
          </a:xfrm>
        </p:grpSpPr>
        <p:sp>
          <p:nvSpPr>
            <p:cNvPr id="40" name="Rectangle 39">
              <a:extLst>
                <a:ext uri="{FF2B5EF4-FFF2-40B4-BE49-F238E27FC236}">
                  <a16:creationId xmlns:a16="http://schemas.microsoft.com/office/drawing/2014/main" id="{46208B66-DC48-F843-4A24-634CA36EB2D4}"/>
                </a:ext>
              </a:extLst>
            </p:cNvPr>
            <p:cNvSpPr/>
            <p:nvPr/>
          </p:nvSpPr>
          <p:spPr>
            <a:xfrm>
              <a:off x="5174728" y="1082898"/>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41" name="Rectangle 40">
              <a:extLst>
                <a:ext uri="{FF2B5EF4-FFF2-40B4-BE49-F238E27FC236}">
                  <a16:creationId xmlns:a16="http://schemas.microsoft.com/office/drawing/2014/main" id="{FEC55C18-19D3-6C77-F36B-A456D3771228}"/>
                </a:ext>
              </a:extLst>
            </p:cNvPr>
            <p:cNvSpPr/>
            <p:nvPr/>
          </p:nvSpPr>
          <p:spPr>
            <a:xfrm>
              <a:off x="4989681" y="1229255"/>
              <a:ext cx="842186" cy="36112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STANDARDS</a:t>
              </a:r>
            </a:p>
            <a:p>
              <a:pPr algn="ctr" defTabSz="457189">
                <a:lnSpc>
                  <a:spcPct val="80000"/>
                </a:lnSpc>
                <a:spcAft>
                  <a:spcPts val="234"/>
                </a:spcAft>
                <a:defRPr/>
              </a:pPr>
              <a:r>
                <a:rPr lang="en-GB" sz="1200" b="1" noProof="1">
                  <a:solidFill>
                    <a:srgbClr val="7ECBEE">
                      <a:lumMod val="50000"/>
                    </a:srgbClr>
                  </a:solidFill>
                  <a:latin typeface="Calibri"/>
                </a:rPr>
                <a:t>&amp; TOOLS</a:t>
              </a:r>
            </a:p>
          </p:txBody>
        </p:sp>
      </p:grpSp>
      <p:grpSp>
        <p:nvGrpSpPr>
          <p:cNvPr id="47" name="Groupe 46">
            <a:extLst>
              <a:ext uri="{FF2B5EF4-FFF2-40B4-BE49-F238E27FC236}">
                <a16:creationId xmlns:a16="http://schemas.microsoft.com/office/drawing/2014/main" id="{246596C4-9233-25E3-26DE-924A29EA0CA0}"/>
              </a:ext>
            </a:extLst>
          </p:cNvPr>
          <p:cNvGrpSpPr/>
          <p:nvPr/>
        </p:nvGrpSpPr>
        <p:grpSpPr>
          <a:xfrm>
            <a:off x="2781946" y="1081235"/>
            <a:ext cx="842186" cy="673445"/>
            <a:chOff x="2781946" y="1081235"/>
            <a:chExt cx="842186" cy="673445"/>
          </a:xfrm>
        </p:grpSpPr>
        <p:sp>
          <p:nvSpPr>
            <p:cNvPr id="56" name="Rectangle 55">
              <a:extLst>
                <a:ext uri="{FF2B5EF4-FFF2-40B4-BE49-F238E27FC236}">
                  <a16:creationId xmlns:a16="http://schemas.microsoft.com/office/drawing/2014/main" id="{5A4E318B-D9E7-820E-AA2F-6426CA4B969E}"/>
                </a:ext>
              </a:extLst>
            </p:cNvPr>
            <p:cNvSpPr/>
            <p:nvPr/>
          </p:nvSpPr>
          <p:spPr>
            <a:xfrm>
              <a:off x="2966993" y="1081235"/>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57" name="Rectangle 56">
              <a:extLst>
                <a:ext uri="{FF2B5EF4-FFF2-40B4-BE49-F238E27FC236}">
                  <a16:creationId xmlns:a16="http://schemas.microsoft.com/office/drawing/2014/main" id="{8A61D155-2999-C5A7-7B32-FEE185FD11DF}"/>
                </a:ext>
              </a:extLst>
            </p:cNvPr>
            <p:cNvSpPr/>
            <p:nvPr/>
          </p:nvSpPr>
          <p:spPr>
            <a:xfrm>
              <a:off x="2781946" y="1239135"/>
              <a:ext cx="842186" cy="36112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ALTEN</a:t>
              </a:r>
            </a:p>
            <a:p>
              <a:pPr algn="ctr" defTabSz="457189">
                <a:lnSpc>
                  <a:spcPct val="80000"/>
                </a:lnSpc>
                <a:spcAft>
                  <a:spcPts val="234"/>
                </a:spcAft>
                <a:defRPr/>
              </a:pPr>
              <a:r>
                <a:rPr lang="en-GB" sz="1200" b="1" noProof="1">
                  <a:solidFill>
                    <a:srgbClr val="7ECBEE">
                      <a:lumMod val="50000"/>
                    </a:srgbClr>
                  </a:solidFill>
                  <a:latin typeface="Calibri"/>
                </a:rPr>
                <a:t>ACTIVITIES</a:t>
              </a:r>
            </a:p>
          </p:txBody>
        </p:sp>
      </p:grpSp>
      <p:sp>
        <p:nvSpPr>
          <p:cNvPr id="2" name="Rectangle 1">
            <a:extLst>
              <a:ext uri="{FF2B5EF4-FFF2-40B4-BE49-F238E27FC236}">
                <a16:creationId xmlns:a16="http://schemas.microsoft.com/office/drawing/2014/main" id="{55496B89-0CE0-671F-37F9-B19F86ED7340}"/>
              </a:ext>
            </a:extLst>
          </p:cNvPr>
          <p:cNvSpPr/>
          <p:nvPr/>
        </p:nvSpPr>
        <p:spPr>
          <a:xfrm>
            <a:off x="4843925" y="1938573"/>
            <a:ext cx="1550849" cy="2342180"/>
          </a:xfrm>
          <a:prstGeom prst="rect">
            <a:avLst/>
          </a:prstGeom>
          <a:noFill/>
          <a:ln>
            <a:noFill/>
          </a:ln>
        </p:spPr>
        <p:txBody>
          <a:bodyPr wrap="square" lIns="0" tIns="0" rIns="0" bIns="0">
            <a:noAutofit/>
          </a:bodyPr>
          <a:lstStyle/>
          <a:p>
            <a:pPr marL="108000" lvl="1" indent="-108000">
              <a:lnSpc>
                <a:spcPct val="90000"/>
              </a:lnSpc>
              <a:spcAft>
                <a:spcPts val="600"/>
              </a:spcAft>
              <a:buClr>
                <a:schemeClr val="accent4"/>
              </a:buClr>
              <a:buFont typeface="Arial" panose="020B0604020202020204" pitchFamily="34" charset="0"/>
              <a:buChar char="•"/>
            </a:pPr>
            <a:r>
              <a:rPr lang="en-GB" sz="900" noProof="1"/>
              <a:t>sed ut perspiciatis</a:t>
            </a:r>
          </a:p>
          <a:p>
            <a:pPr marL="108000" lvl="1" indent="-108000">
              <a:lnSpc>
                <a:spcPct val="90000"/>
              </a:lnSpc>
              <a:spcAft>
                <a:spcPts val="600"/>
              </a:spcAft>
              <a:buClr>
                <a:schemeClr val="accent4"/>
              </a:buClr>
              <a:buFont typeface="Arial" panose="020B0604020202020204" pitchFamily="34" charset="0"/>
              <a:buChar char="•"/>
            </a:pPr>
            <a:r>
              <a:rPr lang="en-GB" sz="900" noProof="1"/>
              <a:t>unde omnis iste natus </a:t>
            </a:r>
          </a:p>
          <a:p>
            <a:pPr marL="108000" lvl="1" indent="-108000">
              <a:lnSpc>
                <a:spcPct val="90000"/>
              </a:lnSpc>
              <a:spcAft>
                <a:spcPts val="600"/>
              </a:spcAft>
              <a:buClr>
                <a:schemeClr val="accent4"/>
              </a:buClr>
              <a:buFont typeface="Arial" panose="020B0604020202020204" pitchFamily="34" charset="0"/>
              <a:buChar char="•"/>
            </a:pPr>
            <a:r>
              <a:rPr lang="en-GB" sz="900" noProof="1"/>
              <a:t>error sit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 accusantium </a:t>
            </a:r>
          </a:p>
          <a:p>
            <a:pPr marL="108000" lvl="1" indent="-108000">
              <a:lnSpc>
                <a:spcPct val="90000"/>
              </a:lnSpc>
              <a:spcAft>
                <a:spcPts val="600"/>
              </a:spcAft>
              <a:buClr>
                <a:schemeClr val="accent4"/>
              </a:buClr>
              <a:buFont typeface="Arial" panose="020B0604020202020204" pitchFamily="34" charset="0"/>
              <a:buChar char="•"/>
            </a:pPr>
            <a:r>
              <a:rPr lang="en-GB" sz="900" noProof="1"/>
              <a:t>doloremque laudantium</a:t>
            </a:r>
          </a:p>
          <a:p>
            <a:pPr marL="108000" lvl="1" indent="-108000">
              <a:lnSpc>
                <a:spcPct val="90000"/>
              </a:lnSpc>
              <a:spcAft>
                <a:spcPts val="600"/>
              </a:spcAft>
              <a:buClr>
                <a:schemeClr val="accent4"/>
              </a:buClr>
              <a:buFont typeface="Arial" panose="020B0604020202020204" pitchFamily="34" charset="0"/>
              <a:buChar char="•"/>
            </a:pPr>
            <a:r>
              <a:rPr lang="en-GB" sz="900" noProof="1"/>
              <a:t> totam rem aperiam</a:t>
            </a:r>
          </a:p>
          <a:p>
            <a:pPr marL="108000" lvl="1" indent="-108000">
              <a:lnSpc>
                <a:spcPct val="90000"/>
              </a:lnSpc>
              <a:spcAft>
                <a:spcPts val="600"/>
              </a:spcAft>
              <a:buClr>
                <a:schemeClr val="accent4"/>
              </a:buClr>
              <a:buFont typeface="Arial" panose="020B0604020202020204" pitchFamily="34" charset="0"/>
              <a:buChar char="•"/>
            </a:pPr>
            <a:r>
              <a:rPr lang="en-GB" sz="900" noProof="1"/>
              <a:t>sed ut perspiciatis</a:t>
            </a:r>
          </a:p>
          <a:p>
            <a:pPr marL="108000" lvl="1" indent="-108000">
              <a:lnSpc>
                <a:spcPct val="90000"/>
              </a:lnSpc>
              <a:spcAft>
                <a:spcPts val="600"/>
              </a:spcAft>
              <a:buClr>
                <a:schemeClr val="accent4"/>
              </a:buClr>
              <a:buFont typeface="Arial" panose="020B0604020202020204" pitchFamily="34" charset="0"/>
              <a:buChar char="•"/>
            </a:pPr>
            <a:r>
              <a:rPr lang="en-GB" sz="900" noProof="1"/>
              <a:t>unde omnis iste natus </a:t>
            </a:r>
          </a:p>
          <a:p>
            <a:pPr marL="108000" lvl="1" indent="-108000">
              <a:lnSpc>
                <a:spcPct val="90000"/>
              </a:lnSpc>
              <a:spcAft>
                <a:spcPts val="600"/>
              </a:spcAft>
              <a:buClr>
                <a:schemeClr val="accent4"/>
              </a:buClr>
              <a:buFont typeface="Arial" panose="020B0604020202020204" pitchFamily="34" charset="0"/>
              <a:buChar char="•"/>
            </a:pPr>
            <a:r>
              <a:rPr lang="en-GB" sz="900" noProof="1"/>
              <a:t>error sit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 accusantium </a:t>
            </a:r>
          </a:p>
          <a:p>
            <a:pPr marL="108000" lvl="1" indent="-108000">
              <a:lnSpc>
                <a:spcPct val="90000"/>
              </a:lnSpc>
              <a:spcAft>
                <a:spcPts val="600"/>
              </a:spcAft>
              <a:buClr>
                <a:schemeClr val="accent4"/>
              </a:buClr>
              <a:buFont typeface="Arial" panose="020B0604020202020204" pitchFamily="34" charset="0"/>
              <a:buChar char="•"/>
            </a:pPr>
            <a:r>
              <a:rPr lang="en-GB" sz="900" noProof="1"/>
              <a:t>doloremque laudantium</a:t>
            </a:r>
          </a:p>
          <a:p>
            <a:pPr marL="108000" lvl="1" indent="-108000">
              <a:lnSpc>
                <a:spcPct val="90000"/>
              </a:lnSpc>
              <a:spcAft>
                <a:spcPts val="600"/>
              </a:spcAft>
              <a:buClr>
                <a:schemeClr val="accent4"/>
              </a:buClr>
              <a:buFont typeface="Arial" panose="020B0604020202020204" pitchFamily="34" charset="0"/>
              <a:buChar char="•"/>
            </a:pPr>
            <a:r>
              <a:rPr lang="en-GB" sz="900" noProof="1"/>
              <a:t> totam rem aperiam</a:t>
            </a:r>
          </a:p>
        </p:txBody>
      </p:sp>
      <p:sp>
        <p:nvSpPr>
          <p:cNvPr id="27" name="Rectangle 26">
            <a:extLst>
              <a:ext uri="{FF2B5EF4-FFF2-40B4-BE49-F238E27FC236}">
                <a16:creationId xmlns:a16="http://schemas.microsoft.com/office/drawing/2014/main" id="{FB057BEC-7C9F-215D-C06E-53F95E72DF36}"/>
              </a:ext>
            </a:extLst>
          </p:cNvPr>
          <p:cNvSpPr/>
          <p:nvPr/>
        </p:nvSpPr>
        <p:spPr>
          <a:xfrm>
            <a:off x="6701158" y="3027967"/>
            <a:ext cx="2217488" cy="1846659"/>
          </a:xfrm>
          <a:prstGeom prst="rect">
            <a:avLst/>
          </a:prstGeom>
          <a:noFill/>
          <a:ln>
            <a:noFill/>
          </a:ln>
        </p:spPr>
        <p:txBody>
          <a:bodyPr wrap="square">
            <a:noAutofit/>
          </a:bodyPr>
          <a:lstStyle/>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Itaque earum rerum hic tenetur a sapiente delectus</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Ut aut reiciendis voluptatibus maiores alias consequatur aut perferendis doloribus asperiores repellat</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Et harum quidem rerum facilis est et expedita distinction</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Nam libero tempore, cum soluta nobis est eligendi optio cumque nihil impedit quo minus</a:t>
            </a:r>
          </a:p>
        </p:txBody>
      </p:sp>
      <p:sp>
        <p:nvSpPr>
          <p:cNvPr id="10" name="Rectangle 9">
            <a:extLst>
              <a:ext uri="{FF2B5EF4-FFF2-40B4-BE49-F238E27FC236}">
                <a16:creationId xmlns:a16="http://schemas.microsoft.com/office/drawing/2014/main" id="{E87FB8CA-AC6E-9EA7-B9DB-6CAC21505529}"/>
              </a:ext>
            </a:extLst>
          </p:cNvPr>
          <p:cNvSpPr/>
          <p:nvPr/>
        </p:nvSpPr>
        <p:spPr>
          <a:xfrm rot="20767265">
            <a:off x="6721063" y="894879"/>
            <a:ext cx="2177678" cy="3180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70000"/>
              </a:lnSpc>
            </a:pPr>
            <a:r>
              <a:rPr lang="en-GB" sz="1100" dirty="0"/>
              <a:t>Add a video and send it to the back</a:t>
            </a:r>
          </a:p>
        </p:txBody>
      </p:sp>
    </p:spTree>
    <p:extLst>
      <p:ext uri="{BB962C8B-B14F-4D97-AF65-F5344CB8AC3E}">
        <p14:creationId xmlns:p14="http://schemas.microsoft.com/office/powerpoint/2010/main" val="3442190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9BFBC-4C70-2BDC-B0D7-99A2FFE2EB60}"/>
            </a:ext>
          </a:extLst>
        </p:cNvPr>
        <p:cNvGrpSpPr/>
        <p:nvPr/>
      </p:nvGrpSpPr>
      <p:grpSpPr>
        <a:xfrm>
          <a:off x="0" y="0"/>
          <a:ext cx="0" cy="0"/>
          <a:chOff x="0" y="0"/>
          <a:chExt cx="0" cy="0"/>
        </a:xfrm>
      </p:grpSpPr>
      <p:grpSp>
        <p:nvGrpSpPr>
          <p:cNvPr id="53" name="Groupe 52">
            <a:extLst>
              <a:ext uri="{FF2B5EF4-FFF2-40B4-BE49-F238E27FC236}">
                <a16:creationId xmlns:a16="http://schemas.microsoft.com/office/drawing/2014/main" id="{AB7219F7-1A8B-379C-2778-1F3752138976}"/>
              </a:ext>
            </a:extLst>
          </p:cNvPr>
          <p:cNvGrpSpPr/>
          <p:nvPr/>
        </p:nvGrpSpPr>
        <p:grpSpPr>
          <a:xfrm>
            <a:off x="1449702" y="1005047"/>
            <a:ext cx="327647" cy="4006000"/>
            <a:chOff x="3786364" y="2212182"/>
            <a:chExt cx="327647" cy="2909518"/>
          </a:xfrm>
        </p:grpSpPr>
        <p:sp>
          <p:nvSpPr>
            <p:cNvPr id="54" name="Rectangle 53">
              <a:extLst>
                <a:ext uri="{FF2B5EF4-FFF2-40B4-BE49-F238E27FC236}">
                  <a16:creationId xmlns:a16="http://schemas.microsoft.com/office/drawing/2014/main" id="{15B3F84D-F57A-3A07-D81F-A98E794C809F}"/>
                </a:ext>
              </a:extLst>
            </p:cNvPr>
            <p:cNvSpPr/>
            <p:nvPr/>
          </p:nvSpPr>
          <p:spPr>
            <a:xfrm>
              <a:off x="3873823" y="2392597"/>
              <a:ext cx="240188" cy="2692800"/>
            </a:xfrm>
            <a:prstGeom prst="rect">
              <a:avLst/>
            </a:prstGeom>
            <a:solidFill>
              <a:schemeClr val="bg1"/>
            </a:solidFill>
            <a:ln>
              <a:noFill/>
            </a:ln>
            <a:effectLst>
              <a:outerShdw blurRad="127000" algn="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885C51A6-D3C0-16ED-20AD-F702D9B0A402}"/>
                </a:ext>
              </a:extLst>
            </p:cNvPr>
            <p:cNvSpPr/>
            <p:nvPr/>
          </p:nvSpPr>
          <p:spPr>
            <a:xfrm>
              <a:off x="3786364" y="2212182"/>
              <a:ext cx="317397" cy="290951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a:latin typeface="Calibri" panose="020F0502020204030204" pitchFamily="34" charset="0"/>
                <a:cs typeface="Calibri" panose="020F0502020204030204" pitchFamily="34" charset="0"/>
              </a:endParaRPr>
            </a:p>
          </p:txBody>
        </p:sp>
      </p:grpSp>
      <p:sp>
        <p:nvSpPr>
          <p:cNvPr id="58" name="Espace réservé du texte 3">
            <a:extLst>
              <a:ext uri="{FF2B5EF4-FFF2-40B4-BE49-F238E27FC236}">
                <a16:creationId xmlns:a16="http://schemas.microsoft.com/office/drawing/2014/main" id="{A3D68C1C-A25F-0F8E-6CF3-0A8CD028DE6C}"/>
              </a:ext>
            </a:extLst>
          </p:cNvPr>
          <p:cNvSpPr txBox="1">
            <a:spLocks/>
          </p:cNvSpPr>
          <p:nvPr/>
        </p:nvSpPr>
        <p:spPr>
          <a:xfrm>
            <a:off x="265734" y="439774"/>
            <a:ext cx="5907922" cy="161162"/>
          </a:xfrm>
          <a:prstGeom prst="rect">
            <a:avLst/>
          </a:prstGeom>
        </p:spPr>
        <p:txBody>
          <a:bodyPr lIns="0" tIns="0" rIns="0" bIns="0" anchor="t" anchorCtr="0"/>
          <a:lstStyle>
            <a:lvl1pPr marL="0" indent="0" algn="l" defTabSz="457189" rtl="0" eaLnBrk="1" latinLnBrk="0" hangingPunct="1">
              <a:lnSpc>
                <a:spcPct val="90000"/>
              </a:lnSpc>
              <a:spcBef>
                <a:spcPts val="0"/>
              </a:spcBef>
              <a:buFont typeface="Arial" panose="020B0604020202020204" pitchFamily="34" charset="0"/>
              <a:buNone/>
              <a:defRPr sz="1600" b="1" i="0" kern="1200" cap="none" spc="0" baseline="0">
                <a:gradFill>
                  <a:gsLst>
                    <a:gs pos="0">
                      <a:srgbClr val="063C67"/>
                    </a:gs>
                    <a:gs pos="100000">
                      <a:srgbClr val="1D93C9"/>
                    </a:gs>
                  </a:gsLst>
                  <a:lin ang="0" scaled="0"/>
                </a:gradFill>
                <a:latin typeface="Arial" panose="020B0604020202020204" pitchFamily="34" charset="0"/>
                <a:ea typeface="Arial" panose="020B0604020202020204" pitchFamily="34" charset="0"/>
                <a:cs typeface="Arial" panose="020B0604020202020204" pitchFamily="34" charset="0"/>
              </a:defRPr>
            </a:lvl1pPr>
            <a:lvl2pPr marL="342892" indent="-114297" algn="l" defTabSz="457189"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486" indent="-114297" algn="l" defTabSz="457189"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080"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675"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269"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863"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457"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051" indent="-114297" algn="l" defTabSz="45718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r>
              <a:rPr lang="en-GB" noProof="1"/>
              <a:t>Subtitle about the project and client</a:t>
            </a:r>
          </a:p>
        </p:txBody>
      </p:sp>
      <p:sp>
        <p:nvSpPr>
          <p:cNvPr id="59" name="Rectangle 58">
            <a:extLst>
              <a:ext uri="{FF2B5EF4-FFF2-40B4-BE49-F238E27FC236}">
                <a16:creationId xmlns:a16="http://schemas.microsoft.com/office/drawing/2014/main" id="{C9A1D82E-18B3-B02C-7060-09721F9405C2}"/>
              </a:ext>
            </a:extLst>
          </p:cNvPr>
          <p:cNvSpPr/>
          <p:nvPr/>
        </p:nvSpPr>
        <p:spPr>
          <a:xfrm>
            <a:off x="1907018" y="1665278"/>
            <a:ext cx="2698321" cy="982670"/>
          </a:xfrm>
          <a:prstGeom prst="rect">
            <a:avLst/>
          </a:prstGeom>
          <a:noFill/>
          <a:ln>
            <a:noFill/>
          </a:ln>
        </p:spPr>
        <p:txBody>
          <a:bodyPr wrap="square" tIns="0">
            <a:noAutofit/>
          </a:bodyPr>
          <a:lstStyle/>
          <a:p>
            <a:pPr marL="0" lvl="1">
              <a:lnSpc>
                <a:spcPct val="90000"/>
              </a:lnSpc>
              <a:spcAft>
                <a:spcPts val="600"/>
              </a:spcAft>
              <a:buClr>
                <a:schemeClr val="accent4"/>
              </a:buClr>
            </a:pPr>
            <a:r>
              <a:rPr lang="en-GB" sz="900" noProof="1"/>
              <a:t>Sed ut perspiciatis unde omnis iste natus error sit voluptatem accusantium doloremque laudantium, totam rem aperiam :</a:t>
            </a:r>
          </a:p>
          <a:p>
            <a:pPr marL="108000" lvl="1" indent="-108000">
              <a:lnSpc>
                <a:spcPct val="90000"/>
              </a:lnSpc>
              <a:spcAft>
                <a:spcPts val="600"/>
              </a:spcAft>
              <a:buClr>
                <a:schemeClr val="accent4"/>
              </a:buClr>
              <a:buFont typeface="Arial" panose="020B0604020202020204" pitchFamily="34" charset="0"/>
              <a:buChar char="•"/>
            </a:pPr>
            <a:r>
              <a:rPr lang="en-GB" sz="900" noProof="1"/>
              <a:t>Eaque ipsa quae ab illo inventore veritatis et quasi architecto beatae vitae dicta sunt explicabo</a:t>
            </a:r>
          </a:p>
          <a:p>
            <a:pPr marL="108000" lvl="1" indent="-108000">
              <a:lnSpc>
                <a:spcPct val="90000"/>
              </a:lnSpc>
              <a:spcAft>
                <a:spcPts val="600"/>
              </a:spcAft>
              <a:buClr>
                <a:schemeClr val="accent4"/>
              </a:buClr>
              <a:buFont typeface="Arial" panose="020B0604020202020204" pitchFamily="34" charset="0"/>
              <a:buChar char="•"/>
            </a:pPr>
            <a:r>
              <a:rPr lang="en-GB" sz="900" noProof="1"/>
              <a:t>Nemo enim ipsam voluptatem quia voluptas sit aspernatur aut odit aut fugit, sed</a:t>
            </a:r>
          </a:p>
        </p:txBody>
      </p:sp>
      <p:sp>
        <p:nvSpPr>
          <p:cNvPr id="66" name="Rectangle 65">
            <a:extLst>
              <a:ext uri="{FF2B5EF4-FFF2-40B4-BE49-F238E27FC236}">
                <a16:creationId xmlns:a16="http://schemas.microsoft.com/office/drawing/2014/main" id="{358AEA6C-59CF-8535-B28C-AEA5C3528012}"/>
              </a:ext>
            </a:extLst>
          </p:cNvPr>
          <p:cNvSpPr/>
          <p:nvPr/>
        </p:nvSpPr>
        <p:spPr>
          <a:xfrm>
            <a:off x="222286" y="1665278"/>
            <a:ext cx="1415740" cy="1121846"/>
          </a:xfrm>
          <a:prstGeom prst="rect">
            <a:avLst/>
          </a:prstGeom>
          <a:noFill/>
          <a:ln>
            <a:noFill/>
          </a:ln>
        </p:spPr>
        <p:txBody>
          <a:bodyPr wrap="square" lIns="0" tIns="0" rIns="0" bIns="0" numCol="1" spcCol="180000">
            <a:noAutofit/>
          </a:bodyPr>
          <a:lstStyle/>
          <a:p>
            <a:pPr marL="0" lvl="1">
              <a:lnSpc>
                <a:spcPct val="90000"/>
              </a:lnSpc>
              <a:spcAft>
                <a:spcPts val="600"/>
              </a:spcAft>
              <a:buClr>
                <a:schemeClr val="accent4"/>
              </a:buClr>
            </a:pPr>
            <a:r>
              <a:rPr lang="en-GB" sz="900" noProof="1"/>
              <a:t>Lorem ipsum dolor sit amet, consectetur adipiscing elit, sed do eiusmod tempor incididunt ut labore et dolore magna aliqua. </a:t>
            </a:r>
          </a:p>
          <a:p>
            <a:pPr marL="0" lvl="1">
              <a:lnSpc>
                <a:spcPct val="90000"/>
              </a:lnSpc>
              <a:spcAft>
                <a:spcPts val="600"/>
              </a:spcAft>
              <a:buClr>
                <a:schemeClr val="accent4"/>
              </a:buClr>
            </a:pPr>
            <a:r>
              <a:rPr lang="en-GB" sz="900" noProof="1"/>
              <a:t>Ut enim ad minim veniam, quis nostrud exercitation ullamco laboris nisi ut aliquip ex ea commodo consequat. </a:t>
            </a:r>
          </a:p>
        </p:txBody>
      </p:sp>
      <p:grpSp>
        <p:nvGrpSpPr>
          <p:cNvPr id="68" name="Groupe 67">
            <a:extLst>
              <a:ext uri="{FF2B5EF4-FFF2-40B4-BE49-F238E27FC236}">
                <a16:creationId xmlns:a16="http://schemas.microsoft.com/office/drawing/2014/main" id="{E4FBEAD8-570A-6247-B7DA-CE1BD3FE5E45}"/>
              </a:ext>
            </a:extLst>
          </p:cNvPr>
          <p:cNvGrpSpPr/>
          <p:nvPr/>
        </p:nvGrpSpPr>
        <p:grpSpPr>
          <a:xfrm>
            <a:off x="449289" y="809603"/>
            <a:ext cx="754140" cy="673445"/>
            <a:chOff x="449289" y="1082898"/>
            <a:chExt cx="754140" cy="673445"/>
          </a:xfrm>
        </p:grpSpPr>
        <p:sp>
          <p:nvSpPr>
            <p:cNvPr id="69" name="Rectangle 68">
              <a:extLst>
                <a:ext uri="{FF2B5EF4-FFF2-40B4-BE49-F238E27FC236}">
                  <a16:creationId xmlns:a16="http://schemas.microsoft.com/office/drawing/2014/main" id="{168F0059-1B57-93DA-CC54-5F30C29C8FBE}"/>
                </a:ext>
              </a:extLst>
            </p:cNvPr>
            <p:cNvSpPr/>
            <p:nvPr/>
          </p:nvSpPr>
          <p:spPr>
            <a:xfrm>
              <a:off x="590313" y="1082898"/>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70" name="Rectangle 69">
              <a:extLst>
                <a:ext uri="{FF2B5EF4-FFF2-40B4-BE49-F238E27FC236}">
                  <a16:creationId xmlns:a16="http://schemas.microsoft.com/office/drawing/2014/main" id="{F1F548E6-CEF7-26E9-C48D-4095D6D7E0D5}"/>
                </a:ext>
              </a:extLst>
            </p:cNvPr>
            <p:cNvSpPr/>
            <p:nvPr/>
          </p:nvSpPr>
          <p:spPr>
            <a:xfrm>
              <a:off x="449289" y="1315945"/>
              <a:ext cx="754140" cy="18774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ABOUT</a:t>
              </a:r>
            </a:p>
          </p:txBody>
        </p:sp>
      </p:grpSp>
      <p:grpSp>
        <p:nvGrpSpPr>
          <p:cNvPr id="71" name="Groupe 70">
            <a:extLst>
              <a:ext uri="{FF2B5EF4-FFF2-40B4-BE49-F238E27FC236}">
                <a16:creationId xmlns:a16="http://schemas.microsoft.com/office/drawing/2014/main" id="{2E4EC06B-7AB9-BC59-28A2-564112F07507}"/>
              </a:ext>
            </a:extLst>
          </p:cNvPr>
          <p:cNvGrpSpPr/>
          <p:nvPr/>
        </p:nvGrpSpPr>
        <p:grpSpPr>
          <a:xfrm>
            <a:off x="475186" y="3385794"/>
            <a:ext cx="842186" cy="673445"/>
            <a:chOff x="4989681" y="1082898"/>
            <a:chExt cx="842186" cy="673445"/>
          </a:xfrm>
        </p:grpSpPr>
        <p:sp>
          <p:nvSpPr>
            <p:cNvPr id="73" name="Rectangle 72">
              <a:extLst>
                <a:ext uri="{FF2B5EF4-FFF2-40B4-BE49-F238E27FC236}">
                  <a16:creationId xmlns:a16="http://schemas.microsoft.com/office/drawing/2014/main" id="{066EBEB6-F7AE-7D97-31C0-FA8E57C7DC64}"/>
                </a:ext>
              </a:extLst>
            </p:cNvPr>
            <p:cNvSpPr/>
            <p:nvPr/>
          </p:nvSpPr>
          <p:spPr>
            <a:xfrm>
              <a:off x="5174728" y="1082898"/>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74" name="Rectangle 73">
              <a:extLst>
                <a:ext uri="{FF2B5EF4-FFF2-40B4-BE49-F238E27FC236}">
                  <a16:creationId xmlns:a16="http://schemas.microsoft.com/office/drawing/2014/main" id="{FE84FF97-0DD8-2D81-BCA6-D0E7CC047AE3}"/>
                </a:ext>
              </a:extLst>
            </p:cNvPr>
            <p:cNvSpPr/>
            <p:nvPr/>
          </p:nvSpPr>
          <p:spPr>
            <a:xfrm>
              <a:off x="4989681" y="1229255"/>
              <a:ext cx="842186" cy="36112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STANDARDS</a:t>
              </a:r>
            </a:p>
            <a:p>
              <a:pPr algn="ctr" defTabSz="457189">
                <a:lnSpc>
                  <a:spcPct val="80000"/>
                </a:lnSpc>
                <a:spcAft>
                  <a:spcPts val="234"/>
                </a:spcAft>
                <a:defRPr/>
              </a:pPr>
              <a:r>
                <a:rPr lang="en-GB" sz="1200" b="1" noProof="1">
                  <a:solidFill>
                    <a:srgbClr val="7ECBEE">
                      <a:lumMod val="50000"/>
                    </a:srgbClr>
                  </a:solidFill>
                  <a:latin typeface="Calibri"/>
                </a:rPr>
                <a:t>&amp; TOOLS</a:t>
              </a:r>
            </a:p>
          </p:txBody>
        </p:sp>
      </p:grpSp>
      <p:grpSp>
        <p:nvGrpSpPr>
          <p:cNvPr id="75" name="Groupe 74">
            <a:extLst>
              <a:ext uri="{FF2B5EF4-FFF2-40B4-BE49-F238E27FC236}">
                <a16:creationId xmlns:a16="http://schemas.microsoft.com/office/drawing/2014/main" id="{3AE83FB9-60AB-7F3F-D1EF-E1196C83E6EB}"/>
              </a:ext>
            </a:extLst>
          </p:cNvPr>
          <p:cNvGrpSpPr/>
          <p:nvPr/>
        </p:nvGrpSpPr>
        <p:grpSpPr>
          <a:xfrm>
            <a:off x="2823147" y="807940"/>
            <a:ext cx="842186" cy="673445"/>
            <a:chOff x="2781946" y="1081235"/>
            <a:chExt cx="842186" cy="673445"/>
          </a:xfrm>
        </p:grpSpPr>
        <p:sp>
          <p:nvSpPr>
            <p:cNvPr id="76" name="Rectangle 75">
              <a:extLst>
                <a:ext uri="{FF2B5EF4-FFF2-40B4-BE49-F238E27FC236}">
                  <a16:creationId xmlns:a16="http://schemas.microsoft.com/office/drawing/2014/main" id="{4C82681A-EF36-AE63-54A4-B8F8B6225112}"/>
                </a:ext>
              </a:extLst>
            </p:cNvPr>
            <p:cNvSpPr/>
            <p:nvPr/>
          </p:nvSpPr>
          <p:spPr>
            <a:xfrm>
              <a:off x="2966993" y="1081235"/>
              <a:ext cx="472092" cy="673445"/>
            </a:xfrm>
            <a:prstGeom prst="rect">
              <a:avLst/>
            </a:prstGeom>
            <a:noFill/>
            <a:ln w="22225">
              <a:gradFill flip="none" rotWithShape="1">
                <a:gsLst>
                  <a:gs pos="0">
                    <a:schemeClr val="accent3">
                      <a:alpha val="90000"/>
                    </a:schemeClr>
                  </a:gs>
                  <a:gs pos="67000">
                    <a:schemeClr val="accent5"/>
                  </a:gs>
                  <a:gs pos="29000">
                    <a:schemeClr val="accent4"/>
                  </a:gs>
                </a:gsLst>
                <a:lin ang="13500000" scaled="1"/>
                <a:tileRect/>
              </a:gra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defTabSz="457189"/>
              <a:endParaRPr lang="en-GB" sz="600" noProof="1">
                <a:solidFill>
                  <a:srgbClr val="063C67">
                    <a:hueOff val="0"/>
                    <a:satOff val="0"/>
                    <a:lumOff val="0"/>
                    <a:alphaOff val="0"/>
                  </a:srgbClr>
                </a:solidFill>
                <a:latin typeface="Calibri" panose="020F0502020204030204"/>
              </a:endParaRPr>
            </a:p>
          </p:txBody>
        </p:sp>
        <p:sp>
          <p:nvSpPr>
            <p:cNvPr id="77" name="Rectangle 76">
              <a:extLst>
                <a:ext uri="{FF2B5EF4-FFF2-40B4-BE49-F238E27FC236}">
                  <a16:creationId xmlns:a16="http://schemas.microsoft.com/office/drawing/2014/main" id="{FDBE374C-CD78-1EEC-4774-D7E73ADB6CCF}"/>
                </a:ext>
              </a:extLst>
            </p:cNvPr>
            <p:cNvSpPr/>
            <p:nvPr/>
          </p:nvSpPr>
          <p:spPr>
            <a:xfrm>
              <a:off x="2781946" y="1239135"/>
              <a:ext cx="842186" cy="361120"/>
            </a:xfrm>
            <a:prstGeom prst="rect">
              <a:avLst/>
            </a:prstGeom>
            <a:solidFill>
              <a:schemeClr val="bg1"/>
            </a:solidFill>
            <a:ln>
              <a:noFill/>
            </a:ln>
          </p:spPr>
          <p:txBody>
            <a:bodyPr wrap="square" lIns="0" tIns="36000" rIns="0" bIns="0" anchor="ctr" anchorCtr="0">
              <a:spAutoFit/>
            </a:bodyPr>
            <a:lstStyle/>
            <a:p>
              <a:pPr algn="ctr" defTabSz="457189">
                <a:lnSpc>
                  <a:spcPct val="80000"/>
                </a:lnSpc>
                <a:spcAft>
                  <a:spcPts val="234"/>
                </a:spcAft>
                <a:defRPr/>
              </a:pPr>
              <a:r>
                <a:rPr lang="en-GB" sz="1200" b="1" noProof="1">
                  <a:solidFill>
                    <a:srgbClr val="7ECBEE">
                      <a:lumMod val="50000"/>
                    </a:srgbClr>
                  </a:solidFill>
                  <a:latin typeface="Calibri"/>
                </a:rPr>
                <a:t>ALTEN</a:t>
              </a:r>
            </a:p>
            <a:p>
              <a:pPr algn="ctr" defTabSz="457189">
                <a:lnSpc>
                  <a:spcPct val="80000"/>
                </a:lnSpc>
                <a:spcAft>
                  <a:spcPts val="234"/>
                </a:spcAft>
                <a:defRPr/>
              </a:pPr>
              <a:r>
                <a:rPr lang="en-GB" sz="1200" b="1" noProof="1">
                  <a:solidFill>
                    <a:srgbClr val="7ECBEE">
                      <a:lumMod val="50000"/>
                    </a:srgbClr>
                  </a:solidFill>
                  <a:latin typeface="Calibri"/>
                </a:rPr>
                <a:t>ACTIVITIES</a:t>
              </a:r>
            </a:p>
          </p:txBody>
        </p:sp>
      </p:grpSp>
      <p:sp>
        <p:nvSpPr>
          <p:cNvPr id="78" name="Rectangle 77">
            <a:extLst>
              <a:ext uri="{FF2B5EF4-FFF2-40B4-BE49-F238E27FC236}">
                <a16:creationId xmlns:a16="http://schemas.microsoft.com/office/drawing/2014/main" id="{F216D8B2-41BD-31A6-498F-1DBD4F227564}"/>
              </a:ext>
            </a:extLst>
          </p:cNvPr>
          <p:cNvSpPr/>
          <p:nvPr/>
        </p:nvSpPr>
        <p:spPr>
          <a:xfrm>
            <a:off x="218858" y="4241469"/>
            <a:ext cx="1440304" cy="747897"/>
          </a:xfrm>
          <a:prstGeom prst="rect">
            <a:avLst/>
          </a:prstGeom>
          <a:noFill/>
          <a:ln>
            <a:noFill/>
          </a:ln>
        </p:spPr>
        <p:txBody>
          <a:bodyPr wrap="square" lIns="0" tIns="0" rIns="0" bIns="0">
            <a:noAutofit/>
          </a:bodyPr>
          <a:lstStyle/>
          <a:p>
            <a:pPr marL="0" lvl="1">
              <a:lnSpc>
                <a:spcPct val="90000"/>
              </a:lnSpc>
              <a:spcAft>
                <a:spcPts val="600"/>
              </a:spcAft>
              <a:buClr>
                <a:schemeClr val="accent4"/>
              </a:buClr>
            </a:pPr>
            <a:r>
              <a:rPr lang="en-GB" sz="900" noProof="1"/>
              <a:t>Sed ut</a:t>
            </a:r>
            <a:r>
              <a:rPr lang="en-GB" sz="900" noProof="1">
                <a:solidFill>
                  <a:schemeClr val="accent4"/>
                </a:solidFill>
              </a:rPr>
              <a:t> | </a:t>
            </a:r>
            <a:r>
              <a:rPr lang="en-GB" sz="900" noProof="1"/>
              <a:t>Perspiciatis </a:t>
            </a:r>
            <a:r>
              <a:rPr lang="en-GB" sz="900" noProof="1">
                <a:solidFill>
                  <a:schemeClr val="accent4"/>
                </a:solidFill>
              </a:rPr>
              <a:t>| </a:t>
            </a:r>
            <a:r>
              <a:rPr lang="en-GB" sz="900" noProof="1"/>
              <a:t>De omnis iste natus </a:t>
            </a:r>
            <a:r>
              <a:rPr lang="en-GB" sz="900" noProof="1">
                <a:solidFill>
                  <a:schemeClr val="accent4"/>
                </a:solidFill>
              </a:rPr>
              <a:t>| </a:t>
            </a:r>
            <a:r>
              <a:rPr lang="en-GB" sz="900" noProof="1"/>
              <a:t>Reror sit voluptatem </a:t>
            </a:r>
            <a:r>
              <a:rPr lang="en-GB" sz="900" noProof="1">
                <a:solidFill>
                  <a:schemeClr val="accent4"/>
                </a:solidFill>
              </a:rPr>
              <a:t>| </a:t>
            </a:r>
            <a:r>
              <a:rPr lang="en-GB" sz="900" noProof="1"/>
              <a:t>Accusantium </a:t>
            </a:r>
            <a:r>
              <a:rPr lang="en-GB" sz="900" noProof="1">
                <a:solidFill>
                  <a:schemeClr val="accent4"/>
                </a:solidFill>
              </a:rPr>
              <a:t>|</a:t>
            </a:r>
            <a:r>
              <a:rPr lang="en-GB" sz="900" noProof="1"/>
              <a:t> Sed ut</a:t>
            </a:r>
            <a:r>
              <a:rPr lang="en-GB" sz="900" noProof="1">
                <a:solidFill>
                  <a:schemeClr val="accent4"/>
                </a:solidFill>
              </a:rPr>
              <a:t> | </a:t>
            </a:r>
            <a:r>
              <a:rPr lang="en-GB" sz="900" noProof="1"/>
              <a:t>Perspiciatis </a:t>
            </a:r>
            <a:r>
              <a:rPr lang="en-GB" sz="900" noProof="1">
                <a:solidFill>
                  <a:schemeClr val="accent4"/>
                </a:solidFill>
              </a:rPr>
              <a:t>| </a:t>
            </a:r>
            <a:r>
              <a:rPr lang="en-GB" sz="900" noProof="1"/>
              <a:t>De omnis iste natus </a:t>
            </a:r>
            <a:r>
              <a:rPr lang="en-GB" sz="900" noProof="1">
                <a:solidFill>
                  <a:schemeClr val="accent4"/>
                </a:solidFill>
              </a:rPr>
              <a:t>| </a:t>
            </a:r>
            <a:r>
              <a:rPr lang="en-GB" sz="900" noProof="1"/>
              <a:t>Reror sit voluptatem </a:t>
            </a:r>
            <a:r>
              <a:rPr lang="en-GB" sz="900" noProof="1">
                <a:solidFill>
                  <a:schemeClr val="accent4"/>
                </a:solidFill>
              </a:rPr>
              <a:t>| </a:t>
            </a:r>
            <a:r>
              <a:rPr lang="en-GB" sz="900" noProof="1"/>
              <a:t>Accusantium</a:t>
            </a:r>
          </a:p>
        </p:txBody>
      </p:sp>
      <p:pic>
        <p:nvPicPr>
          <p:cNvPr id="11" name="Espace réservé pour une image  10">
            <a:extLst>
              <a:ext uri="{FF2B5EF4-FFF2-40B4-BE49-F238E27FC236}">
                <a16:creationId xmlns:a16="http://schemas.microsoft.com/office/drawing/2014/main" id="{5C35C60D-527B-C302-9766-30A330E63110}"/>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8473" r="8473"/>
          <a:stretch>
            <a:fillRect/>
          </a:stretch>
        </p:blipFill>
        <p:spPr>
          <a:prstGeom prst="rect">
            <a:avLst/>
          </a:prstGeom>
        </p:spPr>
      </p:pic>
      <p:sp>
        <p:nvSpPr>
          <p:cNvPr id="3" name="Espace réservé du texte 2">
            <a:extLst>
              <a:ext uri="{FF2B5EF4-FFF2-40B4-BE49-F238E27FC236}">
                <a16:creationId xmlns:a16="http://schemas.microsoft.com/office/drawing/2014/main" id="{8CD3FD2D-EAD9-32F7-F956-3CE9512DA2E7}"/>
              </a:ext>
            </a:extLst>
          </p:cNvPr>
          <p:cNvSpPr>
            <a:spLocks noGrp="1"/>
          </p:cNvSpPr>
          <p:nvPr>
            <p:ph type="body" sz="quarter" idx="10"/>
          </p:nvPr>
        </p:nvSpPr>
        <p:spPr/>
        <p:txBody>
          <a:bodyPr/>
          <a:lstStyle/>
          <a:p>
            <a:r>
              <a:rPr lang="en-GB" noProof="1"/>
              <a:t>TITLE with a </a:t>
            </a:r>
            <a:r>
              <a:rPr lang="fr-FR" dirty="0" err="1"/>
              <a:t>video</a:t>
            </a:r>
            <a:endParaRPr lang="en-GB" noProof="1"/>
          </a:p>
        </p:txBody>
      </p:sp>
      <p:sp>
        <p:nvSpPr>
          <p:cNvPr id="4" name="Espace réservé du texte 3">
            <a:extLst>
              <a:ext uri="{FF2B5EF4-FFF2-40B4-BE49-F238E27FC236}">
                <a16:creationId xmlns:a16="http://schemas.microsoft.com/office/drawing/2014/main" id="{D4DB6984-B744-5DA2-F8A8-F3E55E423A01}"/>
              </a:ext>
            </a:extLst>
          </p:cNvPr>
          <p:cNvSpPr>
            <a:spLocks noGrp="1"/>
          </p:cNvSpPr>
          <p:nvPr>
            <p:ph type="body" sz="quarter" idx="11"/>
          </p:nvPr>
        </p:nvSpPr>
        <p:spPr/>
        <p:txBody>
          <a:bodyPr/>
          <a:lstStyle/>
          <a:p>
            <a:r>
              <a:rPr lang="en-GB" noProof="1"/>
              <a:t>Subtitle about the project and client</a:t>
            </a:r>
          </a:p>
        </p:txBody>
      </p:sp>
      <p:sp>
        <p:nvSpPr>
          <p:cNvPr id="23" name="Rectangle 22">
            <a:extLst>
              <a:ext uri="{FF2B5EF4-FFF2-40B4-BE49-F238E27FC236}">
                <a16:creationId xmlns:a16="http://schemas.microsoft.com/office/drawing/2014/main" id="{E4114A0A-5FA5-038B-47A9-C6DE7B61AF47}"/>
              </a:ext>
            </a:extLst>
          </p:cNvPr>
          <p:cNvSpPr/>
          <p:nvPr/>
        </p:nvSpPr>
        <p:spPr>
          <a:xfrm rot="16200000">
            <a:off x="7314334" y="-376996"/>
            <a:ext cx="888139" cy="2844000"/>
          </a:xfrm>
          <a:prstGeom prst="rect">
            <a:avLst/>
          </a:prstGeom>
          <a:gradFill flip="none" rotWithShape="1">
            <a:gsLst>
              <a:gs pos="0">
                <a:schemeClr val="tx1"/>
              </a:gs>
              <a:gs pos="35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CABD344-41B7-001F-0D32-594C8B24187A}"/>
              </a:ext>
            </a:extLst>
          </p:cNvPr>
          <p:cNvSpPr/>
          <p:nvPr/>
        </p:nvSpPr>
        <p:spPr>
          <a:xfrm rot="5400000">
            <a:off x="7473188" y="863673"/>
            <a:ext cx="564385" cy="2844000"/>
          </a:xfrm>
          <a:prstGeom prst="rect">
            <a:avLst/>
          </a:prstGeom>
          <a:gradFill flip="none" rotWithShape="1">
            <a:gsLst>
              <a:gs pos="0">
                <a:schemeClr val="tx1"/>
              </a:gs>
              <a:gs pos="30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72394B57-8A89-063B-2A9C-B15C5B26F0C9}"/>
              </a:ext>
            </a:extLst>
          </p:cNvPr>
          <p:cNvSpPr/>
          <p:nvPr/>
        </p:nvSpPr>
        <p:spPr>
          <a:xfrm rot="16200000">
            <a:off x="7271667" y="1621771"/>
            <a:ext cx="973473" cy="2844000"/>
          </a:xfrm>
          <a:prstGeom prst="rect">
            <a:avLst/>
          </a:prstGeom>
          <a:gradFill flip="none" rotWithShape="1">
            <a:gsLst>
              <a:gs pos="0">
                <a:schemeClr val="tx1"/>
              </a:gs>
              <a:gs pos="30000">
                <a:srgbClr val="063C67">
                  <a:alpha val="75000"/>
                </a:srgbClr>
              </a:gs>
              <a:gs pos="100000">
                <a:schemeClr val="accent3">
                  <a:alpha val="0"/>
                </a:schemeClr>
              </a:gs>
            </a:gsLst>
            <a:lin ang="10800000" scaled="1"/>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en-GB" sz="800" b="1" spc="150" noProof="1">
              <a:solidFill>
                <a:srgbClr val="F07559"/>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90C2CECF-FC8D-934C-2993-F6CD0F09D274}"/>
              </a:ext>
            </a:extLst>
          </p:cNvPr>
          <p:cNvSpPr/>
          <p:nvPr/>
        </p:nvSpPr>
        <p:spPr>
          <a:xfrm>
            <a:off x="6808356" y="2104447"/>
            <a:ext cx="2003092" cy="564385"/>
          </a:xfrm>
          <a:prstGeom prst="rect">
            <a:avLst/>
          </a:prstGeom>
          <a:noFill/>
          <a:ln>
            <a:noFill/>
          </a:ln>
        </p:spPr>
        <p:txBody>
          <a:bodyPr wrap="square" anchor="ctr" anchorCtr="0">
            <a:spAutoFit/>
          </a:bodyPr>
          <a:lstStyle/>
          <a:p>
            <a:pPr algn="ctr" defTabSz="457189">
              <a:lnSpc>
                <a:spcPct val="80000"/>
              </a:lnSpc>
              <a:spcAft>
                <a:spcPts val="234"/>
              </a:spcAft>
              <a:defRPr/>
            </a:pPr>
            <a:r>
              <a:rPr lang="en-GB" sz="2400" b="1" spc="300" noProof="1">
                <a:solidFill>
                  <a:schemeClr val="bg1"/>
                </a:solidFill>
                <a:latin typeface="Arial Black" panose="020B0604020202020204" pitchFamily="34" charset="0"/>
                <a:cs typeface="Arial Black" panose="020B0604020202020204" pitchFamily="34" charset="0"/>
              </a:rPr>
              <a:t>ALTEN</a:t>
            </a:r>
            <a:br>
              <a:rPr lang="en-GB" sz="2400" b="1" spc="300" noProof="1">
                <a:gradFill>
                  <a:gsLst>
                    <a:gs pos="67000">
                      <a:schemeClr val="accent5"/>
                    </a:gs>
                    <a:gs pos="29000">
                      <a:schemeClr val="accent4"/>
                    </a:gs>
                    <a:gs pos="100000">
                      <a:srgbClr val="21C1B4"/>
                    </a:gs>
                  </a:gsLst>
                  <a:lin ang="0" scaled="1"/>
                </a:gradFill>
                <a:latin typeface="Arial Black" panose="020B0604020202020204" pitchFamily="34" charset="0"/>
                <a:cs typeface="Arial Black" panose="020B0604020202020204" pitchFamily="34" charset="0"/>
              </a:rPr>
            </a:br>
            <a:r>
              <a:rPr lang="en-GB" sz="1400" b="1" noProof="1">
                <a:gradFill>
                  <a:gsLst>
                    <a:gs pos="25000">
                      <a:schemeClr val="accent4"/>
                    </a:gs>
                    <a:gs pos="83000">
                      <a:schemeClr val="accent1"/>
                    </a:gs>
                  </a:gsLst>
                  <a:lin ang="0" scaled="1"/>
                </a:gradFill>
                <a:latin typeface="Arial Black" panose="020B0604020202020204" pitchFamily="34" charset="0"/>
                <a:cs typeface="Arial Black" panose="020B0604020202020204" pitchFamily="34" charset="0"/>
              </a:rPr>
              <a:t>ADDED VALUE</a:t>
            </a:r>
          </a:p>
        </p:txBody>
      </p:sp>
      <p:sp>
        <p:nvSpPr>
          <p:cNvPr id="18" name="Textfeld 67">
            <a:extLst>
              <a:ext uri="{FF2B5EF4-FFF2-40B4-BE49-F238E27FC236}">
                <a16:creationId xmlns:a16="http://schemas.microsoft.com/office/drawing/2014/main" id="{5B906147-42AD-FD69-C689-5414FF083952}"/>
              </a:ext>
            </a:extLst>
          </p:cNvPr>
          <p:cNvSpPr txBox="1"/>
          <p:nvPr/>
        </p:nvSpPr>
        <p:spPr>
          <a:xfrm>
            <a:off x="2414357" y="4704285"/>
            <a:ext cx="689066" cy="193258"/>
          </a:xfrm>
          <a:prstGeom prst="rect">
            <a:avLst/>
          </a:prstGeom>
          <a:noFill/>
        </p:spPr>
        <p:txBody>
          <a:bodyPr wrap="square" rtlCol="0" anchor="ctr" anchorCtr="0">
            <a:noAutofit/>
          </a:bodyPr>
          <a:lstStyle/>
          <a:p>
            <a:pPr defTabSz="685818">
              <a:lnSpc>
                <a:spcPct val="80000"/>
              </a:lnSpc>
              <a:buClr>
                <a:srgbClr val="1D94C9"/>
              </a:buClr>
              <a:buSzPct val="130000"/>
              <a:defRPr/>
            </a:pPr>
            <a:r>
              <a:rPr lang="en-GB" sz="800" b="1" dirty="0"/>
              <a:t>XXX FTE</a:t>
            </a:r>
          </a:p>
        </p:txBody>
      </p:sp>
      <p:sp>
        <p:nvSpPr>
          <p:cNvPr id="21" name="Textfeld 67">
            <a:extLst>
              <a:ext uri="{FF2B5EF4-FFF2-40B4-BE49-F238E27FC236}">
                <a16:creationId xmlns:a16="http://schemas.microsoft.com/office/drawing/2014/main" id="{BE0E73A2-9EB9-7AA6-D40E-CA36E62EF823}"/>
              </a:ext>
            </a:extLst>
          </p:cNvPr>
          <p:cNvSpPr txBox="1"/>
          <p:nvPr/>
        </p:nvSpPr>
        <p:spPr>
          <a:xfrm>
            <a:off x="4550298" y="4655041"/>
            <a:ext cx="587265" cy="291747"/>
          </a:xfrm>
          <a:prstGeom prst="rect">
            <a:avLst/>
          </a:prstGeom>
          <a:noFill/>
        </p:spPr>
        <p:txBody>
          <a:bodyPr wrap="square" rtlCol="0" anchor="ctr" anchorCtr="0">
            <a:noAutofit/>
          </a:bodyPr>
          <a:lstStyle/>
          <a:p>
            <a:pPr>
              <a:lnSpc>
                <a:spcPct val="80000"/>
              </a:lnSpc>
            </a:pPr>
            <a:r>
              <a:rPr lang="en-GB" sz="800" b="1" noProof="1"/>
              <a:t>Since </a:t>
            </a:r>
            <a:br>
              <a:rPr lang="en-GB" sz="800" b="1" noProof="1"/>
            </a:br>
            <a:r>
              <a:rPr lang="en-GB" sz="800" b="1" noProof="1"/>
              <a:t>Xxxx</a:t>
            </a:r>
          </a:p>
        </p:txBody>
      </p:sp>
      <p:sp>
        <p:nvSpPr>
          <p:cNvPr id="22" name="Textfeld 67">
            <a:extLst>
              <a:ext uri="{FF2B5EF4-FFF2-40B4-BE49-F238E27FC236}">
                <a16:creationId xmlns:a16="http://schemas.microsoft.com/office/drawing/2014/main" id="{B3660397-F461-A447-2842-AAFCCC110D88}"/>
              </a:ext>
            </a:extLst>
          </p:cNvPr>
          <p:cNvSpPr txBox="1"/>
          <p:nvPr/>
        </p:nvSpPr>
        <p:spPr>
          <a:xfrm>
            <a:off x="5560013" y="4704285"/>
            <a:ext cx="689066" cy="193258"/>
          </a:xfrm>
          <a:prstGeom prst="rect">
            <a:avLst/>
          </a:prstGeom>
          <a:noFill/>
        </p:spPr>
        <p:txBody>
          <a:bodyPr wrap="square" rtlCol="0" anchor="ctr" anchorCtr="0">
            <a:noAutofit/>
          </a:bodyPr>
          <a:lstStyle/>
          <a:p>
            <a:pPr>
              <a:lnSpc>
                <a:spcPct val="80000"/>
              </a:lnSpc>
            </a:pPr>
            <a:r>
              <a:rPr lang="en-GB" sz="800" b="1" noProof="1"/>
              <a:t>Xxxxxx</a:t>
            </a:r>
          </a:p>
        </p:txBody>
      </p:sp>
      <p:sp>
        <p:nvSpPr>
          <p:cNvPr id="24" name="Textfeld 67">
            <a:extLst>
              <a:ext uri="{FF2B5EF4-FFF2-40B4-BE49-F238E27FC236}">
                <a16:creationId xmlns:a16="http://schemas.microsoft.com/office/drawing/2014/main" id="{0764DA5B-BD20-12AA-0686-FBB61917B6CF}"/>
              </a:ext>
            </a:extLst>
          </p:cNvPr>
          <p:cNvSpPr txBox="1"/>
          <p:nvPr/>
        </p:nvSpPr>
        <p:spPr>
          <a:xfrm>
            <a:off x="3543285" y="4655041"/>
            <a:ext cx="654763" cy="291747"/>
          </a:xfrm>
          <a:prstGeom prst="rect">
            <a:avLst/>
          </a:prstGeom>
          <a:noFill/>
        </p:spPr>
        <p:txBody>
          <a:bodyPr wrap="square" rtlCol="0" anchor="ctr" anchorCtr="0">
            <a:noAutofit/>
          </a:bodyPr>
          <a:lstStyle/>
          <a:p>
            <a:pPr>
              <a:lnSpc>
                <a:spcPct val="80000"/>
              </a:lnSpc>
            </a:pPr>
            <a:r>
              <a:rPr lang="en-GB" sz="800" b="1" noProof="1"/>
              <a:t>Service contract</a:t>
            </a:r>
          </a:p>
        </p:txBody>
      </p:sp>
      <p:pic>
        <p:nvPicPr>
          <p:cNvPr id="25" name="Graphique 24">
            <a:extLst>
              <a:ext uri="{FF2B5EF4-FFF2-40B4-BE49-F238E27FC236}">
                <a16:creationId xmlns:a16="http://schemas.microsoft.com/office/drawing/2014/main" id="{B497857B-00D6-C05E-44F2-8FB31F5294D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98404" y="4638914"/>
            <a:ext cx="324000" cy="324000"/>
          </a:xfrm>
          <a:prstGeom prst="rect">
            <a:avLst/>
          </a:prstGeom>
        </p:spPr>
      </p:pic>
      <p:pic>
        <p:nvPicPr>
          <p:cNvPr id="28" name="Graphique 27">
            <a:extLst>
              <a:ext uri="{FF2B5EF4-FFF2-40B4-BE49-F238E27FC236}">
                <a16:creationId xmlns:a16="http://schemas.microsoft.com/office/drawing/2014/main" id="{25EAAA4F-4168-F8F0-4219-68DB5B254A8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4208298" y="4629914"/>
            <a:ext cx="342000" cy="342000"/>
          </a:xfrm>
          <a:prstGeom prst="rect">
            <a:avLst/>
          </a:prstGeom>
        </p:spPr>
      </p:pic>
      <p:pic>
        <p:nvPicPr>
          <p:cNvPr id="29" name="Graphique 28">
            <a:extLst>
              <a:ext uri="{FF2B5EF4-FFF2-40B4-BE49-F238E27FC236}">
                <a16:creationId xmlns:a16="http://schemas.microsoft.com/office/drawing/2014/main" id="{4945C9B7-FE61-2AA3-B175-349E2A1251D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16974" y="4630818"/>
            <a:ext cx="340192" cy="340192"/>
          </a:xfrm>
          <a:prstGeom prst="rect">
            <a:avLst/>
          </a:prstGeom>
        </p:spPr>
      </p:pic>
      <p:pic>
        <p:nvPicPr>
          <p:cNvPr id="30" name="Graphique 29">
            <a:extLst>
              <a:ext uri="{FF2B5EF4-FFF2-40B4-BE49-F238E27FC236}">
                <a16:creationId xmlns:a16="http://schemas.microsoft.com/office/drawing/2014/main" id="{392C9AA1-B6DF-0E89-3830-6B508E94A7A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12077" y="4619848"/>
            <a:ext cx="362132" cy="362132"/>
          </a:xfrm>
          <a:prstGeom prst="rect">
            <a:avLst/>
          </a:prstGeom>
        </p:spPr>
      </p:pic>
      <p:sp>
        <p:nvSpPr>
          <p:cNvPr id="27" name="Rectangle 26">
            <a:extLst>
              <a:ext uri="{FF2B5EF4-FFF2-40B4-BE49-F238E27FC236}">
                <a16:creationId xmlns:a16="http://schemas.microsoft.com/office/drawing/2014/main" id="{FB057BEC-7C9F-215D-C06E-53F95E72DF36}"/>
              </a:ext>
            </a:extLst>
          </p:cNvPr>
          <p:cNvSpPr/>
          <p:nvPr/>
        </p:nvSpPr>
        <p:spPr>
          <a:xfrm>
            <a:off x="6701158" y="3027967"/>
            <a:ext cx="2217488" cy="1846659"/>
          </a:xfrm>
          <a:prstGeom prst="rect">
            <a:avLst/>
          </a:prstGeom>
          <a:noFill/>
          <a:ln>
            <a:noFill/>
          </a:ln>
        </p:spPr>
        <p:txBody>
          <a:bodyPr wrap="square">
            <a:spAutoFit/>
          </a:bodyPr>
          <a:lstStyle/>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Itaque earum rerum hic tenetur a sapiente delectus</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Ut aut reiciendis voluptatibus maiores alias consequatur aut perferendis doloribus asperiores repellat</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Et harum quidem rerum facilis est et expedita distinction</a:t>
            </a:r>
          </a:p>
          <a:p>
            <a:pPr marL="144000" lvl="1" indent="-144000">
              <a:lnSpc>
                <a:spcPct val="90000"/>
              </a:lnSpc>
              <a:spcAft>
                <a:spcPts val="600"/>
              </a:spcAft>
              <a:buClr>
                <a:schemeClr val="accent5"/>
              </a:buClr>
              <a:buFont typeface="Wingdings" pitchFamily="2" charset="2"/>
              <a:buChar char="ü"/>
            </a:pPr>
            <a:r>
              <a:rPr lang="en-GB" sz="1000" noProof="1">
                <a:solidFill>
                  <a:schemeClr val="bg1"/>
                </a:solidFill>
              </a:rPr>
              <a:t>Nam libero tempore, cum soluta nobis est eligendi optio cumque nihil impedit quo minus</a:t>
            </a:r>
          </a:p>
        </p:txBody>
      </p:sp>
      <p:sp>
        <p:nvSpPr>
          <p:cNvPr id="5" name="Rectangle 4">
            <a:extLst>
              <a:ext uri="{FF2B5EF4-FFF2-40B4-BE49-F238E27FC236}">
                <a16:creationId xmlns:a16="http://schemas.microsoft.com/office/drawing/2014/main" id="{3A2D906A-21F2-3D64-6412-C759F8D6575B}"/>
              </a:ext>
            </a:extLst>
          </p:cNvPr>
          <p:cNvSpPr/>
          <p:nvPr/>
        </p:nvSpPr>
        <p:spPr>
          <a:xfrm>
            <a:off x="1978683" y="2768534"/>
            <a:ext cx="2498485" cy="1589328"/>
          </a:xfrm>
          <a:prstGeom prst="rec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2"/>
                </a:solidFill>
              </a:rPr>
              <a:t>video</a:t>
            </a:r>
          </a:p>
        </p:txBody>
      </p:sp>
      <p:sp>
        <p:nvSpPr>
          <p:cNvPr id="79" name="Rectangle 78">
            <a:extLst>
              <a:ext uri="{FF2B5EF4-FFF2-40B4-BE49-F238E27FC236}">
                <a16:creationId xmlns:a16="http://schemas.microsoft.com/office/drawing/2014/main" id="{CEC49654-AEA5-959A-E67C-3EE6F692B47B}"/>
              </a:ext>
            </a:extLst>
          </p:cNvPr>
          <p:cNvSpPr/>
          <p:nvPr/>
        </p:nvSpPr>
        <p:spPr>
          <a:xfrm>
            <a:off x="4521772" y="807940"/>
            <a:ext cx="1760760" cy="3583328"/>
          </a:xfrm>
          <a:prstGeom prst="rect">
            <a:avLst/>
          </a:prstGeom>
          <a:noFill/>
          <a:ln>
            <a:noFill/>
          </a:ln>
        </p:spPr>
        <p:txBody>
          <a:bodyPr wrap="square" tIns="0">
            <a:noAutofit/>
          </a:bodyPr>
          <a:lstStyle/>
          <a:p>
            <a:pPr marL="108000" lvl="1" indent="-108000">
              <a:lnSpc>
                <a:spcPct val="90000"/>
              </a:lnSpc>
              <a:spcAft>
                <a:spcPts val="600"/>
              </a:spcAft>
              <a:buClr>
                <a:schemeClr val="accent4"/>
              </a:buClr>
              <a:buFont typeface="Arial" panose="020B0604020202020204" pitchFamily="34" charset="0"/>
              <a:buChar char="•"/>
            </a:pPr>
            <a:r>
              <a:rPr lang="en-GB" sz="900" noProof="1"/>
              <a:t>Neque porro quisquam est, qui dolorem ipsum quia dolor sit amet, consectetur, adipisci velit, sed quia non numquam eius modi tempora incidunt ut labore et dolore magnam aliquam quaerat voluptatem</a:t>
            </a:r>
          </a:p>
          <a:p>
            <a:pPr marL="108000" lvl="1" indent="-108000">
              <a:lnSpc>
                <a:spcPct val="90000"/>
              </a:lnSpc>
              <a:spcAft>
                <a:spcPts val="600"/>
              </a:spcAft>
              <a:buClr>
                <a:schemeClr val="accent4"/>
              </a:buClr>
              <a:buFont typeface="Arial" panose="020B0604020202020204" pitchFamily="34" charset="0"/>
              <a:buChar char="•"/>
            </a:pPr>
            <a:r>
              <a:rPr lang="en-GB" sz="900" noProof="1"/>
              <a:t>Ut enim ad minima veniam, quis nostrum exercitationem ullam corporis</a:t>
            </a:r>
          </a:p>
          <a:p>
            <a:pPr marL="0" lvl="1">
              <a:lnSpc>
                <a:spcPct val="90000"/>
              </a:lnSpc>
              <a:spcAft>
                <a:spcPts val="600"/>
              </a:spcAft>
              <a:buClr>
                <a:schemeClr val="accent4"/>
              </a:buClr>
            </a:pPr>
            <a:r>
              <a:rPr lang="en-GB" sz="900" noProof="1"/>
              <a:t>Sed ut perspiciatis unde omnis iste natus error sit voluptatem accusantium doloremque laudantium, totam rem aperiam :</a:t>
            </a:r>
          </a:p>
          <a:p>
            <a:pPr marL="108000" lvl="1" indent="-108000">
              <a:lnSpc>
                <a:spcPct val="90000"/>
              </a:lnSpc>
              <a:spcAft>
                <a:spcPts val="600"/>
              </a:spcAft>
              <a:buClr>
                <a:schemeClr val="accent4"/>
              </a:buClr>
              <a:buFont typeface="Arial" panose="020B0604020202020204" pitchFamily="34" charset="0"/>
              <a:buChar char="•"/>
            </a:pPr>
            <a:r>
              <a:rPr lang="en-GB" sz="900" noProof="1"/>
              <a:t>Eaque ipsa quae ab illo inventore veritatis et quasi architecto beatae vitae dicta sunt explicabo</a:t>
            </a:r>
          </a:p>
          <a:p>
            <a:pPr marL="108000" lvl="1" indent="-108000">
              <a:lnSpc>
                <a:spcPct val="90000"/>
              </a:lnSpc>
              <a:spcAft>
                <a:spcPts val="600"/>
              </a:spcAft>
              <a:buClr>
                <a:schemeClr val="accent4"/>
              </a:buClr>
              <a:buFont typeface="Arial" panose="020B0604020202020204" pitchFamily="34" charset="0"/>
              <a:buChar char="•"/>
            </a:pPr>
            <a:r>
              <a:rPr lang="en-GB" sz="900" noProof="1"/>
              <a:t>Nemo enim ipsam voluptatem quia voluptas sit aspernatur aut odit aut fugit, sed quia consequuntur magni dolores eos qui ratione voluptatem sequi nesciunt</a:t>
            </a:r>
          </a:p>
          <a:p>
            <a:pPr marL="108000" lvl="1" indent="-108000">
              <a:lnSpc>
                <a:spcPct val="90000"/>
              </a:lnSpc>
              <a:spcAft>
                <a:spcPts val="600"/>
              </a:spcAft>
              <a:buClr>
                <a:schemeClr val="accent4"/>
              </a:buClr>
              <a:buFont typeface="Arial" panose="020B0604020202020204" pitchFamily="34" charset="0"/>
              <a:buChar char="•"/>
            </a:pPr>
            <a:endParaRPr lang="en-GB" sz="900" noProof="1"/>
          </a:p>
        </p:txBody>
      </p:sp>
      <p:sp>
        <p:nvSpPr>
          <p:cNvPr id="80" name="Rectangle 79">
            <a:extLst>
              <a:ext uri="{FF2B5EF4-FFF2-40B4-BE49-F238E27FC236}">
                <a16:creationId xmlns:a16="http://schemas.microsoft.com/office/drawing/2014/main" id="{A19FB14C-6F4B-8E3F-E39E-7C8483FDD88C}"/>
              </a:ext>
            </a:extLst>
          </p:cNvPr>
          <p:cNvSpPr/>
          <p:nvPr/>
        </p:nvSpPr>
        <p:spPr>
          <a:xfrm rot="20767265">
            <a:off x="2160756" y="3404156"/>
            <a:ext cx="2177678" cy="3180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70000"/>
              </a:lnSpc>
            </a:pPr>
            <a:r>
              <a:rPr lang="en-GB" sz="1100" dirty="0"/>
              <a:t>Add a video</a:t>
            </a:r>
          </a:p>
        </p:txBody>
      </p:sp>
      <p:sp>
        <p:nvSpPr>
          <p:cNvPr id="81" name="Rectangle 80">
            <a:extLst>
              <a:ext uri="{FF2B5EF4-FFF2-40B4-BE49-F238E27FC236}">
                <a16:creationId xmlns:a16="http://schemas.microsoft.com/office/drawing/2014/main" id="{5BA62896-30E0-AE89-A657-7E748321857F}"/>
              </a:ext>
            </a:extLst>
          </p:cNvPr>
          <p:cNvSpPr/>
          <p:nvPr/>
        </p:nvSpPr>
        <p:spPr>
          <a:xfrm rot="20767265">
            <a:off x="6713247" y="1019836"/>
            <a:ext cx="2177678" cy="3180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70000"/>
              </a:lnSpc>
            </a:pPr>
            <a:r>
              <a:rPr lang="en-GB" sz="1100" dirty="0"/>
              <a:t>Delete the existing image, add your own, and send it to the back</a:t>
            </a:r>
          </a:p>
        </p:txBody>
      </p:sp>
    </p:spTree>
    <p:extLst>
      <p:ext uri="{BB962C8B-B14F-4D97-AF65-F5344CB8AC3E}">
        <p14:creationId xmlns:p14="http://schemas.microsoft.com/office/powerpoint/2010/main" val="2306201316"/>
      </p:ext>
    </p:extLst>
  </p:cSld>
  <p:clrMapOvr>
    <a:masterClrMapping/>
  </p:clrMapOvr>
</p:sld>
</file>

<file path=ppt/theme/theme1.xml><?xml version="1.0" encoding="utf-8"?>
<a:theme xmlns:a="http://schemas.openxmlformats.org/drawingml/2006/main" name="3_Theme-ALTEN-2025">
  <a:themeElements>
    <a:clrScheme name="ALTEN Group">
      <a:dk1>
        <a:srgbClr val="063C67"/>
      </a:dk1>
      <a:lt1>
        <a:srgbClr val="FFFFFF"/>
      </a:lt1>
      <a:dk2>
        <a:srgbClr val="858591"/>
      </a:dk2>
      <a:lt2>
        <a:srgbClr val="FFFFFF"/>
      </a:lt2>
      <a:accent1>
        <a:srgbClr val="FFDA65"/>
      </a:accent1>
      <a:accent2>
        <a:srgbClr val="C0C0C8"/>
      </a:accent2>
      <a:accent3>
        <a:srgbClr val="063C67"/>
      </a:accent3>
      <a:accent4>
        <a:srgbClr val="1D93C9"/>
      </a:accent4>
      <a:accent5>
        <a:srgbClr val="7ECBEE"/>
      </a:accent5>
      <a:accent6>
        <a:srgbClr val="176F98"/>
      </a:accent6>
      <a:hlink>
        <a:srgbClr val="2980B6"/>
      </a:hlink>
      <a:folHlink>
        <a:srgbClr val="2980B6"/>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ésentation5" id="{3A80E093-18A0-3E4E-945C-7289697E24CF}" vid="{D270363E-1668-9148-A964-96ED0127429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a16cde6-8788-44be-9919-f39432e71d93" xsi:nil="true"/>
    <lcf76f155ced4ddcb4097134ff3c332f xmlns="84f86851-9b97-434e-ba48-f349ea2c51a7">
      <Terms xmlns="http://schemas.microsoft.com/office/infopath/2007/PartnerControls"/>
    </lcf76f155ced4ddcb4097134ff3c332f>
    <Pays xmlns="84f86851-9b97-434e-ba48-f349ea2c51a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0063BA3C2604944B5E8912AC0ADC7BC" ma:contentTypeVersion="22" ma:contentTypeDescription="Crée un document." ma:contentTypeScope="" ma:versionID="b9c2d83bfcb90f0a51f59f2f78a8d2fe">
  <xsd:schema xmlns:xsd="http://www.w3.org/2001/XMLSchema" xmlns:xs="http://www.w3.org/2001/XMLSchema" xmlns:p="http://schemas.microsoft.com/office/2006/metadata/properties" xmlns:ns2="84f86851-9b97-434e-ba48-f349ea2c51a7" xmlns:ns3="9a16cde6-8788-44be-9919-f39432e71d93" targetNamespace="http://schemas.microsoft.com/office/2006/metadata/properties" ma:root="true" ma:fieldsID="c1342d4fd5289f378c4c1055597589fb" ns2:_="" ns3:_="">
    <xsd:import namespace="84f86851-9b97-434e-ba48-f349ea2c51a7"/>
    <xsd:import namespace="9a16cde6-8788-44be-9919-f39432e71d9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2:Pays" minOccurs="0"/>
                <xsd:element ref="ns2:MediaLengthInSeconds" minOccurs="0"/>
                <xsd:element ref="ns2:MediaServiceDateTaken"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f86851-9b97-434e-ba48-f349ea2c51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38717ee0-2267-4aad-bdb1-d697e710bb43"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Pays" ma:index="17" nillable="true" ma:displayName="Pays" ma:format="Dropdown" ma:internalName="Pays">
      <xsd:simpleType>
        <xsd:restriction base="dms:Choice">
          <xsd:enumeration value="World"/>
          <xsd:enumeration value="France"/>
          <xsd:enumeration value="Mexico"/>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16cde6-8788-44be-9919-f39432e71d9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53ce5e6-812b-4603-87c1-52c5388d9f58}" ma:internalName="TaxCatchAll" ma:showField="CatchAllData" ma:web="9a16cde6-8788-44be-9919-f39432e71d9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C9E1A3E-C50B-47D5-A428-58818965520E}">
  <ds:schemaRefs>
    <ds:schemaRef ds:uri="http://schemas.openxmlformats.org/package/2006/metadata/core-properties"/>
    <ds:schemaRef ds:uri="http://purl.org/dc/terms/"/>
    <ds:schemaRef ds:uri="http://purl.org/dc/elements/1.1/"/>
    <ds:schemaRef ds:uri="http://schemas.microsoft.com/office/2006/documentManagement/types"/>
    <ds:schemaRef ds:uri="http://schemas.microsoft.com/office/2006/metadata/properties"/>
    <ds:schemaRef ds:uri="http://purl.org/dc/dcmitype/"/>
    <ds:schemaRef ds:uri="69706b05-a2d0-472f-8246-1e2916edb97d"/>
    <ds:schemaRef ds:uri="http://schemas.microsoft.com/office/infopath/2007/PartnerControls"/>
    <ds:schemaRef ds:uri="246bc27b-d3a1-4195-97a0-bae7f0e57ad3"/>
    <ds:schemaRef ds:uri="http://www.w3.org/XML/1998/namespace"/>
    <ds:schemaRef ds:uri="f4725b04-a012-4117-8301-041470c72051"/>
    <ds:schemaRef ds:uri="7e0ff1d0-191c-4af5-a689-dfc1942f2562"/>
  </ds:schemaRefs>
</ds:datastoreItem>
</file>

<file path=customXml/itemProps2.xml><?xml version="1.0" encoding="utf-8"?>
<ds:datastoreItem xmlns:ds="http://schemas.openxmlformats.org/officeDocument/2006/customXml" ds:itemID="{2641903A-301A-439B-905A-A918A34E3575}"/>
</file>

<file path=customXml/itemProps3.xml><?xml version="1.0" encoding="utf-8"?>
<ds:datastoreItem xmlns:ds="http://schemas.openxmlformats.org/officeDocument/2006/customXml" ds:itemID="{EBF749E3-F8E8-4E84-8661-5CDE83D8C527}">
  <ds:schemaRefs>
    <ds:schemaRef ds:uri="http://schemas.microsoft.com/sharepoint/v3/contenttype/forms"/>
  </ds:schemaRefs>
</ds:datastoreItem>
</file>

<file path=docMetadata/LabelInfo.xml><?xml version="1.0" encoding="utf-8"?>
<clbl:labelList xmlns:clbl="http://schemas.microsoft.com/office/2020/mipLabelMetadata">
  <clbl:label id="{f44e79de-7414-4831-b055-2e5a46a0d301}" enabled="1" method="Privileged" siteId="{9bc3d1cd-55ca-4e13-b5a2-a9e9deaeba3f}" removed="0"/>
</clbl:labelList>
</file>

<file path=docProps/app.xml><?xml version="1.0" encoding="utf-8"?>
<Properties xmlns="http://schemas.openxmlformats.org/officeDocument/2006/extended-properties" xmlns:vt="http://schemas.openxmlformats.org/officeDocument/2006/docPropsVTypes">
  <Template/>
  <TotalTime>1085</TotalTime>
  <Words>1313</Words>
  <Application>Microsoft Macintosh PowerPoint</Application>
  <PresentationFormat>Affichage à l'écran (16:9)</PresentationFormat>
  <Paragraphs>148</Paragraphs>
  <Slides>4</Slides>
  <Notes>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vt:i4>
      </vt:variant>
    </vt:vector>
  </HeadingPairs>
  <TitlesOfParts>
    <vt:vector size="9" baseType="lpstr">
      <vt:lpstr>Arial</vt:lpstr>
      <vt:lpstr>Arial Black</vt:lpstr>
      <vt:lpstr>Calibri</vt:lpstr>
      <vt:lpstr>Wingdings</vt:lpstr>
      <vt:lpstr>3_Theme-ALTEN-2025</vt:lpstr>
      <vt:lpstr>Présentation PowerPoint</vt:lpstr>
      <vt:lpstr>Présentation PowerPoint</vt:lpstr>
      <vt:lpstr>Présentation PowerPoint</vt:lpstr>
      <vt:lpstr>Présentation PowerPoint</vt:lpstr>
    </vt:vector>
  </TitlesOfParts>
  <Company>ALTEN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Marion VALLE</dc:creator>
  <cp:lastModifiedBy>Annabelle STRAFORINI</cp:lastModifiedBy>
  <cp:revision>6</cp:revision>
  <cp:lastPrinted>2026-07-07T09:55:26Z</cp:lastPrinted>
  <dcterms:created xsi:type="dcterms:W3CDTF">2024-03-06T16:26:06Z</dcterms:created>
  <dcterms:modified xsi:type="dcterms:W3CDTF">2026-07-09T09:14:36Z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lassificationContentMarkingFooterLocations">
    <vt:lpwstr>TEMPLATES ALTEN HEADER:4\Tema de Office:8\2_ALTEN HEADER:9\5_ALTEN HEADER:9\3_ALTEN HEADER:9\Theme-ALTEN-2025:3</vt:lpwstr>
  </property>
  <property fmtid="{D5CDD505-2E9C-101B-9397-08002B2CF9AE}" pid="4" name="ClassificationContentMarkingFooterText">
    <vt:lpwstr>Sensitivity: C2-Restricted</vt:lpwstr>
  </property>
  <property fmtid="{D5CDD505-2E9C-101B-9397-08002B2CF9AE}" pid="5" name="Order">
    <vt:lpwstr>549400.000000000</vt:lpwstr>
  </property>
  <property fmtid="{D5CDD505-2E9C-101B-9397-08002B2CF9AE}" pid="6" name="ComplianceAssetId">
    <vt:lpwstr/>
  </property>
  <property fmtid="{D5CDD505-2E9C-101B-9397-08002B2CF9AE}" pid="7" name="_ExtendedDescription">
    <vt:lpwstr/>
  </property>
  <property fmtid="{D5CDD505-2E9C-101B-9397-08002B2CF9AE}" pid="8" name="_activity">
    <vt:lpwstr>{"FileActivityType":"9","FileActivityTimeStamp":"2026-06-01T09:25:20.007Z","FileActivityUsersOnPage":[{"DisplayName":"Elisa MARCY","Id":"elisa.marcy@alten.be"},{"DisplayName":"Christina VO","Id":"christina.vo2@alten.com"}],"FileActivityNavigationId":null}</vt:lpwstr>
  </property>
  <property fmtid="{D5CDD505-2E9C-101B-9397-08002B2CF9AE}" pid="9" name="TriggerFlowInfo">
    <vt:lpwstr/>
  </property>
  <property fmtid="{D5CDD505-2E9C-101B-9397-08002B2CF9AE}" pid="10" name="ContentTypeId">
    <vt:lpwstr>0x010100D0063BA3C2604944B5E8912AC0ADC7BC</vt:lpwstr>
  </property>
</Properties>
</file>